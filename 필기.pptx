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7" d="100"/>
          <a:sy n="87" d="100"/>
        </p:scale>
        <p:origin x="102" y="5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BA9B4-7E72-4B67-919E-AB65492FA93B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71849" y="370703"/>
            <a:ext cx="983597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/>
              <a:t>통합 계획서 </a:t>
            </a:r>
            <a:r>
              <a:rPr lang="en-US" altLang="ko-KR" smtClean="0"/>
              <a:t>– </a:t>
            </a:r>
            <a:r>
              <a:rPr lang="ko-KR" altLang="en-US" smtClean="0"/>
              <a:t>내 게임의 가치를 보여주는 것</a:t>
            </a:r>
            <a:endParaRPr lang="en-US" altLang="ko-KR" smtClean="0"/>
          </a:p>
          <a:p>
            <a:endParaRPr lang="en-US" altLang="ko-KR" smtClean="0"/>
          </a:p>
          <a:p>
            <a:r>
              <a:rPr lang="en-US" altLang="ko-KR" smtClean="0"/>
              <a:t>[1</a:t>
            </a:r>
            <a:r>
              <a:rPr lang="ko-KR" altLang="en-US" smtClean="0"/>
              <a:t>페이지</a:t>
            </a:r>
            <a:r>
              <a:rPr lang="en-US" altLang="ko-KR" smtClean="0"/>
              <a:t>]</a:t>
            </a:r>
            <a:endParaRPr lang="en-US" altLang="ko-KR"/>
          </a:p>
          <a:p>
            <a:r>
              <a:rPr lang="en-US" altLang="ko-KR"/>
              <a:t>{</a:t>
            </a:r>
            <a:r>
              <a:rPr lang="ko-KR" altLang="en-US" smtClean="0"/>
              <a:t>대표 이미지</a:t>
            </a:r>
            <a:r>
              <a:rPr lang="en-US" altLang="ko-KR"/>
              <a:t>}</a:t>
            </a:r>
            <a:r>
              <a:rPr lang="en-US" altLang="ko-KR" smtClean="0"/>
              <a:t>(</a:t>
            </a:r>
            <a:r>
              <a:rPr lang="ko-KR" altLang="en-US" smtClean="0"/>
              <a:t>내 게임의 장점을 보여줄 수 있는 이미지</a:t>
            </a:r>
            <a:r>
              <a:rPr lang="en-US" altLang="ko-KR" smtClean="0"/>
              <a:t>)</a:t>
            </a:r>
            <a:r>
              <a:rPr lang="ko-KR" altLang="en-US" smtClean="0"/>
              <a:t> </a:t>
            </a:r>
            <a:r>
              <a:rPr lang="en-US" altLang="ko-KR" smtClean="0"/>
              <a:t>=&gt; </a:t>
            </a:r>
            <a:r>
              <a:rPr lang="ko-KR" altLang="en-US" smtClean="0"/>
              <a:t>게임 정의 요소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플레이의 작용 요소</a:t>
            </a:r>
            <a:r>
              <a:rPr lang="en-US" altLang="ko-KR" smtClean="0"/>
              <a:t>(</a:t>
            </a:r>
            <a:r>
              <a:rPr lang="ko-KR" altLang="en-US" smtClean="0"/>
              <a:t>조작하고 선택했을 때 어떤 작용을 하는지</a:t>
            </a:r>
            <a:r>
              <a:rPr lang="en-US" altLang="ko-KR" smtClean="0"/>
              <a:t>)</a:t>
            </a:r>
            <a:r>
              <a:rPr lang="ko-KR" altLang="en-US" smtClean="0"/>
              <a:t>로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방해요인</a:t>
            </a:r>
            <a:r>
              <a:rPr lang="en-US" altLang="ko-KR" smtClean="0"/>
              <a:t>(</a:t>
            </a:r>
            <a:r>
              <a:rPr lang="ko-KR" altLang="en-US" smtClean="0"/>
              <a:t>몬스터</a:t>
            </a:r>
            <a:r>
              <a:rPr lang="en-US" altLang="ko-KR" smtClean="0"/>
              <a:t>, </a:t>
            </a:r>
            <a:r>
              <a:rPr lang="ko-KR" altLang="en-US" smtClean="0"/>
              <a:t>퍼즐</a:t>
            </a:r>
            <a:r>
              <a:rPr lang="en-US" altLang="ko-KR" smtClean="0"/>
              <a:t>)</a:t>
            </a:r>
            <a:r>
              <a:rPr lang="ko-KR" altLang="en-US" smtClean="0"/>
              <a:t>을 제거해서</a:t>
            </a:r>
            <a:endParaRPr lang="en-US" altLang="ko-KR" smtClean="0"/>
          </a:p>
          <a:p>
            <a:r>
              <a:rPr lang="ko-KR" altLang="en-US" smtClean="0"/>
              <a:t>플레이의 목적</a:t>
            </a:r>
            <a:r>
              <a:rPr lang="en-US" altLang="ko-KR" smtClean="0"/>
              <a:t>(</a:t>
            </a:r>
            <a:r>
              <a:rPr lang="ko-KR" altLang="en-US" smtClean="0"/>
              <a:t>이야기</a:t>
            </a:r>
            <a:r>
              <a:rPr lang="en-US" altLang="ko-KR" smtClean="0"/>
              <a:t>, </a:t>
            </a:r>
            <a:r>
              <a:rPr lang="ko-KR" altLang="en-US" smtClean="0"/>
              <a:t>플레이</a:t>
            </a:r>
            <a:r>
              <a:rPr lang="en-US" altLang="ko-KR" smtClean="0"/>
              <a:t>)</a:t>
            </a:r>
            <a:r>
              <a:rPr lang="ko-KR" altLang="en-US" smtClean="0"/>
              <a:t>을 달성하는 디지털로수행하는 놀이</a:t>
            </a:r>
            <a:endParaRPr lang="en-US" altLang="ko-KR" smtClean="0"/>
          </a:p>
          <a:p>
            <a:endParaRPr lang="en-US" altLang="ko-KR"/>
          </a:p>
          <a:p>
            <a:r>
              <a:rPr lang="en-US" altLang="ko-KR" smtClean="0"/>
              <a:t>[2</a:t>
            </a:r>
            <a:r>
              <a:rPr lang="ko-KR" altLang="en-US" smtClean="0"/>
              <a:t>페이지</a:t>
            </a:r>
            <a:r>
              <a:rPr lang="en-US" altLang="ko-KR" smtClean="0"/>
              <a:t>] </a:t>
            </a:r>
            <a:r>
              <a:rPr lang="ko-KR" altLang="en-US" smtClean="0"/>
              <a:t>스펙</a:t>
            </a:r>
            <a:endParaRPr lang="en-US" altLang="ko-KR" smtClean="0"/>
          </a:p>
          <a:p>
            <a:endParaRPr lang="en-US" altLang="ko-KR"/>
          </a:p>
          <a:p>
            <a:r>
              <a:rPr lang="en-US" altLang="ko-KR" smtClean="0"/>
              <a:t>[3</a:t>
            </a:r>
            <a:r>
              <a:rPr lang="ko-KR" altLang="en-US" smtClean="0"/>
              <a:t>페이지</a:t>
            </a:r>
            <a:r>
              <a:rPr lang="en-US" altLang="ko-KR" smtClean="0"/>
              <a:t>] </a:t>
            </a:r>
            <a:r>
              <a:rPr lang="ko-KR" altLang="en-US" smtClean="0"/>
              <a:t>실제 게임화면</a:t>
            </a:r>
            <a:r>
              <a:rPr lang="en-US" altLang="ko-KR" smtClean="0"/>
              <a:t>, </a:t>
            </a:r>
            <a:r>
              <a:rPr lang="ko-KR" altLang="en-US" smtClean="0"/>
              <a:t>계획 요소</a:t>
            </a:r>
            <a:r>
              <a:rPr lang="en-US" altLang="ko-KR" smtClean="0"/>
              <a:t>(</a:t>
            </a:r>
            <a:r>
              <a:rPr lang="ko-KR" altLang="en-US" smtClean="0"/>
              <a:t>간단한 재미 설명과 함께</a:t>
            </a:r>
            <a:r>
              <a:rPr lang="en-US" altLang="ko-KR" smtClean="0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780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617838"/>
            <a:ext cx="10515600" cy="5559125"/>
          </a:xfrm>
        </p:spPr>
        <p:txBody>
          <a:bodyPr/>
          <a:lstStyle/>
          <a:p>
            <a:r>
              <a:rPr lang="ko-KR" altLang="en-US" smtClean="0"/>
              <a:t>대표 이미지 </a:t>
            </a:r>
            <a:r>
              <a:rPr lang="en-US" altLang="ko-KR" smtClean="0"/>
              <a:t>: </a:t>
            </a:r>
            <a:r>
              <a:rPr lang="ko-KR" altLang="en-US" smtClean="0"/>
              <a:t>아이템을 들고 뒤에 있는 적들을 맞추려고 하는 이미지 </a:t>
            </a:r>
            <a:r>
              <a:rPr lang="en-US" altLang="ko-KR" smtClean="0"/>
              <a:t>– </a:t>
            </a:r>
            <a:r>
              <a:rPr lang="ko-KR" altLang="en-US" smtClean="0"/>
              <a:t>적은 플레이어와같은 모습을 하고 있으며</a:t>
            </a:r>
            <a:r>
              <a:rPr lang="en-US" altLang="ko-KR" smtClean="0"/>
              <a:t>, </a:t>
            </a:r>
            <a:r>
              <a:rPr lang="ko-KR" altLang="en-US" smtClean="0"/>
              <a:t>플레이어는 몬스터와같은 모습을 하고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키보드와 방향키로 조작하여 캐릭터를 움직이고 마우스를 클릭해 아이템을 사용한다</a:t>
            </a:r>
            <a:r>
              <a:rPr lang="en-US" altLang="ko-KR" smtClean="0"/>
              <a:t>. </a:t>
            </a:r>
            <a:r>
              <a:rPr lang="ko-KR" altLang="en-US" smtClean="0"/>
              <a:t>자신의 모습을 복사하여 여러 개의 캐릭터를 조작하여 공격하기도 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이야기 목적 </a:t>
            </a:r>
            <a:r>
              <a:rPr lang="en-US" altLang="ko-KR" smtClean="0"/>
              <a:t>: </a:t>
            </a:r>
            <a:r>
              <a:rPr lang="ko-KR" altLang="en-US" smtClean="0"/>
              <a:t>그동안 플레이어들에게 당한 몬스터가 역으로 플레이어에게 공격한다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플레이 목적 </a:t>
            </a:r>
            <a:r>
              <a:rPr lang="en-US" altLang="ko-KR" smtClean="0"/>
              <a:t>: </a:t>
            </a:r>
            <a:r>
              <a:rPr lang="ko-KR" altLang="en-US" smtClean="0"/>
              <a:t>키보드와 마우스를 조작하여 아이템으로 적을 공격해 맞춘다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033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617838"/>
            <a:ext cx="10515600" cy="5559125"/>
          </a:xfrm>
        </p:spPr>
        <p:txBody>
          <a:bodyPr>
            <a:normAutofit/>
          </a:bodyPr>
          <a:lstStyle/>
          <a:p>
            <a:r>
              <a:rPr lang="ko-KR" altLang="en-US" smtClean="0"/>
              <a:t>게임명 </a:t>
            </a:r>
            <a:r>
              <a:rPr lang="en-US" altLang="ko-KR" smtClean="0"/>
              <a:t>: </a:t>
            </a:r>
            <a:r>
              <a:rPr lang="ko-KR" altLang="en-US" smtClean="0"/>
              <a:t>내가 이길거야</a:t>
            </a:r>
            <a:r>
              <a:rPr lang="en-US" altLang="ko-KR" smtClean="0"/>
              <a:t>!</a:t>
            </a:r>
          </a:p>
          <a:p>
            <a:r>
              <a:rPr lang="ko-KR" altLang="en-US" smtClean="0"/>
              <a:t>장르</a:t>
            </a:r>
            <a:r>
              <a:rPr lang="en-US" altLang="ko-KR" smtClean="0"/>
              <a:t>: 2D </a:t>
            </a:r>
            <a:r>
              <a:rPr lang="ko-KR" altLang="en-US" smtClean="0"/>
              <a:t>아케이드 레이싱</a:t>
            </a:r>
            <a:endParaRPr lang="en-US" altLang="ko-KR" smtClean="0"/>
          </a:p>
          <a:p>
            <a:r>
              <a:rPr lang="ko-KR" altLang="en-US" smtClean="0"/>
              <a:t>플랫폼</a:t>
            </a:r>
            <a:r>
              <a:rPr lang="en-US" altLang="ko-KR" smtClean="0"/>
              <a:t>: PC (Windows)  </a:t>
            </a:r>
          </a:p>
          <a:p>
            <a:r>
              <a:rPr lang="ko-KR" altLang="en-US" smtClean="0"/>
              <a:t>개발 기간</a:t>
            </a:r>
            <a:r>
              <a:rPr lang="en-US" altLang="ko-KR" smtClean="0"/>
              <a:t>: 3</a:t>
            </a:r>
            <a:r>
              <a:rPr lang="ko-KR" altLang="en-US" smtClean="0"/>
              <a:t>개월  </a:t>
            </a:r>
          </a:p>
          <a:p>
            <a:r>
              <a:rPr lang="ko-KR" altLang="en-US" smtClean="0"/>
              <a:t>개발 인원</a:t>
            </a:r>
            <a:r>
              <a:rPr lang="en-US" altLang="ko-KR" smtClean="0"/>
              <a:t>: 1</a:t>
            </a:r>
            <a:r>
              <a:rPr lang="ko-KR" altLang="en-US" smtClean="0"/>
              <a:t>인 개발  </a:t>
            </a:r>
          </a:p>
          <a:p>
            <a:r>
              <a:rPr lang="ko-KR" altLang="en-US" smtClean="0"/>
              <a:t>담당 역할</a:t>
            </a:r>
            <a:r>
              <a:rPr lang="en-US" altLang="ko-KR" smtClean="0"/>
              <a:t>: </a:t>
            </a:r>
            <a:r>
              <a:rPr lang="ko-KR" altLang="en-US" smtClean="0"/>
              <a:t>기획</a:t>
            </a:r>
            <a:r>
              <a:rPr lang="en-US" altLang="ko-KR" smtClean="0"/>
              <a:t>, </a:t>
            </a:r>
            <a:r>
              <a:rPr lang="ko-KR" altLang="en-US" smtClean="0"/>
              <a:t>프로그래밍</a:t>
            </a:r>
            <a:r>
              <a:rPr lang="en-US" altLang="ko-KR" smtClean="0"/>
              <a:t>, UI </a:t>
            </a:r>
            <a:r>
              <a:rPr lang="ko-KR" altLang="en-US" smtClean="0"/>
              <a:t>구현</a:t>
            </a:r>
            <a:endParaRPr lang="en-US" altLang="ko-KR" smtClean="0"/>
          </a:p>
          <a:p>
            <a:endParaRPr lang="ko-KR" altLang="en-US" smtClean="0"/>
          </a:p>
          <a:p>
            <a:r>
              <a:rPr lang="en-US" altLang="ko-KR" smtClean="0"/>
              <a:t>Engine: Unity 2022.3 LTS  </a:t>
            </a:r>
          </a:p>
          <a:p>
            <a:r>
              <a:rPr lang="en-US" altLang="ko-KR" smtClean="0"/>
              <a:t>Language: C#  </a:t>
            </a:r>
          </a:p>
          <a:p>
            <a:r>
              <a:rPr lang="en-US" altLang="ko-KR" smtClean="0"/>
              <a:t>Version Control: GitHub</a:t>
            </a:r>
          </a:p>
        </p:txBody>
      </p:sp>
    </p:spTree>
    <p:extLst>
      <p:ext uri="{BB962C8B-B14F-4D97-AF65-F5344CB8AC3E}">
        <p14:creationId xmlns:p14="http://schemas.microsoft.com/office/powerpoint/2010/main" val="1697030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617838"/>
            <a:ext cx="10515600" cy="5559125"/>
          </a:xfrm>
        </p:spPr>
        <p:txBody>
          <a:bodyPr>
            <a:normAutofit/>
          </a:bodyPr>
          <a:lstStyle/>
          <a:p>
            <a:r>
              <a:rPr lang="ko-KR" altLang="en-US" b="1" smtClean="0"/>
              <a:t>✅ 게임 시스템</a:t>
            </a:r>
          </a:p>
          <a:p>
            <a:r>
              <a:rPr lang="ko-KR" altLang="en-US" smtClean="0"/>
              <a:t>전투 시스템 </a:t>
            </a:r>
            <a:r>
              <a:rPr lang="en-US" altLang="ko-KR" smtClean="0"/>
              <a:t>(</a:t>
            </a:r>
            <a:r>
              <a:rPr lang="ko-KR" altLang="en-US" smtClean="0"/>
              <a:t>스킬 구조</a:t>
            </a:r>
            <a:r>
              <a:rPr lang="en-US" altLang="ko-KR" smtClean="0"/>
              <a:t>)</a:t>
            </a:r>
          </a:p>
          <a:p>
            <a:r>
              <a:rPr lang="ko-KR" altLang="en-US" smtClean="0"/>
              <a:t>플레이어 컨트롤</a:t>
            </a:r>
          </a:p>
          <a:p>
            <a:r>
              <a:rPr lang="ko-KR" altLang="en-US" smtClean="0"/>
              <a:t>스테이지 </a:t>
            </a:r>
            <a:r>
              <a:rPr lang="en-US" altLang="ko-KR" smtClean="0"/>
              <a:t>/ </a:t>
            </a:r>
            <a:r>
              <a:rPr lang="ko-KR" altLang="en-US" smtClean="0"/>
              <a:t>맵 구조</a:t>
            </a:r>
          </a:p>
          <a:p>
            <a:r>
              <a:rPr lang="ko-KR" altLang="en-US" smtClean="0"/>
              <a:t>아이템 </a:t>
            </a:r>
            <a:r>
              <a:rPr lang="en-US" altLang="ko-KR" smtClean="0"/>
              <a:t>/ </a:t>
            </a:r>
            <a:r>
              <a:rPr lang="ko-KR" altLang="en-US" smtClean="0"/>
              <a:t>인벤토리</a:t>
            </a:r>
          </a:p>
          <a:p>
            <a:r>
              <a:rPr lang="ko-KR" altLang="en-US" smtClean="0"/>
              <a:t>저장 </a:t>
            </a:r>
            <a:r>
              <a:rPr lang="en-US" altLang="ko-KR" smtClean="0"/>
              <a:t>/ </a:t>
            </a:r>
            <a:r>
              <a:rPr lang="ko-KR" altLang="en-US" smtClean="0"/>
              <a:t>로드</a:t>
            </a:r>
          </a:p>
          <a:p>
            <a:endParaRPr lang="en-US" altLang="ko-KR" smtClean="0"/>
          </a:p>
          <a:p>
            <a:r>
              <a:rPr lang="ko-KR" altLang="en-US" smtClean="0"/>
              <a:t>트러블슈팅</a:t>
            </a:r>
            <a:endParaRPr lang="en-US" altLang="ko-KR" smtClean="0"/>
          </a:p>
          <a:p>
            <a:r>
              <a:rPr lang="ko-KR" altLang="en-US" smtClean="0"/>
              <a:t>느낀점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6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617838"/>
            <a:ext cx="10515600" cy="5559125"/>
          </a:xfrm>
        </p:spPr>
        <p:txBody>
          <a:bodyPr>
            <a:normAutofit/>
          </a:bodyPr>
          <a:lstStyle/>
          <a:p>
            <a:r>
              <a:rPr lang="ko-KR" altLang="en-US" smtClean="0"/>
              <a:t>탑다운뷰</a:t>
            </a:r>
            <a:endParaRPr lang="en-US" altLang="ko-KR" smtClean="0"/>
          </a:p>
          <a:p>
            <a:endParaRPr lang="en-US" altLang="ko-KR"/>
          </a:p>
          <a:p>
            <a:endParaRPr lang="en-US" altLang="ko-KR" smtClean="0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9624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370703"/>
            <a:ext cx="10515600" cy="648729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smtClean="0"/>
              <a:t>[</a:t>
            </a:r>
            <a:r>
              <a:rPr lang="ko-KR" altLang="en-US" smtClean="0"/>
              <a:t>선생님이 사용하는 </a:t>
            </a:r>
            <a:r>
              <a:rPr lang="en-US" altLang="ko-KR" smtClean="0"/>
              <a:t>AI] ; </a:t>
            </a:r>
            <a:r>
              <a:rPr lang="ko-KR" altLang="en-US" smtClean="0"/>
              <a:t>테슬라 </a:t>
            </a:r>
            <a:r>
              <a:rPr lang="en-US" altLang="ko-KR" smtClean="0"/>
              <a:t>AI </a:t>
            </a:r>
            <a:r>
              <a:rPr lang="ko-KR" altLang="en-US" smtClean="0"/>
              <a:t>사용 중</a:t>
            </a:r>
            <a:endParaRPr lang="en-US" altLang="ko-KR" smtClean="0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 smtClean="0"/>
              <a:t>[</a:t>
            </a:r>
            <a:r>
              <a:rPr lang="ko-KR" altLang="en-US" smtClean="0"/>
              <a:t>구독해야 하는 </a:t>
            </a:r>
            <a:r>
              <a:rPr lang="en-US" altLang="ko-KR" smtClean="0"/>
              <a:t>AI] – </a:t>
            </a:r>
            <a:r>
              <a:rPr lang="ko-KR" altLang="en-US" smtClean="0"/>
              <a:t>선생님은 한 달에 </a:t>
            </a:r>
            <a:r>
              <a:rPr lang="en-US" altLang="ko-KR" smtClean="0"/>
              <a:t>40</a:t>
            </a:r>
            <a:r>
              <a:rPr lang="ko-KR" altLang="en-US" smtClean="0"/>
              <a:t>만원 정도 든다</a:t>
            </a:r>
            <a:r>
              <a:rPr lang="en-US" altLang="ko-KR" smtClean="0"/>
              <a:t>…!</a:t>
            </a:r>
          </a:p>
          <a:p>
            <a:pPr marL="0" indent="0">
              <a:buNone/>
            </a:pPr>
            <a:r>
              <a:rPr lang="en-US" altLang="ko-KR"/>
              <a:t>	</a:t>
            </a:r>
            <a:r>
              <a:rPr lang="en-US" altLang="ko-KR" smtClean="0"/>
              <a:t>			</a:t>
            </a:r>
            <a:r>
              <a:rPr lang="ko-KR" altLang="en-US" smtClean="0"/>
              <a:t>꼭 구독한다면 챗지피티 정도만ㅎㅎ</a:t>
            </a:r>
            <a:endParaRPr lang="en-US" altLang="ko-KR" smtClean="0"/>
          </a:p>
          <a:p>
            <a:pPr>
              <a:buFontTx/>
              <a:buChar char="-"/>
            </a:pPr>
            <a:r>
              <a:rPr lang="ko-KR" altLang="en-US" smtClean="0"/>
              <a:t>미드저니 </a:t>
            </a:r>
            <a:r>
              <a:rPr lang="en-US" altLang="ko-KR" smtClean="0"/>
              <a:t>- Create – </a:t>
            </a:r>
            <a:r>
              <a:rPr lang="ko-KR" altLang="en-US" smtClean="0"/>
              <a:t>한 달에 </a:t>
            </a:r>
            <a:r>
              <a:rPr lang="en-US" altLang="ko-KR" smtClean="0"/>
              <a:t>8</a:t>
            </a:r>
            <a:r>
              <a:rPr lang="ko-KR" altLang="en-US" smtClean="0"/>
              <a:t>만원 </a:t>
            </a:r>
            <a:r>
              <a:rPr lang="en-US" altLang="ko-KR" smtClean="0"/>
              <a:t>/ </a:t>
            </a:r>
            <a:r>
              <a:rPr lang="ko-KR" altLang="en-US" smtClean="0"/>
              <a:t>생산하는 이미지가 생성할 때마다 다 다른 느낌의 이미지를 생산하므로 돈값한다</a:t>
            </a:r>
            <a:r>
              <a:rPr lang="en-US" altLang="ko-KR" smtClean="0"/>
              <a:t>.</a:t>
            </a:r>
          </a:p>
          <a:p>
            <a:pPr lvl="1">
              <a:buFontTx/>
              <a:buChar char="-"/>
            </a:pPr>
            <a:r>
              <a:rPr lang="ko-KR" altLang="en-US" smtClean="0"/>
              <a:t>리런</a:t>
            </a:r>
            <a:r>
              <a:rPr lang="en-US" altLang="ko-KR" smtClean="0"/>
              <a:t>(</a:t>
            </a:r>
            <a:r>
              <a:rPr lang="ko-KR" altLang="en-US" smtClean="0"/>
              <a:t>다시 만들기</a:t>
            </a:r>
            <a:r>
              <a:rPr lang="en-US" altLang="ko-KR" smtClean="0"/>
              <a:t>), </a:t>
            </a:r>
            <a:r>
              <a:rPr lang="ko-KR" altLang="en-US" smtClean="0"/>
              <a:t>업스케일</a:t>
            </a:r>
            <a:r>
              <a:rPr lang="en-US" altLang="ko-KR" smtClean="0"/>
              <a:t>(</a:t>
            </a:r>
            <a:r>
              <a:rPr lang="ko-KR" altLang="en-US" smtClean="0"/>
              <a:t>현재 이미지 해상도 확 올리기 </a:t>
            </a:r>
            <a:r>
              <a:rPr lang="en-US" altLang="ko-KR" smtClean="0"/>
              <a:t>: </a:t>
            </a:r>
            <a:r>
              <a:rPr lang="ko-KR" altLang="en-US" smtClean="0"/>
              <a:t>확대해도 그 이미지가 게임에서 사용해도 전혀 문제없을 정도로 좋다</a:t>
            </a:r>
            <a:r>
              <a:rPr lang="en-US" altLang="ko-KR" smtClean="0"/>
              <a:t>.), </a:t>
            </a:r>
            <a:r>
              <a:rPr lang="ko-KR" altLang="en-US" smtClean="0"/>
              <a:t>스트롱</a:t>
            </a:r>
            <a:r>
              <a:rPr lang="en-US" altLang="ko-KR" smtClean="0"/>
              <a:t>(</a:t>
            </a:r>
            <a:r>
              <a:rPr lang="ko-KR" altLang="en-US" smtClean="0"/>
              <a:t>그 이미지와 비슷한 이미지 만들기</a:t>
            </a:r>
            <a:r>
              <a:rPr lang="en-US" altLang="ko-KR" smtClean="0"/>
              <a:t>)</a:t>
            </a:r>
            <a:r>
              <a:rPr lang="ko-KR" altLang="en-US" smtClean="0"/>
              <a:t>이 선생님께서 가장 많이 사용하는 기능</a:t>
            </a:r>
            <a:endParaRPr lang="en-US" altLang="ko-KR" smtClean="0"/>
          </a:p>
          <a:p>
            <a:pPr lvl="1">
              <a:buFontTx/>
              <a:buChar char="-"/>
            </a:pPr>
            <a:r>
              <a:rPr lang="ko-KR" altLang="en-US" smtClean="0"/>
              <a:t>그러나 단점도 있다</a:t>
            </a:r>
            <a:r>
              <a:rPr lang="en-US" altLang="ko-KR" smtClean="0"/>
              <a:t> : </a:t>
            </a:r>
            <a:r>
              <a:rPr lang="ko-KR" altLang="en-US" smtClean="0"/>
              <a:t>내가 제시한 이미지에 총만 추가해달라는 요청을 하면 내가 제공한 이미지와 같은 이미지가 절대 나오지 않는다</a:t>
            </a:r>
            <a:r>
              <a:rPr lang="en-US" altLang="ko-KR" smtClean="0"/>
              <a:t>.</a:t>
            </a:r>
          </a:p>
          <a:p>
            <a:pPr>
              <a:buFontTx/>
              <a:buChar char="-"/>
            </a:pPr>
            <a:r>
              <a:rPr lang="en-US" altLang="ko-KR" smtClean="0"/>
              <a:t>Google AI Studio =&gt; </a:t>
            </a:r>
            <a:r>
              <a:rPr lang="ko-KR" altLang="en-US" smtClean="0"/>
              <a:t>미드저니의 단점을 잘하는 툴</a:t>
            </a:r>
            <a:r>
              <a:rPr lang="en-US" altLang="ko-KR" smtClean="0"/>
              <a:t>!</a:t>
            </a:r>
          </a:p>
          <a:p>
            <a:pPr lvl="1">
              <a:buFontTx/>
              <a:buChar char="-"/>
            </a:pPr>
            <a:r>
              <a:rPr lang="ko-KR" altLang="en-US" smtClean="0"/>
              <a:t>총만 추가해달라는 요청 </a:t>
            </a:r>
            <a:r>
              <a:rPr lang="en-US" altLang="ko-KR" smtClean="0"/>
              <a:t>=&gt; </a:t>
            </a:r>
            <a:r>
              <a:rPr lang="ko-KR" altLang="en-US" smtClean="0"/>
              <a:t>기존 이미지에서 추가가 가능</a:t>
            </a:r>
            <a:r>
              <a:rPr lang="en-US" altLang="ko-KR" smtClean="0"/>
              <a:t>!</a:t>
            </a:r>
          </a:p>
          <a:p>
            <a:pPr lvl="1">
              <a:buFontTx/>
              <a:buChar char="-"/>
            </a:pPr>
            <a:r>
              <a:rPr lang="ko-KR" altLang="en-US" smtClean="0"/>
              <a:t>즉</a:t>
            </a:r>
            <a:r>
              <a:rPr lang="en-US" altLang="ko-KR" smtClean="0"/>
              <a:t>, </a:t>
            </a:r>
            <a:r>
              <a:rPr lang="ko-KR" altLang="en-US" smtClean="0"/>
              <a:t>창작이 아닌 기존 이미지에서 생성하는 것</a:t>
            </a:r>
            <a:r>
              <a:rPr lang="en-US" altLang="ko-KR" smtClean="0"/>
              <a:t>.</a:t>
            </a:r>
          </a:p>
          <a:p>
            <a:pPr lvl="1">
              <a:buFontTx/>
              <a:buChar char="-"/>
            </a:pPr>
            <a:r>
              <a:rPr lang="ko-KR" altLang="en-US" smtClean="0"/>
              <a:t>하루에 </a:t>
            </a:r>
            <a:r>
              <a:rPr lang="en-US" altLang="ko-KR" smtClean="0"/>
              <a:t>3</a:t>
            </a:r>
            <a:r>
              <a:rPr lang="ko-KR" altLang="en-US" smtClean="0"/>
              <a:t>번만 무료</a:t>
            </a:r>
            <a:r>
              <a:rPr lang="en-US" altLang="ko-KR" smtClean="0"/>
              <a:t>… </a:t>
            </a:r>
            <a:r>
              <a:rPr lang="ko-KR" altLang="en-US" smtClean="0"/>
              <a:t>방법만 알면 무료로 무한대 사용 가능한데</a:t>
            </a:r>
            <a:r>
              <a:rPr lang="en-US" altLang="ko-KR" smtClean="0"/>
              <a:t>, </a:t>
            </a:r>
            <a:r>
              <a:rPr lang="ko-KR" altLang="en-US" smtClean="0"/>
              <a:t>방법이 어려움</a:t>
            </a:r>
            <a:endParaRPr lang="en-US" altLang="ko-KR" smtClean="0"/>
          </a:p>
          <a:p>
            <a:pPr lvl="1">
              <a:buFontTx/>
              <a:buChar char="-"/>
            </a:pPr>
            <a:endParaRPr lang="en-US" altLang="ko-KR" smtClean="0"/>
          </a:p>
          <a:p>
            <a:endParaRPr lang="en-US" altLang="ko-KR" smtClean="0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1465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649437"/>
            <a:ext cx="10515600" cy="53559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[</a:t>
            </a:r>
            <a:r>
              <a:rPr lang="ko-KR" altLang="en-US" smtClean="0"/>
              <a:t>선생님이 사용하는 </a:t>
            </a:r>
            <a:r>
              <a:rPr lang="en-US" altLang="ko-KR" smtClean="0"/>
              <a:t>AI]</a:t>
            </a:r>
          </a:p>
          <a:p>
            <a:pPr marL="0" indent="0">
              <a:buNone/>
            </a:pPr>
            <a:endParaRPr lang="en-US" altLang="ko-KR" smtClean="0"/>
          </a:p>
          <a:p>
            <a:pPr marL="0" indent="0">
              <a:buNone/>
            </a:pPr>
            <a:r>
              <a:rPr lang="en-US" altLang="ko-KR" smtClean="0"/>
              <a:t>[</a:t>
            </a:r>
            <a:r>
              <a:rPr lang="ko-KR" altLang="en-US" smtClean="0"/>
              <a:t>무룐데 기능이 강력</a:t>
            </a:r>
            <a:r>
              <a:rPr lang="en-US" altLang="ko-KR" smtClean="0"/>
              <a:t>!] – </a:t>
            </a:r>
            <a:r>
              <a:rPr lang="ko-KR" altLang="en-US" smtClean="0"/>
              <a:t>유료 툴들과 달리 만든 결과물들이 다 비슷비슷한 느낌 </a:t>
            </a:r>
            <a:r>
              <a:rPr lang="en-US" altLang="ko-KR" smtClean="0"/>
              <a:t>/ </a:t>
            </a:r>
            <a:r>
              <a:rPr lang="ko-KR" altLang="en-US" smtClean="0"/>
              <a:t>포스터를 만들 때는 이들을 활용</a:t>
            </a:r>
            <a:r>
              <a:rPr lang="en-US" altLang="ko-KR" smtClean="0"/>
              <a:t>.</a:t>
            </a:r>
          </a:p>
          <a:p>
            <a:pPr>
              <a:buFontTx/>
              <a:buChar char="-"/>
            </a:pPr>
            <a:r>
              <a:rPr lang="ko-KR" altLang="en-US" smtClean="0"/>
              <a:t>구글</a:t>
            </a:r>
            <a:r>
              <a:rPr lang="en-US" altLang="ko-KR"/>
              <a:t> </a:t>
            </a:r>
            <a:r>
              <a:rPr lang="ko-KR" altLang="en-US" smtClean="0"/>
              <a:t>랩 </a:t>
            </a:r>
            <a:r>
              <a:rPr lang="en-US" altLang="ko-KR" smtClean="0"/>
              <a:t>: </a:t>
            </a:r>
            <a:r>
              <a:rPr lang="ko-KR" altLang="en-US" smtClean="0"/>
              <a:t>이미지 </a:t>
            </a:r>
            <a:r>
              <a:rPr lang="en-US" altLang="ko-KR" smtClean="0"/>
              <a:t>fx =&gt; </a:t>
            </a:r>
            <a:r>
              <a:rPr lang="ko-KR" altLang="en-US" smtClean="0"/>
              <a:t>다음에 쓰려면 다운로드 필수</a:t>
            </a:r>
            <a:endParaRPr lang="en-US" altLang="ko-KR" smtClean="0"/>
          </a:p>
          <a:p>
            <a:r>
              <a:rPr lang="en-US" altLang="ko-KR" smtClean="0"/>
              <a:t>Whisk : </a:t>
            </a:r>
            <a:r>
              <a:rPr lang="ko-KR" altLang="en-US" smtClean="0"/>
              <a:t>등장인물</a:t>
            </a:r>
            <a:r>
              <a:rPr lang="en-US" altLang="ko-KR" smtClean="0"/>
              <a:t>, </a:t>
            </a:r>
            <a:r>
              <a:rPr lang="ko-KR" altLang="en-US" smtClean="0"/>
              <a:t>피사체</a:t>
            </a:r>
            <a:r>
              <a:rPr lang="en-US" altLang="ko-KR" smtClean="0"/>
              <a:t>, </a:t>
            </a:r>
            <a:r>
              <a:rPr lang="ko-KR" altLang="en-US" smtClean="0"/>
              <a:t>배경</a:t>
            </a:r>
            <a:r>
              <a:rPr lang="en-US" altLang="ko-KR" smtClean="0"/>
              <a:t>, </a:t>
            </a:r>
            <a:r>
              <a:rPr lang="ko-KR" altLang="en-US" smtClean="0"/>
              <a:t>스타일</a:t>
            </a:r>
            <a:r>
              <a:rPr lang="en-US" altLang="ko-KR" smtClean="0"/>
              <a:t>(</a:t>
            </a:r>
            <a:r>
              <a:rPr lang="ko-KR" altLang="en-US" smtClean="0"/>
              <a:t>거부하는 게 많다</a:t>
            </a:r>
            <a:r>
              <a:rPr lang="en-US" altLang="ko-KR" smtClean="0"/>
              <a:t>) </a:t>
            </a:r>
          </a:p>
          <a:p>
            <a:pPr lvl="1"/>
            <a:r>
              <a:rPr lang="ko-KR" altLang="en-US" smtClean="0"/>
              <a:t>하루에 </a:t>
            </a:r>
            <a:r>
              <a:rPr lang="en-US" altLang="ko-KR" smtClean="0"/>
              <a:t>50</a:t>
            </a:r>
            <a:r>
              <a:rPr lang="ko-KR" altLang="en-US" smtClean="0"/>
              <a:t>번</a:t>
            </a:r>
            <a:endParaRPr lang="en-US" altLang="ko-KR"/>
          </a:p>
          <a:p>
            <a:endParaRPr lang="en-US" altLang="ko-KR" smtClean="0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2799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76" y="113611"/>
            <a:ext cx="11788048" cy="663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933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295</Words>
  <Application>Microsoft Office PowerPoint</Application>
  <PresentationFormat>와이드스크린</PresentationFormat>
  <Paragraphs>58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OFFICE</cp:lastModifiedBy>
  <cp:revision>6</cp:revision>
  <dcterms:created xsi:type="dcterms:W3CDTF">2026-01-12T05:12:27Z</dcterms:created>
  <dcterms:modified xsi:type="dcterms:W3CDTF">2026-01-12T06:50:45Z</dcterms:modified>
</cp:coreProperties>
</file>