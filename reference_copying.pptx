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306" r:id="rId9"/>
    <p:sldId id="309" r:id="rId10"/>
    <p:sldId id="310" r:id="rId11"/>
    <p:sldId id="316" r:id="rId12"/>
    <p:sldId id="321" r:id="rId13"/>
    <p:sldId id="317" r:id="rId14"/>
    <p:sldId id="326" r:id="rId15"/>
    <p:sldId id="327" r:id="rId16"/>
    <p:sldId id="318" r:id="rId17"/>
    <p:sldId id="319" r:id="rId18"/>
    <p:sldId id="320" r:id="rId19"/>
    <p:sldId id="315" r:id="rId20"/>
    <p:sldId id="311" r:id="rId21"/>
    <p:sldId id="313" r:id="rId22"/>
    <p:sldId id="312" r:id="rId23"/>
    <p:sldId id="299" r:id="rId24"/>
    <p:sldId id="314" r:id="rId25"/>
  </p:sldIdLst>
  <p:sldSz cx="9144000" cy="6858000" type="screen4x3"/>
  <p:notesSz cx="6858000" cy="9144000"/>
  <p:embeddedFontLst>
    <p:embeddedFont>
      <p:font typeface="GalmuriMono7 Regular" panose="020B0503020202000000" pitchFamily="50" charset="-127"/>
      <p:regular r:id="rId27"/>
    </p:embeddedFont>
    <p:embeddedFont>
      <p:font typeface="Calibri" panose="020F0502020204030204" pitchFamily="34" charset="0"/>
      <p:regular r:id="rId28"/>
      <p:bold r:id="rId29"/>
      <p:italic r:id="rId30"/>
      <p:boldItalic r:id="rId31"/>
    </p:embeddedFont>
    <p:embeddedFont>
      <p:font typeface="맑은 고딕" panose="020B0503020000020004" pitchFamily="50" charset="-127"/>
      <p:regular r:id="rId32"/>
      <p:bold r:id="rId33"/>
    </p:embeddedFont>
    <p:embeddedFont>
      <p:font typeface="Yu Gothic UI" panose="020B0500000000000000" pitchFamily="34" charset="-128"/>
      <p:regular r:id="rId34"/>
      <p:bold r:id="rId35"/>
    </p:embeddedFont>
    <p:embeddedFont>
      <p:font typeface="KoddiUD 온고딕 Regular" panose="020B0503000000000000" pitchFamily="50" charset="-127"/>
      <p:regular r:id="rId36"/>
    </p:embeddedFont>
    <p:embeddedFont>
      <p:font typeface="넥슨Lv2고딕 OTF Light" panose="00000300000000000000" pitchFamily="50" charset="-127"/>
      <p:regular r:id="rId3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DF1"/>
    <a:srgbClr val="1E0D20"/>
    <a:srgbClr val="496F78"/>
    <a:srgbClr val="767779"/>
    <a:srgbClr val="8B5587"/>
    <a:srgbClr val="FCE891"/>
    <a:srgbClr val="EB657E"/>
    <a:srgbClr val="545455"/>
    <a:srgbClr val="FFFFFF"/>
    <a:srgbClr val="B9C2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2870" dt="2026-01-22T20:17:19.6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714" y="486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">
      <pc:chgData name="musukie52@gmail.com" userId="017bd91f96aa8751" providerId="LiveId" clId="{5B2C3894-F97E-4CAB-8812-5BB4D83AAC6A}" dt="2026-01-22T20:17:58.260" v="16847" actId="732"/>
      <pc:docMkLst>
        <pc:docMk/>
      </pc:docMkLst>
      <pc:sldChg chg="addSp delSp modSp mod">
        <pc:chgData name="musukie52@gmail.com" userId="017bd91f96aa8751" providerId="LiveId" clId="{5B2C3894-F97E-4CAB-8812-5BB4D83AAC6A}" dt="2026-01-22T14:16:33.891" v="6876" actId="1076"/>
        <pc:sldMkLst>
          <pc:docMk/>
          <pc:sldMk cId="761492686" sldId="296"/>
        </pc:sldMkLst>
        <pc:spChg chg="add mod">
          <ac:chgData name="musukie52@gmail.com" userId="017bd91f96aa8751" providerId="LiveId" clId="{5B2C3894-F97E-4CAB-8812-5BB4D83AAC6A}" dt="2026-01-22T14:16:31.741" v="6875" actId="1076"/>
          <ac:spMkLst>
            <pc:docMk/>
            <pc:sldMk cId="761492686" sldId="296"/>
            <ac:spMk id="2" creationId="{6FE70AED-C309-3CCB-1508-5684C7C8581D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3" creationId="{1B2F219D-23C8-8079-1495-381B82B71E8D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5" creationId="{5C5DA784-FC79-FE71-71BA-4EA1E2F7DB05}"/>
          </ac:spMkLst>
        </pc:spChg>
        <pc:spChg chg="add mod">
          <ac:chgData name="musukie52@gmail.com" userId="017bd91f96aa8751" providerId="LiveId" clId="{5B2C3894-F97E-4CAB-8812-5BB4D83AAC6A}" dt="2026-01-22T14:16:16.163" v="6870" actId="1076"/>
          <ac:spMkLst>
            <pc:docMk/>
            <pc:sldMk cId="761492686" sldId="296"/>
            <ac:spMk id="6" creationId="{787AFFA3-2520-71C1-10AD-6CBED69BAA57}"/>
          </ac:spMkLst>
        </pc:spChg>
        <pc:spChg chg="add mod">
          <ac:chgData name="musukie52@gmail.com" userId="017bd91f96aa8751" providerId="LiveId" clId="{5B2C3894-F97E-4CAB-8812-5BB4D83AAC6A}" dt="2026-01-22T14:16:23.056" v="6871" actId="1076"/>
          <ac:spMkLst>
            <pc:docMk/>
            <pc:sldMk cId="761492686" sldId="296"/>
            <ac:spMk id="7" creationId="{312D6613-FF00-9879-F543-3A92FF019B7C}"/>
          </ac:spMkLst>
        </pc:spChg>
        <pc:spChg chg="add mod">
          <ac:chgData name="musukie52@gmail.com" userId="017bd91f96aa8751" providerId="LiveId" clId="{5B2C3894-F97E-4CAB-8812-5BB4D83AAC6A}" dt="2026-01-22T14:16:27.751" v="6873" actId="1076"/>
          <ac:spMkLst>
            <pc:docMk/>
            <pc:sldMk cId="761492686" sldId="296"/>
            <ac:spMk id="8" creationId="{6B4F61F5-DA99-0C9C-AC84-8443034F2E85}"/>
          </ac:spMkLst>
        </pc:spChg>
        <pc:spChg chg="add mod">
          <ac:chgData name="musukie52@gmail.com" userId="017bd91f96aa8751" providerId="LiveId" clId="{5B2C3894-F97E-4CAB-8812-5BB4D83AAC6A}" dt="2026-01-22T14:16:25.682" v="6872" actId="1076"/>
          <ac:spMkLst>
            <pc:docMk/>
            <pc:sldMk cId="761492686" sldId="296"/>
            <ac:spMk id="9" creationId="{3365DE8A-45BB-4E56-62F1-2A70847F5C2B}"/>
          </ac:spMkLst>
        </pc:spChg>
        <pc:spChg chg="add mod">
          <ac:chgData name="musukie52@gmail.com" userId="017bd91f96aa8751" providerId="LiveId" clId="{5B2C3894-F97E-4CAB-8812-5BB4D83AAC6A}" dt="2026-01-22T14:16:33.891" v="6876" actId="1076"/>
          <ac:spMkLst>
            <pc:docMk/>
            <pc:sldMk cId="761492686" sldId="296"/>
            <ac:spMk id="10" creationId="{BEF1783F-2AE1-0C97-DFAA-FA0813AF8175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11" creationId="{2CF5622E-26DB-6B4C-F395-E6E6D8D12B83}"/>
          </ac:spMkLst>
        </pc:spChg>
        <pc:spChg chg="del">
          <ac:chgData name="musukie52@gmail.com" userId="017bd91f96aa8751" providerId="LiveId" clId="{5B2C3894-F97E-4CAB-8812-5BB4D83AAC6A}" dt="2026-01-22T14:16:01.230" v="6866" actId="478"/>
          <ac:spMkLst>
            <pc:docMk/>
            <pc:sldMk cId="761492686" sldId="296"/>
            <ac:spMk id="3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3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42.821" v="6804" actId="478"/>
          <ac:spMkLst>
            <pc:docMk/>
            <pc:sldMk cId="761492686" sldId="296"/>
            <ac:spMk id="3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3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3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39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4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4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4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42.821" v="6804" actId="478"/>
          <ac:spMkLst>
            <pc:docMk/>
            <pc:sldMk cId="761492686" sldId="296"/>
            <ac:spMk id="4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addSp delSp modSp mod">
        <pc:chgData name="musukie52@gmail.com" userId="017bd91f96aa8751" providerId="LiveId" clId="{5B2C3894-F97E-4CAB-8812-5BB4D83AAC6A}" dt="2026-01-22T15:23:07.617" v="8017" actId="692"/>
        <pc:sldMkLst>
          <pc:docMk/>
          <pc:sldMk cId="571944720" sldId="297"/>
        </pc:sldMkLst>
        <pc:spChg chg="mod ord">
          <ac:chgData name="musukie52@gmail.com" userId="017bd91f96aa8751" providerId="LiveId" clId="{5B2C3894-F97E-4CAB-8812-5BB4D83AAC6A}" dt="2026-01-22T14:35:19.171" v="7215" actId="167"/>
          <ac:spMkLst>
            <pc:docMk/>
            <pc:sldMk cId="571944720" sldId="297"/>
            <ac:spMk id="2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48.473" v="6805" actId="478"/>
          <ac:spMkLst>
            <pc:docMk/>
            <pc:sldMk cId="571944720" sldId="297"/>
            <ac:spMk id="5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48.473" v="6805" actId="478"/>
          <ac:spMkLst>
            <pc:docMk/>
            <pc:sldMk cId="571944720" sldId="297"/>
            <ac:spMk id="6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16.787" v="5019" actId="2711"/>
          <ac:spMkLst>
            <pc:docMk/>
            <pc:sldMk cId="571944720" sldId="297"/>
            <ac:spMk id="6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22.646" v="5020" actId="14100"/>
          <ac:spMkLst>
            <pc:docMk/>
            <pc:sldMk cId="571944720" sldId="297"/>
            <ac:spMk id="6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16.787" v="5019" actId="2711"/>
          <ac:spMkLst>
            <pc:docMk/>
            <pc:sldMk cId="571944720" sldId="297"/>
            <ac:spMk id="6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25.687" v="5021" actId="14100"/>
          <ac:spMkLst>
            <pc:docMk/>
            <pc:sldMk cId="571944720" sldId="297"/>
            <ac:spMk id="6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5:23:07.617" v="8017" actId="692"/>
          <ac:spMkLst>
            <pc:docMk/>
            <pc:sldMk cId="571944720" sldId="297"/>
            <ac:spMk id="7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3:39.589" v="5062" actId="1076"/>
          <ac:spMkLst>
            <pc:docMk/>
            <pc:sldMk cId="571944720" sldId="297"/>
            <ac:spMk id="77" creationId="{00000000-0000-0000-0000-000000000000}"/>
          </ac:spMkLst>
        </pc:spChg>
        <pc:picChg chg="add del mod">
          <ac:chgData name="musukie52@gmail.com" userId="017bd91f96aa8751" providerId="LiveId" clId="{5B2C3894-F97E-4CAB-8812-5BB4D83AAC6A}" dt="2026-01-22T14:34:11.079" v="7189" actId="478"/>
          <ac:picMkLst>
            <pc:docMk/>
            <pc:sldMk cId="571944720" sldId="297"/>
            <ac:picMk id="2" creationId="{10AEE44A-3534-6A15-73BC-3A5B305C136E}"/>
          </ac:picMkLst>
        </pc:picChg>
        <pc:picChg chg="add mod ord">
          <ac:chgData name="musukie52@gmail.com" userId="017bd91f96aa8751" providerId="LiveId" clId="{5B2C3894-F97E-4CAB-8812-5BB4D83AAC6A}" dt="2026-01-22T14:35:58.812" v="7238" actId="1035"/>
          <ac:picMkLst>
            <pc:docMk/>
            <pc:sldMk cId="571944720" sldId="297"/>
            <ac:picMk id="3" creationId="{9394E205-494A-0381-AEC8-D3425B3B1BCE}"/>
          </ac:picMkLst>
        </pc:picChg>
        <pc:picChg chg="add del mod ord">
          <ac:chgData name="musukie52@gmail.com" userId="017bd91f96aa8751" providerId="LiveId" clId="{5B2C3894-F97E-4CAB-8812-5BB4D83AAC6A}" dt="2026-01-22T14:32:00.190" v="7153" actId="478"/>
          <ac:picMkLst>
            <pc:docMk/>
            <pc:sldMk cId="571944720" sldId="297"/>
            <ac:picMk id="5" creationId="{E14CF1CF-09C5-D69A-F510-EB2723501FCE}"/>
          </ac:picMkLst>
        </pc:picChg>
        <pc:picChg chg="del">
          <ac:chgData name="musukie52@gmail.com" userId="017bd91f96aa8751" providerId="LiveId" clId="{5B2C3894-F97E-4CAB-8812-5BB4D83AAC6A}" dt="2026-01-22T12:17:27.357" v="4969" actId="478"/>
          <ac:picMkLst>
            <pc:docMk/>
            <pc:sldMk cId="571944720" sldId="297"/>
            <ac:picMk id="72" creationId="{00000000-0000-0000-0000-000000000000}"/>
          </ac:picMkLst>
        </pc:picChg>
        <pc:picChg chg="mod modCrop">
          <ac:chgData name="musukie52@gmail.com" userId="017bd91f96aa8751" providerId="LiveId" clId="{5B2C3894-F97E-4CAB-8812-5BB4D83AAC6A}" dt="2026-01-22T12:23:43.113" v="5071" actId="1038"/>
          <ac:picMkLst>
            <pc:docMk/>
            <pc:sldMk cId="571944720" sldId="297"/>
            <ac:picMk id="75" creationId="{00000000-0000-0000-0000-000000000000}"/>
          </ac:picMkLst>
        </pc:picChg>
        <pc:cxnChg chg="mod">
          <ac:chgData name="musukie52@gmail.com" userId="017bd91f96aa8751" providerId="LiveId" clId="{5B2C3894-F97E-4CAB-8812-5BB4D83AAC6A}" dt="2026-01-22T14:39:31.338" v="7253" actId="692"/>
          <ac:cxnSpMkLst>
            <pc:docMk/>
            <pc:sldMk cId="571944720" sldId="297"/>
            <ac:cxnSpMk id="76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2T15:32:13.237" v="8139" actId="167"/>
        <pc:sldMkLst>
          <pc:docMk/>
          <pc:sldMk cId="2178783012" sldId="298"/>
        </pc:sldMkLst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5" creationId="{ADD09290-B820-68CD-38E7-11A61724B4CF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6" creationId="{D6CE7508-E611-EB06-2A61-269F8FDDDA8E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7" creationId="{AA7BDB5F-834D-B040-A6DA-7690E1CCCE0D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8" creationId="{864BD325-1C89-293D-8DDD-C179F38088CE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9" creationId="{ED95C97E-D446-81AB-096F-F006D19B9FA7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0" creationId="{4068AEDC-E7DD-5514-57EB-4780CB2E380E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1" creationId="{59A435BB-15FD-5836-5CA3-614803692E1E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2" creationId="{F076880C-E41D-AC92-0FDB-C806E6C94FCA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3" creationId="{B13C5302-0C00-8E44-24D5-12FB435E4E03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4" creationId="{8DA4C5F2-A373-36CC-C1EF-DCFD204FBE1E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7:45.321" v="5777" actId="14861"/>
          <ac:spMkLst>
            <pc:docMk/>
            <pc:sldMk cId="2178783012" sldId="298"/>
            <ac:spMk id="7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1.549" v="6806" actId="478"/>
          <ac:spMkLst>
            <pc:docMk/>
            <pc:sldMk cId="2178783012" sldId="298"/>
            <ac:spMk id="8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6:58.095" v="5428" actId="1076"/>
          <ac:spMkLst>
            <pc:docMk/>
            <pc:sldMk cId="2178783012" sldId="298"/>
            <ac:spMk id="8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1.549" v="6806" actId="478"/>
          <ac:spMkLst>
            <pc:docMk/>
            <pc:sldMk cId="2178783012" sldId="298"/>
            <ac:spMk id="9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100" creationId="{00000000-0000-0000-0000-000000000000}"/>
          </ac:spMkLst>
        </pc:spChg>
        <pc:grpChg chg="del mod ord">
          <ac:chgData name="musukie52@gmail.com" userId="017bd91f96aa8751" providerId="LiveId" clId="{5B2C3894-F97E-4CAB-8812-5BB4D83AAC6A}" dt="2026-01-22T12:28:50.853" v="6125" actId="478"/>
          <ac:grpSpMkLst>
            <pc:docMk/>
            <pc:sldMk cId="2178783012" sldId="298"/>
            <ac:grpSpMk id="2" creationId="{E16D37AF-902C-84CD-9F12-B0001AEC6DF7}"/>
          </ac:grpSpMkLst>
        </pc:grpChg>
        <pc:picChg chg="add mod ord">
          <ac:chgData name="musukie52@gmail.com" userId="017bd91f96aa8751" providerId="LiveId" clId="{5B2C3894-F97E-4CAB-8812-5BB4D83AAC6A}" dt="2026-01-22T15:32:13.237" v="8139" actId="167"/>
          <ac:picMkLst>
            <pc:docMk/>
            <pc:sldMk cId="2178783012" sldId="298"/>
            <ac:picMk id="16" creationId="{2963627A-7E8B-88C3-A286-1C9433DDE150}"/>
          </ac:picMkLst>
        </pc:picChg>
        <pc:cxnChg chg="add del mod">
          <ac:chgData name="musukie52@gmail.com" userId="017bd91f96aa8751" providerId="LiveId" clId="{5B2C3894-F97E-4CAB-8812-5BB4D83AAC6A}" dt="2026-01-22T12:15:59.858" v="4952" actId="478"/>
          <ac:cxnSpMkLst>
            <pc:docMk/>
            <pc:sldMk cId="2178783012" sldId="298"/>
            <ac:cxnSpMk id="3" creationId="{799AAAC8-ABAC-A8BD-1A08-24628D7F299E}"/>
          </ac:cxnSpMkLst>
        </pc:cxnChg>
        <pc:cxnChg chg="mod">
          <ac:chgData name="musukie52@gmail.com" userId="017bd91f96aa8751" providerId="LiveId" clId="{5B2C3894-F97E-4CAB-8812-5BB4D83AAC6A}" dt="2026-01-22T14:40:03.623" v="7254" actId="692"/>
          <ac:cxnSpMkLst>
            <pc:docMk/>
            <pc:sldMk cId="2178783012" sldId="298"/>
            <ac:cxnSpMk id="91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2T14:34:04.825" v="7188" actId="1076"/>
        <pc:sldMkLst>
          <pc:docMk/>
          <pc:sldMk cId="2845714888" sldId="299"/>
        </pc:sldMkLst>
        <pc:spChg chg="add del mod">
          <ac:chgData name="musukie52@gmail.com" userId="017bd91f96aa8751" providerId="LiveId" clId="{5B2C3894-F97E-4CAB-8812-5BB4D83AAC6A}" dt="2026-01-22T14:15:13.026" v="6859" actId="14100"/>
          <ac:spMkLst>
            <pc:docMk/>
            <pc:sldMk cId="2845714888" sldId="299"/>
            <ac:spMk id="16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4:15:19.888" v="6861" actId="1076"/>
          <ac:spMkLst>
            <pc:docMk/>
            <pc:sldMk cId="2845714888" sldId="299"/>
            <ac:spMk id="23" creationId="{00000000-0000-0000-0000-000000000000}"/>
          </ac:spMkLst>
        </pc:spChg>
        <pc:picChg chg="add mod">
          <ac:chgData name="musukie52@gmail.com" userId="017bd91f96aa8751" providerId="LiveId" clId="{5B2C3894-F97E-4CAB-8812-5BB4D83AAC6A}" dt="2026-01-22T14:15:37.252" v="6863" actId="1076"/>
          <ac:picMkLst>
            <pc:docMk/>
            <pc:sldMk cId="2845714888" sldId="299"/>
            <ac:picMk id="2" creationId="{8BBB28CE-2C65-D529-BBD5-78BEF3069E97}"/>
          </ac:picMkLst>
        </pc:picChg>
        <pc:picChg chg="add mod">
          <ac:chgData name="musukie52@gmail.com" userId="017bd91f96aa8751" providerId="LiveId" clId="{5B2C3894-F97E-4CAB-8812-5BB4D83AAC6A}" dt="2026-01-22T14:34:04.825" v="7188" actId="1076"/>
          <ac:picMkLst>
            <pc:docMk/>
            <pc:sldMk cId="2845714888" sldId="299"/>
            <ac:picMk id="3" creationId="{B6EE5026-B08A-046A-B7CD-82917E47ED8E}"/>
          </ac:picMkLst>
        </pc:picChg>
        <pc:picChg chg="add mod modCrop">
          <ac:chgData name="musukie52@gmail.com" userId="017bd91f96aa8751" providerId="LiveId" clId="{5B2C3894-F97E-4CAB-8812-5BB4D83AAC6A}" dt="2026-01-22T14:34:03.719" v="7187" actId="1076"/>
          <ac:picMkLst>
            <pc:docMk/>
            <pc:sldMk cId="2845714888" sldId="299"/>
            <ac:picMk id="24" creationId="{93B92F14-7172-7634-BC1D-7E326F23DE27}"/>
          </ac:picMkLst>
        </pc:picChg>
      </pc:sldChg>
      <pc:sldChg chg="addSp delSp modSp mod">
        <pc:chgData name="musukie52@gmail.com" userId="017bd91f96aa8751" providerId="LiveId" clId="{5B2C3894-F97E-4CAB-8812-5BB4D83AAC6A}" dt="2026-01-22T15:30:46.225" v="8111"/>
        <pc:sldMkLst>
          <pc:docMk/>
          <pc:sldMk cId="2445378882" sldId="301"/>
        </pc:sldMkLst>
        <pc:spChg chg="add 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2" creationId="{DD8A1A92-2DA5-C5F0-AB60-5AAAC0EB3D2C}"/>
          </ac:spMkLst>
        </pc:spChg>
        <pc:spChg chg="add mod">
          <ac:chgData name="musukie52@gmail.com" userId="017bd91f96aa8751" providerId="LiveId" clId="{5B2C3894-F97E-4CAB-8812-5BB4D83AAC6A}" dt="2026-01-22T15:30:46.225" v="8111"/>
          <ac:spMkLst>
            <pc:docMk/>
            <pc:sldMk cId="2445378882" sldId="301"/>
            <ac:spMk id="5" creationId="{097B1BA0-9394-72BF-2073-70B65969EB35}"/>
          </ac:spMkLst>
        </pc:spChg>
        <pc:spChg chg="mod">
          <ac:chgData name="musukie52@gmail.com" userId="017bd91f96aa8751" providerId="LiveId" clId="{5B2C3894-F97E-4CAB-8812-5BB4D83AAC6A}" dt="2026-01-20T09:49:06.594" v="1966" actId="404"/>
          <ac:spMkLst>
            <pc:docMk/>
            <pc:sldMk cId="2445378882" sldId="301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9.745" v="1968" actId="404"/>
          <ac:spMkLst>
            <pc:docMk/>
            <pc:sldMk cId="2445378882" sldId="301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2.886" v="1964" actId="404"/>
          <ac:spMkLst>
            <pc:docMk/>
            <pc:sldMk cId="2445378882" sldId="301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59.504" v="1962" actId="404"/>
          <ac:spMkLst>
            <pc:docMk/>
            <pc:sldMk cId="2445378882" sldId="301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6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10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4.242" v="6807" actId="478"/>
          <ac:spMkLst>
            <pc:docMk/>
            <pc:sldMk cId="2445378882" sldId="301"/>
            <ac:spMk id="10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4.242" v="6807" actId="478"/>
          <ac:spMkLst>
            <pc:docMk/>
            <pc:sldMk cId="2445378882" sldId="301"/>
            <ac:spMk id="109" creationId="{00000000-0000-0000-0000-000000000000}"/>
          </ac:spMkLst>
        </pc:spChg>
        <pc:picChg chg="add mod">
          <ac:chgData name="musukie52@gmail.com" userId="017bd91f96aa8751" providerId="LiveId" clId="{5B2C3894-F97E-4CAB-8812-5BB4D83AAC6A}" dt="2026-01-22T15:29:07.965" v="8069" actId="14100"/>
          <ac:picMkLst>
            <pc:docMk/>
            <pc:sldMk cId="2445378882" sldId="301"/>
            <ac:picMk id="3" creationId="{97EA9894-4FD4-C485-F68A-A8F959F33F00}"/>
          </ac:picMkLst>
        </pc:picChg>
        <pc:picChg chg="add mod ord">
          <ac:chgData name="musukie52@gmail.com" userId="017bd91f96aa8751" providerId="LiveId" clId="{5B2C3894-F97E-4CAB-8812-5BB4D83AAC6A}" dt="2026-01-22T15:29:51.277" v="8076" actId="167"/>
          <ac:picMkLst>
            <pc:docMk/>
            <pc:sldMk cId="2445378882" sldId="301"/>
            <ac:picMk id="4" creationId="{9A857349-5D10-3D35-82F9-28274E9B83F2}"/>
          </ac:picMkLst>
        </pc:picChg>
        <pc:cxnChg chg="add del mod">
          <ac:chgData name="musukie52@gmail.com" userId="017bd91f96aa8751" providerId="LiveId" clId="{5B2C3894-F97E-4CAB-8812-5BB4D83AAC6A}" dt="2026-01-22T15:26:51.614" v="8032" actId="478"/>
          <ac:cxnSpMkLst>
            <pc:docMk/>
            <pc:sldMk cId="2445378882" sldId="301"/>
            <ac:cxnSpMk id="6" creationId="{2963222E-4B15-CE02-907D-DF6A4E13A3A0}"/>
          </ac:cxnSpMkLst>
        </pc:cxnChg>
        <pc:cxnChg chg="mod">
          <ac:chgData name="musukie52@gmail.com" userId="017bd91f96aa8751" providerId="LiveId" clId="{5B2C3894-F97E-4CAB-8812-5BB4D83AAC6A}" dt="2026-01-22T14:40:45.603" v="7262" actId="1036"/>
          <ac:cxnSpMkLst>
            <pc:docMk/>
            <pc:sldMk cId="2445378882" sldId="301"/>
            <ac:cxnSpMk id="98" creationId="{00000000-0000-0000-0000-000000000000}"/>
          </ac:cxnSpMkLst>
        </pc:cxnChg>
      </pc:sldChg>
      <pc:sldChg chg="addSp delSp modSp add mod setBg">
        <pc:chgData name="musukie52@gmail.com" userId="017bd91f96aa8751" providerId="LiveId" clId="{5B2C3894-F97E-4CAB-8812-5BB4D83AAC6A}" dt="2026-01-22T14:13:39.678" v="6803" actId="478"/>
        <pc:sldMkLst>
          <pc:docMk/>
          <pc:sldMk cId="345221784" sldId="303"/>
        </pc:sldMkLst>
        <pc:spChg chg="del">
          <ac:chgData name="musukie52@gmail.com" userId="017bd91f96aa8751" providerId="LiveId" clId="{5B2C3894-F97E-4CAB-8812-5BB4D83AAC6A}" dt="2026-01-22T14:13:39.678" v="6803" actId="478"/>
          <ac:spMkLst>
            <pc:docMk/>
            <pc:sldMk cId="345221784" sldId="303"/>
            <ac:spMk id="36" creationId="{D2C79169-DAB4-9D64-FB5A-BC3EC67BD4A8}"/>
          </ac:spMkLst>
        </pc:spChg>
        <pc:spChg chg="del">
          <ac:chgData name="musukie52@gmail.com" userId="017bd91f96aa8751" providerId="LiveId" clId="{5B2C3894-F97E-4CAB-8812-5BB4D83AAC6A}" dt="2026-01-22T14:13:39.678" v="6803" actId="478"/>
          <ac:spMkLst>
            <pc:docMk/>
            <pc:sldMk cId="345221784" sldId="303"/>
            <ac:spMk id="43" creationId="{B07068B8-C7A0-F287-A809-9D30194A831B}"/>
          </ac:spMkLst>
        </pc:spChg>
        <pc:spChg chg="add del mod topLvl">
          <ac:chgData name="musukie52@gmail.com" userId="017bd91f96aa8751" providerId="LiveId" clId="{5B2C3894-F97E-4CAB-8812-5BB4D83AAC6A}" dt="2026-01-22T13:58:31.961" v="6521" actId="165"/>
          <ac:spMkLst>
            <pc:docMk/>
            <pc:sldMk cId="345221784" sldId="303"/>
            <ac:spMk id="48" creationId="{1FE550B8-E378-85E2-A018-B13765305DE0}"/>
          </ac:spMkLst>
        </pc:spChg>
        <pc:spChg chg="mod topLvl">
          <ac:chgData name="musukie52@gmail.com" userId="017bd91f96aa8751" providerId="LiveId" clId="{5B2C3894-F97E-4CAB-8812-5BB4D83AAC6A}" dt="2026-01-22T14:00:07.445" v="6547" actId="1076"/>
          <ac:spMkLst>
            <pc:docMk/>
            <pc:sldMk cId="345221784" sldId="303"/>
            <ac:spMk id="59" creationId="{83C1D46C-33BD-6A4C-F646-460AE757E10B}"/>
          </ac:spMkLst>
        </pc:spChg>
        <pc:spChg chg="mod topLvl">
          <ac:chgData name="musukie52@gmail.com" userId="017bd91f96aa8751" providerId="LiveId" clId="{5B2C3894-F97E-4CAB-8812-5BB4D83AAC6A}" dt="2026-01-22T13:59:10.086" v="6531" actId="1076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22T13:59:55.079" v="6544" actId="1076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 topLvl">
          <ac:chgData name="musukie52@gmail.com" userId="017bd91f96aa8751" providerId="LiveId" clId="{5B2C3894-F97E-4CAB-8812-5BB4D83AAC6A}" dt="2026-01-22T13:57:52.200" v="6509" actId="165"/>
          <ac:spMkLst>
            <pc:docMk/>
            <pc:sldMk cId="345221784" sldId="303"/>
            <ac:spMk id="71" creationId="{CB0D69BC-BC84-8917-5DF1-3A69AFE9DBE8}"/>
          </ac:spMkLst>
        </pc:spChg>
        <pc:grpChg chg="add del mod">
          <ac:chgData name="musukie52@gmail.com" userId="017bd91f96aa8751" providerId="LiveId" clId="{5B2C3894-F97E-4CAB-8812-5BB4D83AAC6A}" dt="2026-01-22T13:58:31.961" v="6521" actId="165"/>
          <ac:grpSpMkLst>
            <pc:docMk/>
            <pc:sldMk cId="345221784" sldId="303"/>
            <ac:grpSpMk id="56" creationId="{848B0FA3-1CEF-C23B-2533-BB7F2D58C923}"/>
          </ac:grpSpMkLst>
        </pc:grpChg>
        <pc:grpChg chg="add del mod">
          <ac:chgData name="musukie52@gmail.com" userId="017bd91f96aa8751" providerId="LiveId" clId="{5B2C3894-F97E-4CAB-8812-5BB4D83AAC6A}" dt="2026-01-22T13:59:27.206" v="6536" actId="165"/>
          <ac:grpSpMkLst>
            <pc:docMk/>
            <pc:sldMk cId="345221784" sldId="303"/>
            <ac:grpSpMk id="57" creationId="{921860F8-A565-75A9-558B-F89ECB11D877}"/>
          </ac:grpSpMkLst>
        </pc:grpChg>
        <pc:grpChg chg="add del mod">
          <ac:chgData name="musukie52@gmail.com" userId="017bd91f96aa8751" providerId="LiveId" clId="{5B2C3894-F97E-4CAB-8812-5BB4D83AAC6A}" dt="2026-01-22T13:58:43.734" v="6526" actId="165"/>
          <ac:grpSpMkLst>
            <pc:docMk/>
            <pc:sldMk cId="345221784" sldId="303"/>
            <ac:grpSpMk id="60" creationId="{974DF133-7F94-B14A-08A6-CA1CBA5EF309}"/>
          </ac:grpSpMkLst>
        </pc:grpChg>
        <pc:grpChg chg="add del mod">
          <ac:chgData name="musukie52@gmail.com" userId="017bd91f96aa8751" providerId="LiveId" clId="{5B2C3894-F97E-4CAB-8812-5BB4D83AAC6A}" dt="2026-01-22T13:57:52.200" v="6509" actId="165"/>
          <ac:grpSpMkLst>
            <pc:docMk/>
            <pc:sldMk cId="345221784" sldId="303"/>
            <ac:grpSpMk id="69" creationId="{3DB8E796-2A65-0721-EBD8-D7AC60368D8B}"/>
          </ac:grpSpMkLst>
        </pc:grpChg>
        <pc:picChg chg="mod">
          <ac:chgData name="musukie52@gmail.com" userId="017bd91f96aa8751" providerId="LiveId" clId="{5B2C3894-F97E-4CAB-8812-5BB4D83AAC6A}" dt="2026-01-22T13:59:57.711" v="6546" actId="1076"/>
          <ac:picMkLst>
            <pc:docMk/>
            <pc:sldMk cId="345221784" sldId="303"/>
            <ac:picMk id="4" creationId="{BE2884DC-5E16-EAF2-33FC-F0480971CADF}"/>
          </ac:picMkLst>
        </pc:picChg>
        <pc:picChg chg="add mod modCrop">
          <ac:chgData name="musukie52@gmail.com" userId="017bd91f96aa8751" providerId="LiveId" clId="{5B2C3894-F97E-4CAB-8812-5BB4D83AAC6A}" dt="2026-01-22T13:57:44.566" v="6506" actId="1076"/>
          <ac:picMkLst>
            <pc:docMk/>
            <pc:sldMk cId="345221784" sldId="303"/>
            <ac:picMk id="6" creationId="{25BD0088-EA1F-76FE-E0AF-C58BBCD545EC}"/>
          </ac:picMkLst>
        </pc:picChg>
        <pc:picChg chg="add del mod">
          <ac:chgData name="musukie52@gmail.com" userId="017bd91f96aa8751" providerId="LiveId" clId="{5B2C3894-F97E-4CAB-8812-5BB4D83AAC6A}" dt="2026-01-22T13:55:55.288" v="6483" actId="478"/>
          <ac:picMkLst>
            <pc:docMk/>
            <pc:sldMk cId="345221784" sldId="303"/>
            <ac:picMk id="7" creationId="{099DF440-D333-B1CF-5CE8-EB374E7615B4}"/>
          </ac:picMkLst>
        </pc:picChg>
        <pc:picChg chg="add del mod modCrop">
          <ac:chgData name="musukie52@gmail.com" userId="017bd91f96aa8751" providerId="LiveId" clId="{5B2C3894-F97E-4CAB-8812-5BB4D83AAC6A}" dt="2026-01-22T13:57:07.344" v="6497" actId="21"/>
          <ac:picMkLst>
            <pc:docMk/>
            <pc:sldMk cId="345221784" sldId="303"/>
            <ac:picMk id="8" creationId="{B6EE5026-B08A-046A-B7CD-82917E47ED8E}"/>
          </ac:picMkLst>
        </pc:picChg>
        <pc:picChg chg="add del mod modCrop">
          <ac:chgData name="musukie52@gmail.com" userId="017bd91f96aa8751" providerId="LiveId" clId="{5B2C3894-F97E-4CAB-8812-5BB4D83AAC6A}" dt="2026-01-22T13:57:33.827" v="6502" actId="478"/>
          <ac:picMkLst>
            <pc:docMk/>
            <pc:sldMk cId="345221784" sldId="303"/>
            <ac:picMk id="9" creationId="{17921AF5-638E-33C9-FDD2-3E117BF197D4}"/>
          </ac:picMkLst>
        </pc:picChg>
        <pc:picChg chg="add del mod">
          <ac:chgData name="musukie52@gmail.com" userId="017bd91f96aa8751" providerId="LiveId" clId="{5B2C3894-F97E-4CAB-8812-5BB4D83AAC6A}" dt="2026-01-22T13:56:49.955" v="6494" actId="478"/>
          <ac:picMkLst>
            <pc:docMk/>
            <pc:sldMk cId="345221784" sldId="303"/>
            <ac:picMk id="10" creationId="{A2B595A8-975D-734C-5354-735E444FA452}"/>
          </ac:picMkLst>
        </pc:picChg>
        <pc:picChg chg="add mod">
          <ac:chgData name="musukie52@gmail.com" userId="017bd91f96aa8751" providerId="LiveId" clId="{5B2C3894-F97E-4CAB-8812-5BB4D83AAC6A}" dt="2026-01-22T13:58:17.307" v="6517" actId="1076"/>
          <ac:picMkLst>
            <pc:docMk/>
            <pc:sldMk cId="345221784" sldId="303"/>
            <ac:picMk id="11" creationId="{638D4047-2B67-2B3C-DB59-6B95D978C9CC}"/>
          </ac:picMkLst>
        </pc:picChg>
        <pc:picChg chg="add mod">
          <ac:chgData name="musukie52@gmail.com" userId="017bd91f96aa8751" providerId="LiveId" clId="{5B2C3894-F97E-4CAB-8812-5BB4D83AAC6A}" dt="2026-01-22T13:58:27.308" v="6519"/>
          <ac:picMkLst>
            <pc:docMk/>
            <pc:sldMk cId="345221784" sldId="303"/>
            <ac:picMk id="12" creationId="{8F30323D-7A69-9BFD-3EF6-C74060F5BA5D}"/>
          </ac:picMkLst>
        </pc:picChg>
        <pc:picChg chg="add mod">
          <ac:chgData name="musukie52@gmail.com" userId="017bd91f96aa8751" providerId="LiveId" clId="{5B2C3894-F97E-4CAB-8812-5BB4D83AAC6A}" dt="2026-01-22T13:58:39.834" v="6525" actId="1076"/>
          <ac:picMkLst>
            <pc:docMk/>
            <pc:sldMk cId="345221784" sldId="303"/>
            <ac:picMk id="13" creationId="{03C48E0F-ABB0-CE28-1ECF-ADFBB564C8AA}"/>
          </ac:picMkLst>
        </pc:picChg>
        <pc:picChg chg="add mod">
          <ac:chgData name="musukie52@gmail.com" userId="017bd91f96aa8751" providerId="LiveId" clId="{5B2C3894-F97E-4CAB-8812-5BB4D83AAC6A}" dt="2026-01-22T13:59:10.086" v="6531" actId="1076"/>
          <ac:picMkLst>
            <pc:docMk/>
            <pc:sldMk cId="345221784" sldId="303"/>
            <ac:picMk id="14" creationId="{695A39F3-7721-4277-46F0-DCF86A9F14AC}"/>
          </ac:picMkLst>
        </pc:picChg>
        <pc:picChg chg="add mod">
          <ac:chgData name="musukie52@gmail.com" userId="017bd91f96aa8751" providerId="LiveId" clId="{5B2C3894-F97E-4CAB-8812-5BB4D83AAC6A}" dt="2026-01-22T13:59:55.079" v="6544" actId="1076"/>
          <ac:picMkLst>
            <pc:docMk/>
            <pc:sldMk cId="345221784" sldId="303"/>
            <ac:picMk id="15" creationId="{4A18B012-78FA-BC34-5121-A6770A710D13}"/>
          </ac:picMkLst>
        </pc:picChg>
        <pc:picChg chg="add mod">
          <ac:chgData name="musukie52@gmail.com" userId="017bd91f96aa8751" providerId="LiveId" clId="{5B2C3894-F97E-4CAB-8812-5BB4D83AAC6A}" dt="2026-01-22T14:00:07.445" v="6547" actId="1076"/>
          <ac:picMkLst>
            <pc:docMk/>
            <pc:sldMk cId="345221784" sldId="303"/>
            <ac:picMk id="16" creationId="{E1F0E055-96B1-45E0-208A-5AF90DF4545C}"/>
          </ac:picMkLst>
        </pc:picChg>
        <pc:picChg chg="add mod">
          <ac:chgData name="musukie52@gmail.com" userId="017bd91f96aa8751" providerId="LiveId" clId="{5B2C3894-F97E-4CAB-8812-5BB4D83AAC6A}" dt="2026-01-22T13:59:48.790" v="6543" actId="1076"/>
          <ac:picMkLst>
            <pc:docMk/>
            <pc:sldMk cId="345221784" sldId="303"/>
            <ac:picMk id="17" creationId="{8A462B32-A4C8-9B03-D3FD-15A9507276AD}"/>
          </ac:picMkLst>
        </pc:picChg>
        <pc:picChg chg="add del mod ord topLvl modCrop">
          <ac:chgData name="musukie52@gmail.com" userId="017bd91f96aa8751" providerId="LiveId" clId="{5B2C3894-F97E-4CAB-8812-5BB4D83AAC6A}" dt="2026-01-22T13:58:34.011" v="6522" actId="478"/>
          <ac:picMkLst>
            <pc:docMk/>
            <pc:sldMk cId="345221784" sldId="303"/>
            <ac:picMk id="20" creationId="{02725463-47DB-C15F-151D-D92B24EEA9B9}"/>
          </ac:picMkLst>
        </pc:picChg>
        <pc:picChg chg="add del mod">
          <ac:chgData name="musukie52@gmail.com" userId="017bd91f96aa8751" providerId="LiveId" clId="{5B2C3894-F97E-4CAB-8812-5BB4D83AAC6A}" dt="2026-01-22T13:57:36.164" v="6503" actId="478"/>
          <ac:picMkLst>
            <pc:docMk/>
            <pc:sldMk cId="345221784" sldId="303"/>
            <ac:picMk id="21" creationId="{33733B25-6724-057E-0901-DE71EC4CC260}"/>
          </ac:picMkLst>
        </pc:picChg>
        <pc:picChg chg="del mod topLvl">
          <ac:chgData name="musukie52@gmail.com" userId="017bd91f96aa8751" providerId="LiveId" clId="{5B2C3894-F97E-4CAB-8812-5BB4D83AAC6A}" dt="2026-01-22T13:59:30.141" v="6537" actId="478"/>
          <ac:picMkLst>
            <pc:docMk/>
            <pc:sldMk cId="345221784" sldId="303"/>
            <ac:picMk id="58" creationId="{D6B7D724-4437-89AE-7BC1-710294AA98E7}"/>
          </ac:picMkLst>
        </pc:picChg>
        <pc:picChg chg="del mod topLvl">
          <ac:chgData name="musukie52@gmail.com" userId="017bd91f96aa8751" providerId="LiveId" clId="{5B2C3894-F97E-4CAB-8812-5BB4D83AAC6A}" dt="2026-01-22T13:58:45.825" v="6527" actId="478"/>
          <ac:picMkLst>
            <pc:docMk/>
            <pc:sldMk cId="345221784" sldId="303"/>
            <ac:picMk id="61" creationId="{5C3243EE-99DB-0BA3-8622-39FF876183A8}"/>
          </ac:picMkLst>
        </pc:picChg>
        <pc:picChg chg="del mod topLvl">
          <ac:chgData name="musukie52@gmail.com" userId="017bd91f96aa8751" providerId="LiveId" clId="{5B2C3894-F97E-4CAB-8812-5BB4D83AAC6A}" dt="2026-01-22T13:59:16.979" v="6532" actId="478"/>
          <ac:picMkLst>
            <pc:docMk/>
            <pc:sldMk cId="345221784" sldId="303"/>
            <ac:picMk id="64" creationId="{CCF3B127-81D8-CFE2-41F3-1C933D647A1D}"/>
          </ac:picMkLst>
        </pc:picChg>
        <pc:picChg chg="del mod topLvl">
          <ac:chgData name="musukie52@gmail.com" userId="017bd91f96aa8751" providerId="LiveId" clId="{5B2C3894-F97E-4CAB-8812-5BB4D83AAC6A}" dt="2026-01-22T13:59:42.067" v="6540" actId="478"/>
          <ac:picMkLst>
            <pc:docMk/>
            <pc:sldMk cId="345221784" sldId="303"/>
            <ac:picMk id="67" creationId="{42ECD059-2523-559F-BF5B-EB7A3E01A046}"/>
          </ac:picMkLst>
        </pc:picChg>
        <pc:picChg chg="del mod topLvl">
          <ac:chgData name="musukie52@gmail.com" userId="017bd91f96aa8751" providerId="LiveId" clId="{5B2C3894-F97E-4CAB-8812-5BB4D83AAC6A}" dt="2026-01-22T13:57:54.259" v="6510" actId="478"/>
          <ac:picMkLst>
            <pc:docMk/>
            <pc:sldMk cId="345221784" sldId="303"/>
            <ac:picMk id="70" creationId="{3847BB81-4D15-A007-ECA8-5DF05FA4CB5B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14:13:36.224" v="6802" actId="478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22T14:03:18.845" v="6590" actId="1076"/>
          <ac:spMkLst>
            <pc:docMk/>
            <pc:sldMk cId="3964875354" sldId="304"/>
            <ac:spMk id="2" creationId="{11C2F9B5-064A-41E6-5D12-25DAABFEF1C3}"/>
          </ac:spMkLst>
        </pc:spChg>
        <pc:spChg chg="mod">
          <ac:chgData name="musukie52@gmail.com" userId="017bd91f96aa8751" providerId="LiveId" clId="{5B2C3894-F97E-4CAB-8812-5BB4D83AAC6A}" dt="2026-01-22T14:03:18.845" v="6590" actId="1076"/>
          <ac:spMkLst>
            <pc:docMk/>
            <pc:sldMk cId="3964875354" sldId="304"/>
            <ac:spMk id="3" creationId="{508ECA50-C85F-86F0-550A-BFBB6F51F87E}"/>
          </ac:spMkLst>
        </pc:spChg>
        <pc:spChg chg="del">
          <ac:chgData name="musukie52@gmail.com" userId="017bd91f96aa8751" providerId="LiveId" clId="{5B2C3894-F97E-4CAB-8812-5BB4D83AAC6A}" dt="2026-01-22T14:13:36.224" v="6802" actId="478"/>
          <ac:spMkLst>
            <pc:docMk/>
            <pc:sldMk cId="3964875354" sldId="304"/>
            <ac:spMk id="36" creationId="{E8931E9B-1BA8-915E-A000-BC7A87AA1CCE}"/>
          </ac:spMkLst>
        </pc:spChg>
        <pc:spChg chg="del">
          <ac:chgData name="musukie52@gmail.com" userId="017bd91f96aa8751" providerId="LiveId" clId="{5B2C3894-F97E-4CAB-8812-5BB4D83AAC6A}" dt="2026-01-22T14:13:36.224" v="6802" actId="478"/>
          <ac:spMkLst>
            <pc:docMk/>
            <pc:sldMk cId="3964875354" sldId="304"/>
            <ac:spMk id="43" creationId="{ED56128E-7C35-E4C8-C431-87F86AD4ECD7}"/>
          </ac:spMkLst>
        </pc:spChg>
        <pc:spChg chg="mod topLvl">
          <ac:chgData name="musukie52@gmail.com" userId="017bd91f96aa8751" providerId="LiveId" clId="{5B2C3894-F97E-4CAB-8812-5BB4D83AAC6A}" dt="2026-01-22T14:02:25.509" v="6579" actId="1076"/>
          <ac:spMkLst>
            <pc:docMk/>
            <pc:sldMk cId="3964875354" sldId="304"/>
            <ac:spMk id="59" creationId="{DC7C627C-3BBE-F050-C729-EEE5D076E391}"/>
          </ac:spMkLst>
        </pc:spChg>
        <pc:spChg chg="mod topLvl">
          <ac:chgData name="musukie52@gmail.com" userId="017bd91f96aa8751" providerId="LiveId" clId="{5B2C3894-F97E-4CAB-8812-5BB4D83AAC6A}" dt="2026-01-22T14:01:51.717" v="6568" actId="1076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22T14:02:08.046" v="6573" actId="1076"/>
          <ac:spMkLst>
            <pc:docMk/>
            <pc:sldMk cId="3964875354" sldId="304"/>
            <ac:spMk id="65" creationId="{78EFF843-7B55-04D3-AC37-122615118C8E}"/>
          </ac:spMkLst>
        </pc:spChg>
        <pc:grpChg chg="del mod">
          <ac:chgData name="musukie52@gmail.com" userId="017bd91f96aa8751" providerId="LiveId" clId="{5B2C3894-F97E-4CAB-8812-5BB4D83AAC6A}" dt="2026-01-22T14:02:13.397" v="6574" actId="165"/>
          <ac:grpSpMkLst>
            <pc:docMk/>
            <pc:sldMk cId="3964875354" sldId="304"/>
            <ac:grpSpMk id="57" creationId="{0260E40B-12E2-0ED8-7A33-4B6851E896F6}"/>
          </ac:grpSpMkLst>
        </pc:grpChg>
        <pc:grpChg chg="add del">
          <ac:chgData name="musukie52@gmail.com" userId="017bd91f96aa8751" providerId="LiveId" clId="{5B2C3894-F97E-4CAB-8812-5BB4D83AAC6A}" dt="2026-01-22T14:01:34.595" v="6563" actId="165"/>
          <ac:grpSpMkLst>
            <pc:docMk/>
            <pc:sldMk cId="3964875354" sldId="304"/>
            <ac:grpSpMk id="60" creationId="{6434054D-289D-4E52-BBA0-90ABF273A105}"/>
          </ac:grpSpMkLst>
        </pc:grpChg>
        <pc:picChg chg="ord">
          <ac:chgData name="musukie52@gmail.com" userId="017bd91f96aa8751" providerId="LiveId" clId="{5B2C3894-F97E-4CAB-8812-5BB4D83AAC6A}" dt="2026-01-22T14:01:28.011" v="6560" actId="167"/>
          <ac:picMkLst>
            <pc:docMk/>
            <pc:sldMk cId="3964875354" sldId="304"/>
            <ac:picMk id="4" creationId="{7343678C-FC41-0834-7E95-F3BAB4AD9DF9}"/>
          </ac:picMkLst>
        </pc:picChg>
        <pc:picChg chg="add del mod">
          <ac:chgData name="musukie52@gmail.com" userId="017bd91f96aa8751" providerId="LiveId" clId="{5B2C3894-F97E-4CAB-8812-5BB4D83AAC6A}" dt="2026-01-22T12:17:15.055" v="4964" actId="21"/>
          <ac:picMkLst>
            <pc:docMk/>
            <pc:sldMk cId="3964875354" sldId="304"/>
            <ac:picMk id="5" creationId="{E14CF1CF-09C5-D69A-F510-EB2723501FCE}"/>
          </ac:picMkLst>
        </pc:picChg>
        <pc:picChg chg="add mod">
          <ac:chgData name="musukie52@gmail.com" userId="017bd91f96aa8751" providerId="LiveId" clId="{5B2C3894-F97E-4CAB-8812-5BB4D83AAC6A}" dt="2026-01-22T14:01:51.717" v="6568" actId="1076"/>
          <ac:picMkLst>
            <pc:docMk/>
            <pc:sldMk cId="3964875354" sldId="304"/>
            <ac:picMk id="6" creationId="{B90B8727-3034-51B5-3AB7-0EE290A568F8}"/>
          </ac:picMkLst>
        </pc:picChg>
        <pc:picChg chg="add mod modCrop">
          <ac:chgData name="musukie52@gmail.com" userId="017bd91f96aa8751" providerId="LiveId" clId="{5B2C3894-F97E-4CAB-8812-5BB4D83AAC6A}" dt="2026-01-22T14:03:18.845" v="6590" actId="1076"/>
          <ac:picMkLst>
            <pc:docMk/>
            <pc:sldMk cId="3964875354" sldId="304"/>
            <ac:picMk id="7" creationId="{BE6E7C05-FF37-A6D5-C176-E370B8E1752C}"/>
          </ac:picMkLst>
        </pc:picChg>
        <pc:picChg chg="add mod">
          <ac:chgData name="musukie52@gmail.com" userId="017bd91f96aa8751" providerId="LiveId" clId="{5B2C3894-F97E-4CAB-8812-5BB4D83AAC6A}" dt="2026-01-22T14:02:08.046" v="6573" actId="1076"/>
          <ac:picMkLst>
            <pc:docMk/>
            <pc:sldMk cId="3964875354" sldId="304"/>
            <ac:picMk id="8" creationId="{84CF9996-6D79-EA2B-A534-198CEFC5B2D7}"/>
          </ac:picMkLst>
        </pc:picChg>
        <pc:picChg chg="add mod">
          <ac:chgData name="musukie52@gmail.com" userId="017bd91f96aa8751" providerId="LiveId" clId="{5B2C3894-F97E-4CAB-8812-5BB4D83AAC6A}" dt="2026-01-22T14:02:25.509" v="6579" actId="1076"/>
          <ac:picMkLst>
            <pc:docMk/>
            <pc:sldMk cId="3964875354" sldId="304"/>
            <ac:picMk id="9" creationId="{CD23FA49-40C2-84E4-FA8C-0883736DDD1A}"/>
          </ac:picMkLst>
        </pc:picChg>
        <pc:picChg chg="del">
          <ac:chgData name="musukie52@gmail.com" userId="017bd91f96aa8751" providerId="LiveId" clId="{5B2C3894-F97E-4CAB-8812-5BB4D83AAC6A}" dt="2026-01-22T14:00:22.800" v="6548" actId="478"/>
          <ac:picMkLst>
            <pc:docMk/>
            <pc:sldMk cId="3964875354" sldId="304"/>
            <ac:picMk id="21" creationId="{7E0B5589-F467-FF99-3947-B54BA912117B}"/>
          </ac:picMkLst>
        </pc:picChg>
        <pc:picChg chg="del mod topLvl">
          <ac:chgData name="musukie52@gmail.com" userId="017bd91f96aa8751" providerId="LiveId" clId="{5B2C3894-F97E-4CAB-8812-5BB4D83AAC6A}" dt="2026-01-22T14:02:15.714" v="6575" actId="478"/>
          <ac:picMkLst>
            <pc:docMk/>
            <pc:sldMk cId="3964875354" sldId="304"/>
            <ac:picMk id="58" creationId="{7F394440-82E5-625C-7607-2717C18FFD4C}"/>
          </ac:picMkLst>
        </pc:picChg>
        <pc:picChg chg="del mod topLvl">
          <ac:chgData name="musukie52@gmail.com" userId="017bd91f96aa8751" providerId="LiveId" clId="{5B2C3894-F97E-4CAB-8812-5BB4D83AAC6A}" dt="2026-01-22T14:01:37.204" v="6564" actId="478"/>
          <ac:picMkLst>
            <pc:docMk/>
            <pc:sldMk cId="3964875354" sldId="304"/>
            <ac:picMk id="61" creationId="{66BA6561-AE0A-30B9-4A64-97BBFB918DF9}"/>
          </ac:picMkLst>
        </pc:picChg>
        <pc:picChg chg="del mod">
          <ac:chgData name="musukie52@gmail.com" userId="017bd91f96aa8751" providerId="LiveId" clId="{5B2C3894-F97E-4CAB-8812-5BB4D83AAC6A}" dt="2026-01-22T14:01:56.129" v="6569" actId="478"/>
          <ac:picMkLst>
            <pc:docMk/>
            <pc:sldMk cId="3964875354" sldId="304"/>
            <ac:picMk id="64" creationId="{A3CBF68A-AA67-AD34-A80D-71ABAA55D1AB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14:30:48.672" v="7151" actId="1076"/>
        <pc:sldMkLst>
          <pc:docMk/>
          <pc:sldMk cId="48787319" sldId="305"/>
        </pc:sldMkLst>
        <pc:spChg chg="add del mod ord">
          <ac:chgData name="musukie52@gmail.com" userId="017bd91f96aa8751" providerId="LiveId" clId="{5B2C3894-F97E-4CAB-8812-5BB4D83AAC6A}" dt="2026-01-22T14:22:55.414" v="7052" actId="478"/>
          <ac:spMkLst>
            <pc:docMk/>
            <pc:sldMk cId="48787319" sldId="305"/>
            <ac:spMk id="4" creationId="{CB14E3BC-0E90-C284-6E17-BE503571864E}"/>
          </ac:spMkLst>
        </pc:spChg>
        <pc:spChg chg="add del mod">
          <ac:chgData name="musukie52@gmail.com" userId="017bd91f96aa8751" providerId="LiveId" clId="{5B2C3894-F97E-4CAB-8812-5BB4D83AAC6A}" dt="2026-01-22T14:22:56.242" v="7053" actId="478"/>
          <ac:spMkLst>
            <pc:docMk/>
            <pc:sldMk cId="48787319" sldId="305"/>
            <ac:spMk id="5" creationId="{80BAE212-97A5-5DE9-577E-3DD394144055}"/>
          </ac:spMkLst>
        </pc:spChg>
        <pc:spChg chg="add del mod">
          <ac:chgData name="musukie52@gmail.com" userId="017bd91f96aa8751" providerId="LiveId" clId="{5B2C3894-F97E-4CAB-8812-5BB4D83AAC6A}" dt="2026-01-22T14:26:23.103" v="7099" actId="478"/>
          <ac:spMkLst>
            <pc:docMk/>
            <pc:sldMk cId="48787319" sldId="305"/>
            <ac:spMk id="6" creationId="{61686624-E2E5-5F23-7A37-6377E84EB1A3}"/>
          </ac:spMkLst>
        </pc:spChg>
        <pc:spChg chg="add mod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0" creationId="{3DE1BC92-6CC4-A0EF-7C5A-4C936D3A5EF9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6" creationId="{154F65EA-554E-E43B-F80F-AC07F558543E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9" creationId="{0CD35147-4E12-C4B4-B288-F1BF52826D58}"/>
          </ac:spMkLst>
        </pc:spChg>
        <pc:spChg chg="add del mod topLvl">
          <ac:chgData name="musukie52@gmail.com" userId="017bd91f96aa8751" providerId="LiveId" clId="{5B2C3894-F97E-4CAB-8812-5BB4D83AAC6A}" dt="2026-01-22T14:30:41.680" v="7149" actId="478"/>
          <ac:spMkLst>
            <pc:docMk/>
            <pc:sldMk cId="48787319" sldId="305"/>
            <ac:spMk id="24" creationId="{D5B3C35F-D918-EF0E-4ABC-E4EB6275C5A1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27" creationId="{834438C7-4EF4-921C-3974-B5893E752EE3}"/>
          </ac:spMkLst>
        </pc:spChg>
        <pc:spChg chg="mod topLvl">
          <ac:chgData name="musukie52@gmail.com" userId="017bd91f96aa8751" providerId="LiveId" clId="{5B2C3894-F97E-4CAB-8812-5BB4D83AAC6A}" dt="2026-01-22T14:22:33.493" v="7042" actId="164"/>
          <ac:spMkLst>
            <pc:docMk/>
            <pc:sldMk cId="48787319" sldId="305"/>
            <ac:spMk id="28" creationId="{4143E36B-5703-E77F-F484-DB8C5CB733C7}"/>
          </ac:spMkLst>
        </pc:spChg>
        <pc:spChg chg="mod topLvl">
          <ac:chgData name="musukie52@gmail.com" userId="017bd91f96aa8751" providerId="LiveId" clId="{5B2C3894-F97E-4CAB-8812-5BB4D83AAC6A}" dt="2026-01-22T14:22:33.493" v="7042" actId="164"/>
          <ac:spMkLst>
            <pc:docMk/>
            <pc:sldMk cId="48787319" sldId="305"/>
            <ac:spMk id="30" creationId="{F55228CA-DF5D-D741-E2B9-EEAC3605653B}"/>
          </ac:spMkLst>
        </pc:spChg>
        <pc:spChg chg="del">
          <ac:chgData name="musukie52@gmail.com" userId="017bd91f96aa8751" providerId="LiveId" clId="{5B2C3894-F97E-4CAB-8812-5BB4D83AAC6A}" dt="2026-01-22T14:13:28.538" v="6801" actId="478"/>
          <ac:spMkLst>
            <pc:docMk/>
            <pc:sldMk cId="48787319" sldId="305"/>
            <ac:spMk id="36" creationId="{403E5E74-FAD1-5C8C-3B00-CF87430D8219}"/>
          </ac:spMkLst>
        </pc:spChg>
        <pc:spChg chg="del">
          <ac:chgData name="musukie52@gmail.com" userId="017bd91f96aa8751" providerId="LiveId" clId="{5B2C3894-F97E-4CAB-8812-5BB4D83AAC6A}" dt="2026-01-22T14:13:28.538" v="6801" actId="478"/>
          <ac:spMkLst>
            <pc:docMk/>
            <pc:sldMk cId="48787319" sldId="305"/>
            <ac:spMk id="43" creationId="{86714CA8-C82B-9197-6798-498389C8DC3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grpChg chg="del">
          <ac:chgData name="musukie52@gmail.com" userId="017bd91f96aa8751" providerId="LiveId" clId="{5B2C3894-F97E-4CAB-8812-5BB4D83AAC6A}" dt="2026-01-22T14:03:37.114" v="6591" actId="478"/>
          <ac:grpSpMkLst>
            <pc:docMk/>
            <pc:sldMk cId="48787319" sldId="305"/>
            <ac:grpSpMk id="2" creationId="{00000000-0000-0000-0000-000000000000}"/>
          </ac:grpSpMkLst>
        </pc:grpChg>
        <pc:grpChg chg="add del mod">
          <ac:chgData name="musukie52@gmail.com" userId="017bd91f96aa8751" providerId="LiveId" clId="{5B2C3894-F97E-4CAB-8812-5BB4D83AAC6A}" dt="2026-01-22T14:10:34.732" v="6768" actId="165"/>
          <ac:grpSpMkLst>
            <pc:docMk/>
            <pc:sldMk cId="48787319" sldId="305"/>
            <ac:grpSpMk id="14" creationId="{6BC3BEE9-A943-5A1D-EE0C-2BFD69658D05}"/>
          </ac:grpSpMkLst>
        </pc:grpChg>
        <pc:grpChg chg="del mod">
          <ac:chgData name="musukie52@gmail.com" userId="017bd91f96aa8751" providerId="LiveId" clId="{5B2C3894-F97E-4CAB-8812-5BB4D83AAC6A}" dt="2026-01-22T14:09:51.142" v="6756" actId="165"/>
          <ac:grpSpMkLst>
            <pc:docMk/>
            <pc:sldMk cId="48787319" sldId="305"/>
            <ac:grpSpMk id="17" creationId="{A5E15EE0-BD47-89A2-0241-6A04F9F8C273}"/>
          </ac:grpSpMkLst>
        </pc:grpChg>
        <pc:grpChg chg="add del mod">
          <ac:chgData name="musukie52@gmail.com" userId="017bd91f96aa8751" providerId="LiveId" clId="{5B2C3894-F97E-4CAB-8812-5BB4D83AAC6A}" dt="2026-01-22T14:22:03.717" v="7033" actId="165"/>
          <ac:grpSpMkLst>
            <pc:docMk/>
            <pc:sldMk cId="48787319" sldId="305"/>
            <ac:grpSpMk id="23" creationId="{C754895A-63AE-13E6-E55C-1230B00552AC}"/>
          </ac:grpSpMkLst>
        </pc:grpChg>
        <pc:grpChg chg="del mod topLvl">
          <ac:chgData name="musukie52@gmail.com" userId="017bd91f96aa8751" providerId="LiveId" clId="{5B2C3894-F97E-4CAB-8812-5BB4D83AAC6A}" dt="2026-01-22T14:22:08.503" v="7034" actId="165"/>
          <ac:grpSpMkLst>
            <pc:docMk/>
            <pc:sldMk cId="48787319" sldId="305"/>
            <ac:grpSpMk id="25" creationId="{756DE3FA-6843-0332-C255-D7422F598F04}"/>
          </ac:grpSpMkLst>
        </pc:grpChg>
        <pc:grpChg chg="add del mod ord">
          <ac:chgData name="musukie52@gmail.com" userId="017bd91f96aa8751" providerId="LiveId" clId="{5B2C3894-F97E-4CAB-8812-5BB4D83AAC6A}" dt="2026-01-22T14:27:11.393" v="7119" actId="478"/>
          <ac:grpSpMkLst>
            <pc:docMk/>
            <pc:sldMk cId="48787319" sldId="305"/>
            <ac:grpSpMk id="33" creationId="{46FAD803-55AB-0032-5D3F-309FA8B08BE6}"/>
          </ac:grpSpMkLst>
        </pc:grpChg>
        <pc:grpChg chg="add mod ord">
          <ac:chgData name="musukie52@gmail.com" userId="017bd91f96aa8751" providerId="LiveId" clId="{5B2C3894-F97E-4CAB-8812-5BB4D83AAC6A}" dt="2026-01-22T14:26:25.357" v="7109" actId="1076"/>
          <ac:grpSpMkLst>
            <pc:docMk/>
            <pc:sldMk cId="48787319" sldId="305"/>
            <ac:grpSpMk id="50" creationId="{3AC8C9D1-8654-8E97-0FC3-993E2797C933}"/>
          </ac:grpSpMkLst>
        </pc:grpChg>
        <pc:picChg chg="add del mod">
          <ac:chgData name="musukie52@gmail.com" userId="017bd91f96aa8751" providerId="LiveId" clId="{5B2C3894-F97E-4CAB-8812-5BB4D83AAC6A}" dt="2026-01-22T14:22:53.675" v="7051" actId="478"/>
          <ac:picMkLst>
            <pc:docMk/>
            <pc:sldMk cId="48787319" sldId="305"/>
            <ac:picMk id="3" creationId="{1D8056AC-9C80-F9D3-3097-65BFDD566FAE}"/>
          </ac:picMkLst>
        </pc:picChg>
        <pc:picChg chg="add mod or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7" creationId="{C9A54E68-3543-5194-8CB8-01A5EBC3C880}"/>
          </ac:picMkLst>
        </pc:picChg>
        <pc:picChg chg="add mod">
          <ac:chgData name="musukie52@gmail.com" userId="017bd91f96aa8751" providerId="LiveId" clId="{5B2C3894-F97E-4CAB-8812-5BB4D83AAC6A}" dt="2026-01-22T14:10:30.638" v="6766" actId="1076"/>
          <ac:picMkLst>
            <pc:docMk/>
            <pc:sldMk cId="48787319" sldId="305"/>
            <ac:picMk id="11" creationId="{D247B941-46F0-B727-8845-0BB87B8D4598}"/>
          </ac:picMkLst>
        </pc:picChg>
        <pc:picChg chg="add mo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12" creationId="{B33CA61A-08AE-4EB6-54A8-AE03B733AAD9}"/>
          </ac:picMkLst>
        </pc:picChg>
        <pc:picChg chg="add del mod ord">
          <ac:chgData name="musukie52@gmail.com" userId="017bd91f96aa8751" providerId="LiveId" clId="{5B2C3894-F97E-4CAB-8812-5BB4D83AAC6A}" dt="2026-01-22T14:29:48.514" v="7137" actId="478"/>
          <ac:picMkLst>
            <pc:docMk/>
            <pc:sldMk cId="48787319" sldId="305"/>
            <ac:picMk id="13" creationId="{1265B80C-75B2-D72B-5DAF-9A99CA73651E}"/>
          </ac:picMkLst>
        </pc:picChg>
        <pc:picChg chg="del mod topLvl">
          <ac:chgData name="musukie52@gmail.com" userId="017bd91f96aa8751" providerId="LiveId" clId="{5B2C3894-F97E-4CAB-8812-5BB4D83AAC6A}" dt="2026-01-22T14:10:36.839" v="6769" actId="478"/>
          <ac:picMkLst>
            <pc:docMk/>
            <pc:sldMk cId="48787319" sldId="305"/>
            <ac:picMk id="15" creationId="{CAAD1DD8-1849-2006-FE80-6107063B8B85}"/>
          </ac:picMkLst>
        </pc:picChg>
        <pc:picChg chg="del mod topLvl">
          <ac:chgData name="musukie52@gmail.com" userId="017bd91f96aa8751" providerId="LiveId" clId="{5B2C3894-F97E-4CAB-8812-5BB4D83AAC6A}" dt="2026-01-22T14:09:56.535" v="6757" actId="478"/>
          <ac:picMkLst>
            <pc:docMk/>
            <pc:sldMk cId="48787319" sldId="305"/>
            <ac:picMk id="18" creationId="{BA872BD3-2C02-5F47-D223-89BD3F7C2AAB}"/>
          </ac:picMkLst>
        </pc:picChg>
        <pc:picChg chg="add mo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20" creationId="{5B25FF86-2DA1-1887-5674-8A12CA548099}"/>
          </ac:picMkLst>
        </pc:picChg>
        <pc:picChg chg="add del mod">
          <ac:chgData name="musukie52@gmail.com" userId="017bd91f96aa8751" providerId="LiveId" clId="{5B2C3894-F97E-4CAB-8812-5BB4D83AAC6A}" dt="2026-01-22T14:18:12.407" v="6976" actId="21"/>
          <ac:picMkLst>
            <pc:docMk/>
            <pc:sldMk cId="48787319" sldId="305"/>
            <ac:picMk id="22" creationId="{075841C0-B83C-BA64-2DBF-ABBBD43D0542}"/>
          </ac:picMkLst>
        </pc:picChg>
        <pc:picChg chg="del mod topLvl">
          <ac:chgData name="musukie52@gmail.com" userId="017bd91f96aa8751" providerId="LiveId" clId="{5B2C3894-F97E-4CAB-8812-5BB4D83AAC6A}" dt="2026-01-22T14:12:27.684" v="6789" actId="478"/>
          <ac:picMkLst>
            <pc:docMk/>
            <pc:sldMk cId="48787319" sldId="305"/>
            <ac:picMk id="26" creationId="{34A97B07-B01A-35EB-FEEC-E28EB740E61F}"/>
          </ac:picMkLst>
        </pc:picChg>
        <pc:picChg chg="mod topLvl">
          <ac:chgData name="musukie52@gmail.com" userId="017bd91f96aa8751" providerId="LiveId" clId="{5B2C3894-F97E-4CAB-8812-5BB4D83AAC6A}" dt="2026-01-22T14:22:33.493" v="7042" actId="164"/>
          <ac:picMkLst>
            <pc:docMk/>
            <pc:sldMk cId="48787319" sldId="305"/>
            <ac:picMk id="29" creationId="{075841C0-B83C-BA64-2DBF-ABBBD43D0542}"/>
          </ac:picMkLst>
        </pc:picChg>
        <pc:picChg chg="mod topLvl">
          <ac:chgData name="musukie52@gmail.com" userId="017bd91f96aa8751" providerId="LiveId" clId="{5B2C3894-F97E-4CAB-8812-5BB4D83AAC6A}" dt="2026-01-22T14:22:33.493" v="7042" actId="164"/>
          <ac:picMkLst>
            <pc:docMk/>
            <pc:sldMk cId="48787319" sldId="305"/>
            <ac:picMk id="31" creationId="{44AB4C95-6C6B-FAB1-3979-A4B8751F4BBB}"/>
          </ac:picMkLst>
        </pc:picChg>
        <pc:picChg chg="add mod">
          <ac:chgData name="musukie52@gmail.com" userId="017bd91f96aa8751" providerId="LiveId" clId="{5B2C3894-F97E-4CAB-8812-5BB4D83AAC6A}" dt="2026-01-22T14:27:34.618" v="7128" actId="1035"/>
          <ac:picMkLst>
            <pc:docMk/>
            <pc:sldMk cId="48787319" sldId="305"/>
            <ac:picMk id="34" creationId="{14A59A8E-E95F-CFCF-382E-B9781F00B1CA}"/>
          </ac:picMkLst>
        </pc:picChg>
        <pc:picChg chg="add mod">
          <ac:chgData name="musukie52@gmail.com" userId="017bd91f96aa8751" providerId="LiveId" clId="{5B2C3894-F97E-4CAB-8812-5BB4D83AAC6A}" dt="2026-01-22T14:29:49.738" v="7139" actId="14100"/>
          <ac:picMkLst>
            <pc:docMk/>
            <pc:sldMk cId="48787319" sldId="305"/>
            <ac:picMk id="45" creationId="{591BDCBB-F4C8-2DB3-62BF-28BF20A1E807}"/>
          </ac:picMkLst>
        </pc:picChg>
        <pc:picChg chg="add mod">
          <ac:chgData name="musukie52@gmail.com" userId="017bd91f96aa8751" providerId="LiveId" clId="{5B2C3894-F97E-4CAB-8812-5BB4D83AAC6A}" dt="2026-01-22T14:30:48.672" v="7151" actId="1076"/>
          <ac:picMkLst>
            <pc:docMk/>
            <pc:sldMk cId="48787319" sldId="305"/>
            <ac:picMk id="47" creationId="{9C15B966-1B02-2DFD-FF87-CE65B7BEFA26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del mod ord topLvl">
          <ac:chgData name="musukie52@gmail.com" userId="017bd91f96aa8751" providerId="LiveId" clId="{5B2C3894-F97E-4CAB-8812-5BB4D83AAC6A}" dt="2026-01-22T14:11:21.783" v="6774" actId="478"/>
          <ac:picMkLst>
            <pc:docMk/>
            <pc:sldMk cId="48787319" sldId="305"/>
            <ac:picMk id="74" creationId="{A7EFA274-78F2-07C2-EED6-4706E86CAB85}"/>
          </ac:picMkLst>
        </pc:picChg>
        <pc:picChg chg="mod ord topLvl">
          <ac:chgData name="musukie52@gmail.com" userId="017bd91f96aa8751" providerId="LiveId" clId="{5B2C3894-F97E-4CAB-8812-5BB4D83AAC6A}" dt="2026-01-22T14:26:26.047" v="7111" actId="1076"/>
          <ac:picMkLst>
            <pc:docMk/>
            <pc:sldMk cId="48787319" sldId="305"/>
            <ac:picMk id="78" creationId="{0890A313-693C-C554-1F30-66D2EE7D2F08}"/>
          </ac:picMkLst>
        </pc:picChg>
      </pc:sldChg>
      <pc:sldChg chg="addSp delSp modSp mod">
        <pc:chgData name="musukie52@gmail.com" userId="017bd91f96aa8751" providerId="LiveId" clId="{5B2C3894-F97E-4CAB-8812-5BB4D83AAC6A}" dt="2026-01-22T17:48:26.148" v="8279" actId="21"/>
        <pc:sldMkLst>
          <pc:docMk/>
          <pc:sldMk cId="1132775393" sldId="306"/>
        </pc:sldMkLst>
        <pc:spChg chg="add del mod">
          <ac:chgData name="musukie52@gmail.com" userId="017bd91f96aa8751" providerId="LiveId" clId="{5B2C3894-F97E-4CAB-8812-5BB4D83AAC6A}" dt="2026-01-22T15:30:04.621" v="8079" actId="478"/>
          <ac:spMkLst>
            <pc:docMk/>
            <pc:sldMk cId="1132775393" sldId="306"/>
            <ac:spMk id="4" creationId="{3D3A791E-A7CA-28E4-0A55-FA7AA967C4B5}"/>
          </ac:spMkLst>
        </pc:spChg>
        <pc:spChg chg="add 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9" creationId="{ECE9255D-6760-3CA8-857A-670F8266E5F5}"/>
          </ac:spMkLst>
        </pc:spChg>
        <pc:spChg chg="add mod">
          <ac:chgData name="musukie52@gmail.com" userId="017bd91f96aa8751" providerId="LiveId" clId="{5B2C3894-F97E-4CAB-8812-5BB4D83AAC6A}" dt="2026-01-20T09:59:58.436" v="2113" actId="1076"/>
          <ac:spMkLst>
            <pc:docMk/>
            <pc:sldMk cId="1132775393" sldId="306"/>
            <ac:spMk id="11" creationId="{0A6A1E58-3645-ABD7-65A7-EE828E15B927}"/>
          </ac:spMkLst>
        </pc:spChg>
        <pc:spChg chg="del">
          <ac:chgData name="musukie52@gmail.com" userId="017bd91f96aa8751" providerId="LiveId" clId="{5B2C3894-F97E-4CAB-8812-5BB4D83AAC6A}" dt="2026-01-22T14:13:57.166" v="6808" actId="478"/>
          <ac:spMkLst>
            <pc:docMk/>
            <pc:sldMk cId="1132775393" sldId="306"/>
            <ac:spMk id="1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7.166" v="6808" actId="478"/>
          <ac:spMkLst>
            <pc:docMk/>
            <pc:sldMk cId="1132775393" sldId="306"/>
            <ac:spMk id="23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7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9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0" creationId="{5F3220DF-42F7-178C-6F4F-8650D7780A27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3" creationId="{F461C705-4548-C42A-E049-FE8CF5509873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4" creationId="{1B7705C0-E6AC-F089-9F23-12D5B313B87E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39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41" creationId="{B9256C07-9088-B797-DD80-5144B1E4AA5B}"/>
          </ac:spMkLst>
        </pc:spChg>
        <pc:spChg chg="add mod">
          <ac:chgData name="musukie52@gmail.com" userId="017bd91f96aa8751" providerId="LiveId" clId="{5B2C3894-F97E-4CAB-8812-5BB4D83AAC6A}" dt="2026-01-22T15:29:56.022" v="8077"/>
          <ac:spMkLst>
            <pc:docMk/>
            <pc:sldMk cId="1132775393" sldId="306"/>
            <ac:spMk id="48" creationId="{D5356E39-CA13-EA83-F127-8EBDFCD49FD3}"/>
          </ac:spMkLst>
        </pc:spChg>
        <pc:spChg chg="add mod">
          <ac:chgData name="musukie52@gmail.com" userId="017bd91f96aa8751" providerId="LiveId" clId="{5B2C3894-F97E-4CAB-8812-5BB4D83AAC6A}" dt="2026-01-22T15:30:12.747" v="8106"/>
          <ac:spMkLst>
            <pc:docMk/>
            <pc:sldMk cId="1132775393" sldId="306"/>
            <ac:spMk id="49" creationId="{230E50DB-64F9-4818-EAD5-15021BE775E9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7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6:58.369" v="2380" actId="14100"/>
          <ac:spMkLst>
            <pc:docMk/>
            <pc:sldMk cId="1132775393" sldId="306"/>
            <ac:spMk id="74" creationId="{958CCD5F-0A1D-98AF-CB85-4218EE456C61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8" creationId="{EA392294-33B9-D24C-C8E5-DF7D6C450063}"/>
          </ac:spMkLst>
        </pc:spChg>
        <pc:spChg chg="add del">
          <ac:chgData name="musukie52@gmail.com" userId="017bd91f96aa8751" providerId="LiveId" clId="{5B2C3894-F97E-4CAB-8812-5BB4D83AAC6A}" dt="2026-01-20T10:11:13.570" v="2254" actId="478"/>
          <ac:spMkLst>
            <pc:docMk/>
            <pc:sldMk cId="1132775393" sldId="306"/>
            <ac:spMk id="8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8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38.854" v="2398"/>
          <ac:spMkLst>
            <pc:docMk/>
            <pc:sldMk cId="1132775393" sldId="306"/>
            <ac:spMk id="89" creationId="{5FAABA3B-15B5-FECC-BAD9-5307F1E73799}"/>
          </ac:spMkLst>
        </pc:spChg>
        <pc:spChg chg="mod">
          <ac:chgData name="musukie52@gmail.com" userId="017bd91f96aa8751" providerId="LiveId" clId="{5B2C3894-F97E-4CAB-8812-5BB4D83AAC6A}" dt="2026-01-20T10:18:44.266" v="2409" actId="20577"/>
          <ac:spMkLst>
            <pc:docMk/>
            <pc:sldMk cId="1132775393" sldId="306"/>
            <ac:spMk id="91" creationId="{DE47222A-4C97-EFB3-C62D-D55A051DE3B1}"/>
          </ac:spMkLst>
        </pc:spChg>
        <pc:spChg chg="mod topLvl">
          <ac:chgData name="musukie52@gmail.com" userId="017bd91f96aa8751" providerId="LiveId" clId="{5B2C3894-F97E-4CAB-8812-5BB4D83AAC6A}" dt="2026-01-22T11:14:18.136" v="4105" actId="164"/>
          <ac:spMkLst>
            <pc:docMk/>
            <pc:sldMk cId="1132775393" sldId="306"/>
            <ac:spMk id="102" creationId="{96E2A81D-67E1-9AC5-DA67-DFF93FDEF448}"/>
          </ac:spMkLst>
        </pc:spChg>
        <pc:spChg chg="add del">
          <ac:chgData name="musukie52@gmail.com" userId="017bd91f96aa8751" providerId="LiveId" clId="{5B2C3894-F97E-4CAB-8812-5BB4D83AAC6A}" dt="2026-01-20T10:11:12.998" v="2253" actId="478"/>
          <ac:spMkLst>
            <pc:docMk/>
            <pc:sldMk cId="1132775393" sldId="306"/>
            <ac:spMk id="10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0:49.887" v="2214" actId="478"/>
          <ac:spMkLst>
            <pc:docMk/>
            <pc:sldMk cId="1132775393" sldId="306"/>
            <ac:spMk id="104" creationId="{00000000-0000-0000-0000-000000000000}"/>
          </ac:spMkLst>
        </pc:spChg>
        <pc:spChg chg="mod topLvl">
          <ac:chgData name="musukie52@gmail.com" userId="017bd91f96aa8751" providerId="LiveId" clId="{5B2C3894-F97E-4CAB-8812-5BB4D83AAC6A}" dt="2026-01-22T11:14:18.136" v="4105" actId="164"/>
          <ac:spMkLst>
            <pc:docMk/>
            <pc:sldMk cId="1132775393" sldId="306"/>
            <ac:spMk id="108" creationId="{EF59877E-8813-9093-FA89-FCE7C9B19E77}"/>
          </ac:spMkLst>
        </pc:spChg>
        <pc:spChg chg="mod">
          <ac:chgData name="musukie52@gmail.com" userId="017bd91f96aa8751" providerId="LiveId" clId="{5B2C3894-F97E-4CAB-8812-5BB4D83AAC6A}" dt="2026-01-22T15:53:10.124" v="8204" actId="20577"/>
          <ac:spMkLst>
            <pc:docMk/>
            <pc:sldMk cId="1132775393" sldId="306"/>
            <ac:spMk id="109" creationId="{ECE9255D-6760-3CA8-857A-670F8266E5F5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1:23:49.164" v="4847" actId="1076"/>
          <ac:spMkLst>
            <pc:docMk/>
            <pc:sldMk cId="1132775393" sldId="306"/>
            <ac:spMk id="122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2T11:23:49.164" v="4847" actId="1076"/>
          <ac:spMkLst>
            <pc:docMk/>
            <pc:sldMk cId="1132775393" sldId="306"/>
            <ac:spMk id="123" creationId="{A0C0A5BD-D0EC-AAD3-732C-B6D42E62756D}"/>
          </ac:spMkLst>
        </pc:spChg>
        <pc:spChg chg="mod">
          <ac:chgData name="musukie52@gmail.com" userId="017bd91f96aa8751" providerId="LiveId" clId="{5B2C3894-F97E-4CAB-8812-5BB4D83AAC6A}" dt="2026-01-20T10:25:01.421" v="2486"/>
          <ac:spMkLst>
            <pc:docMk/>
            <pc:sldMk cId="1132775393" sldId="306"/>
            <ac:spMk id="125" creationId="{A04B6891-FB5D-8FD9-8827-CDB170C37D0A}"/>
          </ac:spMkLst>
        </pc:spChg>
        <pc:spChg chg="mod">
          <ac:chgData name="musukie52@gmail.com" userId="017bd91f96aa8751" providerId="LiveId" clId="{5B2C3894-F97E-4CAB-8812-5BB4D83AAC6A}" dt="2026-01-20T10:25:09.728" v="2505" actId="20577"/>
          <ac:spMkLst>
            <pc:docMk/>
            <pc:sldMk cId="1132775393" sldId="306"/>
            <ac:spMk id="126" creationId="{AF06CCEA-0D8D-F4E7-58C6-19E811B74749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29" creationId="{339C604F-BDF1-F318-C22C-4C7DFD54955C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30" creationId="{1A1A5F6A-E58A-294F-BD12-C8B6B12A024C}"/>
          </ac:spMkLst>
        </pc:spChg>
        <pc:spChg chg="mod">
          <ac:chgData name="musukie52@gmail.com" userId="017bd91f96aa8751" providerId="LiveId" clId="{5B2C3894-F97E-4CAB-8812-5BB4D83AAC6A}" dt="2026-01-22T16:09:36.125" v="8225" actId="20577"/>
          <ac:spMkLst>
            <pc:docMk/>
            <pc:sldMk cId="1132775393" sldId="306"/>
            <ac:spMk id="133" creationId="{ECE9255D-6760-3CA8-857A-670F8266E5F5}"/>
          </ac:spMkLst>
        </pc:spChg>
        <pc:grpChg chg="mod">
          <ac:chgData name="musukie52@gmail.com" userId="017bd91f96aa8751" providerId="LiveId" clId="{5B2C3894-F97E-4CAB-8812-5BB4D83AAC6A}" dt="2026-01-22T11:23:47.467" v="4846" actId="1076"/>
          <ac:grpSpMkLst>
            <pc:docMk/>
            <pc:sldMk cId="1132775393" sldId="306"/>
            <ac:grpSpMk id="2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6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14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25" creationId="{00000000-0000-0000-0000-000000000000}"/>
          </ac:grpSpMkLst>
        </pc:grpChg>
        <pc:grpChg chg="add mod">
          <ac:chgData name="musukie52@gmail.com" userId="017bd91f96aa8751" providerId="LiveId" clId="{5B2C3894-F97E-4CAB-8812-5BB4D83AAC6A}" dt="2026-01-22T11:14:21.771" v="4106" actId="14861"/>
          <ac:grpSpMkLst>
            <pc:docMk/>
            <pc:sldMk cId="1132775393" sldId="306"/>
            <ac:grpSpMk id="26" creationId="{6B0EBBA4-6149-9B2F-3F06-67625EE9C135}"/>
          </ac:grpSpMkLst>
        </pc:grpChg>
        <pc:grpChg chg="mod">
          <ac:chgData name="musukie52@gmail.com" userId="017bd91f96aa8751" providerId="LiveId" clId="{5B2C3894-F97E-4CAB-8812-5BB4D83AAC6A}" dt="2026-01-22T11:15:05.154" v="4107" actId="14861"/>
          <ac:grpSpMkLst>
            <pc:docMk/>
            <pc:sldMk cId="1132775393" sldId="306"/>
            <ac:grpSpMk id="32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36" creationId="{00000000-0000-0000-0000-000000000000}"/>
          </ac:grpSpMkLst>
        </pc:grpChg>
        <pc:grpChg chg="add mod">
          <ac:chgData name="musukie52@gmail.com" userId="017bd91f96aa8751" providerId="LiveId" clId="{5B2C3894-F97E-4CAB-8812-5BB4D83AAC6A}" dt="2026-01-20T10:09:13.170" v="2192" actId="1076"/>
          <ac:grpSpMkLst>
            <pc:docMk/>
            <pc:sldMk cId="1132775393" sldId="306"/>
            <ac:grpSpMk id="38" creationId="{12098D9E-64F4-12D2-8684-D6EA90C35C91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80" creationId="{BC321C18-83DF-4B49-1473-FD02C423E2A4}"/>
          </ac:grpSpMkLst>
        </pc:grpChg>
        <pc:grpChg chg="add mod">
          <ac:chgData name="musukie52@gmail.com" userId="017bd91f96aa8751" providerId="LiveId" clId="{5B2C3894-F97E-4CAB-8812-5BB4D83AAC6A}" dt="2026-01-20T10:18:18.453" v="2395" actId="164"/>
          <ac:grpSpMkLst>
            <pc:docMk/>
            <pc:sldMk cId="1132775393" sldId="306"/>
            <ac:grpSpMk id="84" creationId="{1293FE68-7B2A-F738-1EC2-E31084AB17F1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88" creationId="{2CF9DFB5-FA4C-3611-7D19-236B33F11900}"/>
          </ac:grpSpMkLst>
        </pc:grpChg>
        <pc:grpChg chg="add del mod">
          <ac:chgData name="musukie52@gmail.com" userId="017bd91f96aa8751" providerId="LiveId" clId="{5B2C3894-F97E-4CAB-8812-5BB4D83AAC6A}" dt="2026-01-22T11:12:43.924" v="4093" actId="165"/>
          <ac:grpSpMkLst>
            <pc:docMk/>
            <pc:sldMk cId="1132775393" sldId="306"/>
            <ac:grpSpMk id="98" creationId="{B0BC1F17-94B8-801C-5866-6EF4405814DF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4" creationId="{635F9D30-2AA2-ED29-DAB2-68FE07CCBB59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127" creationId="{2A03A898-55D9-84C1-B330-FAAF9E76FBC7}"/>
          </ac:grpSpMkLst>
        </pc:grpChg>
        <pc:picChg chg="mod">
          <ac:chgData name="musukie52@gmail.com" userId="017bd91f96aa8751" providerId="LiveId" clId="{5B2C3894-F97E-4CAB-8812-5BB4D83AAC6A}" dt="2026-01-22T11:23:49.164" v="4847" actId="1076"/>
          <ac:picMkLst>
            <pc:docMk/>
            <pc:sldMk cId="1132775393" sldId="306"/>
            <ac:picMk id="46" creationId="{00000000-0000-0000-0000-000000000000}"/>
          </ac:picMkLst>
        </pc:picChg>
        <pc:picChg chg="add mod ord">
          <ac:chgData name="musukie52@gmail.com" userId="017bd91f96aa8751" providerId="LiveId" clId="{5B2C3894-F97E-4CAB-8812-5BB4D83AAC6A}" dt="2026-01-22T15:30:29.858" v="8108" actId="14100"/>
          <ac:picMkLst>
            <pc:docMk/>
            <pc:sldMk cId="1132775393" sldId="306"/>
            <ac:picMk id="47" creationId="{DC206CD3-724B-D915-26C8-E722C98297D7}"/>
          </ac:picMkLst>
        </pc:picChg>
        <pc:picChg chg="add del mod">
          <ac:chgData name="musukie52@gmail.com" userId="017bd91f96aa8751" providerId="LiveId" clId="{5B2C3894-F97E-4CAB-8812-5BB4D83AAC6A}" dt="2026-01-22T17:48:26.148" v="8279" actId="21"/>
          <ac:picMkLst>
            <pc:docMk/>
            <pc:sldMk cId="1132775393" sldId="306"/>
            <ac:picMk id="51" creationId="{276F4A52-A4AE-1993-B1A8-318D55B0601E}"/>
          </ac:picMkLst>
        </pc:picChg>
        <pc:picChg chg="mod">
          <ac:chgData name="musukie52@gmail.com" userId="017bd91f96aa8751" providerId="LiveId" clId="{5B2C3894-F97E-4CAB-8812-5BB4D83AAC6A}" dt="2026-01-20T10:09:10.743" v="2191" actId="164"/>
          <ac:picMkLst>
            <pc:docMk/>
            <pc:sldMk cId="1132775393" sldId="306"/>
            <ac:picMk id="86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0T10:25:23.055" v="2507" actId="164"/>
          <ac:picMkLst>
            <pc:docMk/>
            <pc:sldMk cId="1132775393" sldId="306"/>
            <ac:picMk id="106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1-20T10:29:17.308" v="2643" actId="167"/>
          <ac:picMkLst>
            <pc:docMk/>
            <pc:sldMk cId="1132775393" sldId="306"/>
            <ac:picMk id="107" creationId="{00000000-0000-0000-0000-000000000000}"/>
          </ac:picMkLst>
        </pc:picChg>
        <pc:cxnChg chg="add del mod">
          <ac:chgData name="musukie52@gmail.com" userId="017bd91f96aa8751" providerId="LiveId" clId="{5B2C3894-F97E-4CAB-8812-5BB4D83AAC6A}" dt="2026-01-22T15:29:28.511" v="8073" actId="478"/>
          <ac:cxnSpMkLst>
            <pc:docMk/>
            <pc:sldMk cId="1132775393" sldId="306"/>
            <ac:cxnSpMk id="5" creationId="{CBE2A100-56F5-F617-2A5A-C4C810766680}"/>
          </ac:cxnSpMkLst>
        </pc:cxnChg>
      </pc:sldChg>
      <pc:sldChg chg="del">
        <pc:chgData name="musukie52@gmail.com" userId="017bd91f96aa8751" providerId="LiveId" clId="{5B2C3894-F97E-4CAB-8812-5BB4D83AAC6A}" dt="2026-01-22T11:00:02.889" v="3684" actId="47"/>
        <pc:sldMkLst>
          <pc:docMk/>
          <pc:sldMk cId="3234798469" sldId="308"/>
        </pc:sldMkLst>
      </pc:sldChg>
      <pc:sldChg chg="addSp delSp modSp mod">
        <pc:chgData name="musukie52@gmail.com" userId="017bd91f96aa8751" providerId="LiveId" clId="{5B2C3894-F97E-4CAB-8812-5BB4D83AAC6A}" dt="2026-01-22T18:13:44.102" v="8689"/>
        <pc:sldMkLst>
          <pc:docMk/>
          <pc:sldMk cId="3022186069" sldId="309"/>
        </pc:sldMkLst>
        <pc:spChg chg="add mod">
          <ac:chgData name="musukie52@gmail.com" userId="017bd91f96aa8751" providerId="LiveId" clId="{5B2C3894-F97E-4CAB-8812-5BB4D83AAC6A}" dt="2026-01-22T14:46:43.657" v="7346" actId="1076"/>
          <ac:spMkLst>
            <pc:docMk/>
            <pc:sldMk cId="3022186069" sldId="309"/>
            <ac:spMk id="19" creationId="{CB57F931-333E-9D8B-554F-2B5881420028}"/>
          </ac:spMkLst>
        </pc:spChg>
        <pc:spChg chg="add mod">
          <ac:chgData name="musukie52@gmail.com" userId="017bd91f96aa8751" providerId="LiveId" clId="{5B2C3894-F97E-4CAB-8812-5BB4D83AAC6A}" dt="2026-01-22T03:58:43.594" v="2824"/>
          <ac:spMkLst>
            <pc:docMk/>
            <pc:sldMk cId="3022186069" sldId="309"/>
            <ac:spMk id="20" creationId="{AD096587-80AD-2B63-6858-A9DB7C6B3ED5}"/>
          </ac:spMkLst>
        </pc:spChg>
        <pc:spChg chg="add mod">
          <ac:chgData name="musukie52@gmail.com" userId="017bd91f96aa8751" providerId="LiveId" clId="{5B2C3894-F97E-4CAB-8812-5BB4D83AAC6A}" dt="2026-01-22T10:53:55.620" v="3603" actId="1076"/>
          <ac:spMkLst>
            <pc:docMk/>
            <pc:sldMk cId="3022186069" sldId="309"/>
            <ac:spMk id="21" creationId="{8B0A98E3-17EA-B6AC-7987-7916F0B567FA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2" creationId="{D089BEFF-0866-E451-AA0D-30AB2E15E68A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3" creationId="{FCC0DB3D-3896-F7D8-1003-B7E7A51D2952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24" creationId="{EFE4F4FC-8FF3-2BFB-2A43-7FEDC2FABB01}"/>
          </ac:spMkLst>
        </pc:spChg>
        <pc:spChg chg="add mod">
          <ac:chgData name="musukie52@gmail.com" userId="017bd91f96aa8751" providerId="LiveId" clId="{5B2C3894-F97E-4CAB-8812-5BB4D83AAC6A}" dt="2026-01-22T14:46:33.985" v="7345" actId="1076"/>
          <ac:spMkLst>
            <pc:docMk/>
            <pc:sldMk cId="3022186069" sldId="309"/>
            <ac:spMk id="25" creationId="{CF04D581-2F92-7785-88AB-52B45C3EE8D4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6" creationId="{F62668B4-0EE3-4F10-8CD0-E93D05F44223}"/>
          </ac:spMkLst>
        </pc:spChg>
        <pc:spChg chg="add mod ord topLvl">
          <ac:chgData name="musukie52@gmail.com" userId="017bd91f96aa8751" providerId="LiveId" clId="{5B2C3894-F97E-4CAB-8812-5BB4D83AAC6A}" dt="2026-01-22T15:01:14.222" v="7538" actId="1036"/>
          <ac:spMkLst>
            <pc:docMk/>
            <pc:sldMk cId="3022186069" sldId="309"/>
            <ac:spMk id="33" creationId="{E2938F1A-FFCE-92C7-7492-7CD557EF21A5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54" creationId="{31711B58-6025-C0A4-24C2-94F7006DBCA4}"/>
          </ac:spMkLst>
        </pc:spChg>
        <pc:spChg chg="add mod">
          <ac:chgData name="musukie52@gmail.com" userId="017bd91f96aa8751" providerId="LiveId" clId="{5B2C3894-F97E-4CAB-8812-5BB4D83AAC6A}" dt="2026-01-22T11:10:27.604" v="4078" actId="1076"/>
          <ac:spMkLst>
            <pc:docMk/>
            <pc:sldMk cId="3022186069" sldId="309"/>
            <ac:spMk id="64" creationId="{E5D1068C-F867-B2D8-615F-5C3884A3AB17}"/>
          </ac:spMkLst>
        </pc:spChg>
        <pc:spChg chg="add mod">
          <ac:chgData name="musukie52@gmail.com" userId="017bd91f96aa8751" providerId="LiveId" clId="{5B2C3894-F97E-4CAB-8812-5BB4D83AAC6A}" dt="2026-01-22T04:33:21.813" v="3549"/>
          <ac:spMkLst>
            <pc:docMk/>
            <pc:sldMk cId="3022186069" sldId="309"/>
            <ac:spMk id="93" creationId="{48557C5B-0D9E-B9DC-D040-C32D0F155CFC}"/>
          </ac:spMkLst>
        </pc:spChg>
        <pc:spChg chg="add mod">
          <ac:chgData name="musukie52@gmail.com" userId="017bd91f96aa8751" providerId="LiveId" clId="{5B2C3894-F97E-4CAB-8812-5BB4D83AAC6A}" dt="2026-01-22T14:45:54.324" v="7338" actId="1035"/>
          <ac:spMkLst>
            <pc:docMk/>
            <pc:sldMk cId="3022186069" sldId="309"/>
            <ac:spMk id="94" creationId="{F0B9115E-6666-88FB-0C52-99088388B212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95" creationId="{701E6617-FB9F-54C3-A67F-4995FFAA3A39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104" creationId="{C93D0F91-70AE-DBFD-FDBD-A1B3E0A462F9}"/>
          </ac:spMkLst>
        </pc:spChg>
        <pc:spChg chg="add mod">
          <ac:chgData name="musukie52@gmail.com" userId="017bd91f96aa8751" providerId="LiveId" clId="{5B2C3894-F97E-4CAB-8812-5BB4D83AAC6A}" dt="2026-01-22T14:57:38.142" v="7454"/>
          <ac:spMkLst>
            <pc:docMk/>
            <pc:sldMk cId="3022186069" sldId="309"/>
            <ac:spMk id="108" creationId="{52382D97-23E1-7279-5C0B-BDF4FA801EA2}"/>
          </ac:spMkLst>
        </pc:spChg>
        <pc:spChg chg="del">
          <ac:chgData name="musukie52@gmail.com" userId="017bd91f96aa8751" providerId="LiveId" clId="{5B2C3894-F97E-4CAB-8812-5BB4D83AAC6A}" dt="2026-01-22T15:30:39.663" v="8110" actId="478"/>
          <ac:spMkLst>
            <pc:docMk/>
            <pc:sldMk cId="3022186069" sldId="309"/>
            <ac:spMk id="128" creationId="{71CDAE01-9EC1-0DB7-891A-0274FA70CBA0}"/>
          </ac:spMkLst>
        </pc:spChg>
        <pc:spChg chg="del mod">
          <ac:chgData name="musukie52@gmail.com" userId="017bd91f96aa8751" providerId="LiveId" clId="{5B2C3894-F97E-4CAB-8812-5BB4D83AAC6A}" dt="2026-01-22T15:17:10.347" v="7928" actId="478"/>
          <ac:spMkLst>
            <pc:docMk/>
            <pc:sldMk cId="3022186069" sldId="309"/>
            <ac:spMk id="134" creationId="{F357AFC4-583E-1D73-2B04-A8B11EDA3C5C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5" creationId="{25BF8B9D-5018-3A25-927D-8F8A8BBF2987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6" creationId="{ECA0B0BD-B298-E699-FEB0-BAF3ED1FA66C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7" creationId="{DB931665-7308-9F29-B2B2-22CFC3EDD05B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8" creationId="{7B7E5A61-E649-28EE-B592-B626719613E0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9" creationId="{EA0FB3DC-179D-B5B1-AA1B-C827ACB02284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40" creationId="{92529474-728A-3067-2D11-5811896B2101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41" creationId="{0062990C-FE9C-8CC9-3DEF-4BE5463BF719}"/>
          </ac:spMkLst>
        </pc:spChg>
        <pc:spChg chg="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42" creationId="{AF539912-E770-B70B-6C15-23D943DB2EAF}"/>
          </ac:spMkLst>
        </pc:spChg>
        <pc:spChg chg="del mod">
          <ac:chgData name="musukie52@gmail.com" userId="017bd91f96aa8751" providerId="LiveId" clId="{5B2C3894-F97E-4CAB-8812-5BB4D83AAC6A}" dt="2026-01-22T15:17:51.609" v="7964" actId="478"/>
          <ac:spMkLst>
            <pc:docMk/>
            <pc:sldMk cId="3022186069" sldId="309"/>
            <ac:spMk id="143" creationId="{1BF0FAEE-CB18-6416-2206-E70D02520E95}"/>
          </ac:spMkLst>
        </pc:spChg>
        <pc:spChg chg="mod ord">
          <ac:chgData name="musukie52@gmail.com" userId="017bd91f96aa8751" providerId="LiveId" clId="{5B2C3894-F97E-4CAB-8812-5BB4D83AAC6A}" dt="2026-01-22T18:03:32.436" v="8533" actId="167"/>
          <ac:spMkLst>
            <pc:docMk/>
            <pc:sldMk cId="3022186069" sldId="309"/>
            <ac:spMk id="145" creationId="{69DA2764-1EB5-A102-1A0F-02DE3CF3B669}"/>
          </ac:spMkLst>
        </pc:spChg>
        <pc:spChg chg="mod">
          <ac:chgData name="musukie52@gmail.com" userId="017bd91f96aa8751" providerId="LiveId" clId="{5B2C3894-F97E-4CAB-8812-5BB4D83AAC6A}" dt="2026-01-22T15:31:35.544" v="8134" actId="1076"/>
          <ac:spMkLst>
            <pc:docMk/>
            <pc:sldMk cId="3022186069" sldId="309"/>
            <ac:spMk id="146" creationId="{D65C64AF-F9BA-5F55-E8CC-F813D0EB85B9}"/>
          </ac:spMkLst>
        </pc:spChg>
        <pc:spChg chg="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56" creationId="{9BC572F6-776B-544A-9BFC-EB0F52C9D9CA}"/>
          </ac:spMkLst>
        </pc:spChg>
        <pc:spChg chg="add del mod ord">
          <ac:chgData name="musukie52@gmail.com" userId="017bd91f96aa8751" providerId="LiveId" clId="{5B2C3894-F97E-4CAB-8812-5BB4D83AAC6A}" dt="2026-01-22T18:06:59.783" v="8594" actId="166"/>
          <ac:spMkLst>
            <pc:docMk/>
            <pc:sldMk cId="3022186069" sldId="309"/>
            <ac:spMk id="157" creationId="{798E6BE4-396E-6C7D-C392-254DC9F3A220}"/>
          </ac:spMkLst>
        </pc:spChg>
        <pc:spChg chg="mod ord topLvl">
          <ac:chgData name="musukie52@gmail.com" userId="017bd91f96aa8751" providerId="LiveId" clId="{5B2C3894-F97E-4CAB-8812-5BB4D83AAC6A}" dt="2026-01-22T15:01:14.222" v="7538" actId="1036"/>
          <ac:spMkLst>
            <pc:docMk/>
            <pc:sldMk cId="3022186069" sldId="309"/>
            <ac:spMk id="158" creationId="{6217BF74-C59C-F842-5CC0-D20BD70C7841}"/>
          </ac:spMkLst>
        </pc:spChg>
        <pc:spChg chg="mod ord topLvl">
          <ac:chgData name="musukie52@gmail.com" userId="017bd91f96aa8751" providerId="LiveId" clId="{5B2C3894-F97E-4CAB-8812-5BB4D83AAC6A}" dt="2026-01-22T15:01:40.243" v="7546" actId="1035"/>
          <ac:spMkLst>
            <pc:docMk/>
            <pc:sldMk cId="3022186069" sldId="309"/>
            <ac:spMk id="159" creationId="{874301DE-1522-1F79-14B3-C1E991A7A48F}"/>
          </ac:spMkLst>
        </pc:spChg>
        <pc:spChg chg="add del mod ord">
          <ac:chgData name="musukie52@gmail.com" userId="017bd91f96aa8751" providerId="LiveId" clId="{5B2C3894-F97E-4CAB-8812-5BB4D83AAC6A}" dt="2026-01-22T18:13:44.102" v="8689"/>
          <ac:spMkLst>
            <pc:docMk/>
            <pc:sldMk cId="3022186069" sldId="309"/>
            <ac:spMk id="160" creationId="{EE601906-3CCE-C7F3-7B12-EF96E4394E14}"/>
          </ac:spMkLst>
        </pc:spChg>
        <pc:spChg chg="mod or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63" creationId="{928BD98D-B373-9387-96CD-94A98AE2DBA6}"/>
          </ac:spMkLst>
        </pc:spChg>
        <pc:spChg chg="mod or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95" creationId="{65B5B11D-F2A0-8778-6911-0C5A41405928}"/>
          </ac:spMkLst>
        </pc:spChg>
        <pc:spChg chg="mod ord">
          <ac:chgData name="musukie52@gmail.com" userId="017bd91f96aa8751" providerId="LiveId" clId="{5B2C3894-F97E-4CAB-8812-5BB4D83AAC6A}" dt="2026-01-22T15:02:40.440" v="7565" actId="1036"/>
          <ac:spMkLst>
            <pc:docMk/>
            <pc:sldMk cId="3022186069" sldId="309"/>
            <ac:spMk id="199" creationId="{5846928E-BEBA-B5F1-C634-8A493CFD18B2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02" creationId="{E62194DD-69A7-C593-9C16-83C35A0CC2FA}"/>
          </ac:spMkLst>
        </pc:spChg>
        <pc:spChg chg="add mod">
          <ac:chgData name="musukie52@gmail.com" userId="017bd91f96aa8751" providerId="LiveId" clId="{5B2C3894-F97E-4CAB-8812-5BB4D83AAC6A}" dt="2026-01-22T15:17:52.167" v="7965"/>
          <ac:spMkLst>
            <pc:docMk/>
            <pc:sldMk cId="3022186069" sldId="309"/>
            <ac:spMk id="203" creationId="{A33B7FD6-546C-33A7-2C50-495F18C49CEB}"/>
          </ac:spMkLst>
        </pc:spChg>
        <pc:spChg chg="add mod">
          <ac:chgData name="musukie52@gmail.com" userId="017bd91f96aa8751" providerId="LiveId" clId="{5B2C3894-F97E-4CAB-8812-5BB4D83AAC6A}" dt="2026-01-22T15:18:37.140" v="7993" actId="1076"/>
          <ac:spMkLst>
            <pc:docMk/>
            <pc:sldMk cId="3022186069" sldId="309"/>
            <ac:spMk id="204" creationId="{405005CC-B0BA-120E-1938-5E89AE70DC78}"/>
          </ac:spMkLst>
        </pc:spChg>
        <pc:spChg chg="add mod">
          <ac:chgData name="musukie52@gmail.com" userId="017bd91f96aa8751" providerId="LiveId" clId="{5B2C3894-F97E-4CAB-8812-5BB4D83AAC6A}" dt="2026-01-22T15:31:05.581" v="8130"/>
          <ac:spMkLst>
            <pc:docMk/>
            <pc:sldMk cId="3022186069" sldId="309"/>
            <ac:spMk id="206" creationId="{7405985D-3568-0496-86DD-1E8EC0335D0F}"/>
          </ac:spMkLst>
        </pc:spChg>
        <pc:grpChg chg="add del mod">
          <ac:chgData name="musukie52@gmail.com" userId="017bd91f96aa8751" providerId="LiveId" clId="{5B2C3894-F97E-4CAB-8812-5BB4D83AAC6A}" dt="2026-01-22T11:04:10.007" v="3953" actId="165"/>
          <ac:grpSpMkLst>
            <pc:docMk/>
            <pc:sldMk cId="3022186069" sldId="309"/>
            <ac:grpSpMk id="34" creationId="{7E732B33-782B-BE58-BD49-2914E7308BCB}"/>
          </ac:grpSpMkLst>
        </pc:grpChg>
        <pc:grpChg chg="add del mod">
          <ac:chgData name="musukie52@gmail.com" userId="017bd91f96aa8751" providerId="LiveId" clId="{5B2C3894-F97E-4CAB-8812-5BB4D83AAC6A}" dt="2026-01-22T11:04:26.143" v="3958" actId="165"/>
          <ac:grpSpMkLst>
            <pc:docMk/>
            <pc:sldMk cId="3022186069" sldId="309"/>
            <ac:grpSpMk id="42" creationId="{CD8BEE97-770E-AA0F-00B3-0862A3159419}"/>
          </ac:grpSpMkLst>
        </pc:grpChg>
        <pc:grpChg chg="add del mod">
          <ac:chgData name="musukie52@gmail.com" userId="017bd91f96aa8751" providerId="LiveId" clId="{5B2C3894-F97E-4CAB-8812-5BB4D83AAC6A}" dt="2026-01-22T11:04:54.947" v="3967" actId="165"/>
          <ac:grpSpMkLst>
            <pc:docMk/>
            <pc:sldMk cId="3022186069" sldId="309"/>
            <ac:grpSpMk id="43" creationId="{BE327F54-E60D-CAF5-D329-5FEB573D960B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81" creationId="{AB68D725-7105-EC1C-AC6E-216BD2F0BFE5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82" creationId="{C744B8C4-230B-5509-45D9-1288425B102B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90" creationId="{33D75B2A-207D-3D7E-0F08-EBF9914044C6}"/>
          </ac:grpSpMkLst>
        </pc:grpChg>
        <pc:picChg chg="add mod modCrop">
          <ac:chgData name="musukie52@gmail.com" userId="017bd91f96aa8751" providerId="LiveId" clId="{5B2C3894-F97E-4CAB-8812-5BB4D83AAC6A}" dt="2026-01-22T03:57:26.038" v="2804" actId="1035"/>
          <ac:picMkLst>
            <pc:docMk/>
            <pc:sldMk cId="3022186069" sldId="309"/>
            <ac:picMk id="2" creationId="{BEABC2FC-8C35-BA6E-B469-A8FC5BD5ACDD}"/>
          </ac:picMkLst>
        </pc:picChg>
        <pc:picChg chg="add del mod modCrop">
          <ac:chgData name="musukie52@gmail.com" userId="017bd91f96aa8751" providerId="LiveId" clId="{5B2C3894-F97E-4CAB-8812-5BB4D83AAC6A}" dt="2026-01-22T03:48:37.561" v="2673" actId="478"/>
          <ac:picMkLst>
            <pc:docMk/>
            <pc:sldMk cId="3022186069" sldId="309"/>
            <ac:picMk id="3" creationId="{DB1E016B-E1A6-CB31-C122-8266D798C41C}"/>
          </ac:picMkLst>
        </pc:picChg>
        <pc:picChg chg="mod ord modCrop">
          <ac:chgData name="musukie52@gmail.com" userId="017bd91f96aa8751" providerId="LiveId" clId="{5B2C3894-F97E-4CAB-8812-5BB4D83AAC6A}" dt="2026-01-22T18:03:26.685" v="8532" actId="167"/>
          <ac:picMkLst>
            <pc:docMk/>
            <pc:sldMk cId="3022186069" sldId="309"/>
            <ac:picMk id="4" creationId="{2583F5E7-9C89-85D3-5868-C40AF39C8D57}"/>
          </ac:picMkLst>
        </pc:picChg>
        <pc:picChg chg="add mod modCrop">
          <ac:chgData name="musukie52@gmail.com" userId="017bd91f96aa8751" providerId="LiveId" clId="{5B2C3894-F97E-4CAB-8812-5BB4D83AAC6A}" dt="2026-01-22T04:22:01.427" v="3354" actId="1037"/>
          <ac:picMkLst>
            <pc:docMk/>
            <pc:sldMk cId="3022186069" sldId="309"/>
            <ac:picMk id="5" creationId="{532FF9DA-2801-CD39-0F71-87C8EA0E3505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7" creationId="{5ABE3634-E424-F00E-A1E1-68DB22B8926C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9" creationId="{9EE20EE9-1D3C-503A-E9CA-8BD98067146E}"/>
          </ac:picMkLst>
        </pc:picChg>
        <pc:picChg chg="add mod modCrop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0" creationId="{B6D71537-B767-15BD-765B-FECA990EFC0D}"/>
          </ac:picMkLst>
        </pc:picChg>
        <pc:picChg chg="add del mod">
          <ac:chgData name="musukie52@gmail.com" userId="017bd91f96aa8751" providerId="LiveId" clId="{5B2C3894-F97E-4CAB-8812-5BB4D83AAC6A}" dt="2026-01-22T04:04:20.472" v="2981" actId="478"/>
          <ac:picMkLst>
            <pc:docMk/>
            <pc:sldMk cId="3022186069" sldId="309"/>
            <ac:picMk id="27" creationId="{C5E11D26-579B-3C23-F24A-4EE643480A85}"/>
          </ac:picMkLst>
        </pc:picChg>
        <pc:picChg chg="add mod ord topLvl modCrop">
          <ac:chgData name="musukie52@gmail.com" userId="017bd91f96aa8751" providerId="LiveId" clId="{5B2C3894-F97E-4CAB-8812-5BB4D83AAC6A}" dt="2026-01-22T11:04:10.007" v="3953" actId="165"/>
          <ac:picMkLst>
            <pc:docMk/>
            <pc:sldMk cId="3022186069" sldId="309"/>
            <ac:picMk id="29" creationId="{6076F7E2-0F66-1C9D-2DB3-223DA4769E63}"/>
          </ac:picMkLst>
        </pc:picChg>
        <pc:picChg chg="add mod">
          <ac:chgData name="musukie52@gmail.com" userId="017bd91f96aa8751" providerId="LiveId" clId="{5B2C3894-F97E-4CAB-8812-5BB4D83AAC6A}" dt="2026-01-22T04:10:20.491" v="3088"/>
          <ac:picMkLst>
            <pc:docMk/>
            <pc:sldMk cId="3022186069" sldId="309"/>
            <ac:picMk id="30" creationId="{4C34E8F4-C290-DA3B-356E-D4CC80CA0BFA}"/>
          </ac:picMkLst>
        </pc:picChg>
        <pc:picChg chg="add mod topLvl">
          <ac:chgData name="musukie52@gmail.com" userId="017bd91f96aa8751" providerId="LiveId" clId="{5B2C3894-F97E-4CAB-8812-5BB4D83AAC6A}" dt="2026-01-22T11:04:22.291" v="3957" actId="692"/>
          <ac:picMkLst>
            <pc:docMk/>
            <pc:sldMk cId="3022186069" sldId="309"/>
            <ac:picMk id="31" creationId="{5D8039FB-69C4-CC7C-058D-26A8C2F139DF}"/>
          </ac:picMkLst>
        </pc:picChg>
        <pc:picChg chg="add del mod ord topLvl">
          <ac:chgData name="musukie52@gmail.com" userId="017bd91f96aa8751" providerId="LiveId" clId="{5B2C3894-F97E-4CAB-8812-5BB4D83AAC6A}" dt="2026-01-22T14:51:00.841" v="7383" actId="478"/>
          <ac:picMkLst>
            <pc:docMk/>
            <pc:sldMk cId="3022186069" sldId="309"/>
            <ac:picMk id="32" creationId="{7411D4E9-7D93-8486-6040-53F7A45CC7E2}"/>
          </ac:picMkLst>
        </pc:picChg>
        <pc:picChg chg="add del mod">
          <ac:chgData name="musukie52@gmail.com" userId="017bd91f96aa8751" providerId="LiveId" clId="{5B2C3894-F97E-4CAB-8812-5BB4D83AAC6A}" dt="2026-01-22T12:39:30.189" v="6128" actId="21"/>
          <ac:picMkLst>
            <pc:docMk/>
            <pc:sldMk cId="3022186069" sldId="309"/>
            <ac:picMk id="79" creationId="{28C4B503-5414-665C-805B-B33DF4AFB52C}"/>
          </ac:picMkLst>
        </pc:picChg>
        <pc:picChg chg="add mod or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5" creationId="{7761BFF0-11C8-16F0-1195-282E6642CD83}"/>
          </ac:picMkLst>
        </pc:picChg>
        <pc:picChg chg="add mo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6" creationId="{E4B3099E-44D0-32D1-319E-337AC05615BC}"/>
          </ac:picMkLst>
        </pc:picChg>
        <pc:picChg chg="add mo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7" creationId="{59F4910E-EA59-353E-5E6B-F3479468752C}"/>
          </ac:picMkLst>
        </pc:picChg>
        <pc:picChg chg="add mod">
          <ac:chgData name="musukie52@gmail.com" userId="017bd91f96aa8751" providerId="LiveId" clId="{5B2C3894-F97E-4CAB-8812-5BB4D83AAC6A}" dt="2026-01-22T14:58:51.603" v="7482" actId="1076"/>
          <ac:picMkLst>
            <pc:docMk/>
            <pc:sldMk cId="3022186069" sldId="309"/>
            <ac:picMk id="109" creationId="{CEA0D663-C78F-7C43-8B0B-7F9D2FDB827D}"/>
          </ac:picMkLst>
        </pc:picChg>
        <pc:picChg chg="add mod">
          <ac:chgData name="musukie52@gmail.com" userId="017bd91f96aa8751" providerId="LiveId" clId="{5B2C3894-F97E-4CAB-8812-5BB4D83AAC6A}" dt="2026-01-22T14:58:49.168" v="7476" actId="1076"/>
          <ac:picMkLst>
            <pc:docMk/>
            <pc:sldMk cId="3022186069" sldId="309"/>
            <ac:picMk id="110" creationId="{33E01598-8741-E814-1A0B-6522072FB64E}"/>
          </ac:picMkLst>
        </pc:picChg>
        <pc:picChg chg="add mod ord">
          <ac:chgData name="musukie52@gmail.com" userId="017bd91f96aa8751" providerId="LiveId" clId="{5B2C3894-F97E-4CAB-8812-5BB4D83AAC6A}" dt="2026-01-22T18:06:59.783" v="8594" actId="166"/>
          <ac:picMkLst>
            <pc:docMk/>
            <pc:sldMk cId="3022186069" sldId="309"/>
            <ac:picMk id="111" creationId="{61A4FCC2-44B9-EB31-51B0-26D7DA496ED9}"/>
          </ac:picMkLst>
        </pc:picChg>
        <pc:picChg chg="add mod">
          <ac:chgData name="musukie52@gmail.com" userId="017bd91f96aa8751" providerId="LiveId" clId="{5B2C3894-F97E-4CAB-8812-5BB4D83AAC6A}" dt="2026-01-22T15:01:14.222" v="7538" actId="1036"/>
          <ac:picMkLst>
            <pc:docMk/>
            <pc:sldMk cId="3022186069" sldId="309"/>
            <ac:picMk id="112" creationId="{9B4469D3-FA74-6873-CEF5-554CB2ED0A07}"/>
          </ac:picMkLst>
        </pc:picChg>
        <pc:picChg chg="add mod">
          <ac:chgData name="musukie52@gmail.com" userId="017bd91f96aa8751" providerId="LiveId" clId="{5B2C3894-F97E-4CAB-8812-5BB4D83AAC6A}" dt="2026-01-22T15:01:14.222" v="7538" actId="1036"/>
          <ac:picMkLst>
            <pc:docMk/>
            <pc:sldMk cId="3022186069" sldId="309"/>
            <ac:picMk id="113" creationId="{80EBEF2D-4195-0801-68A9-EFAC12E3671B}"/>
          </ac:picMkLst>
        </pc:picChg>
        <pc:picChg chg="add mod">
          <ac:chgData name="musukie52@gmail.com" userId="017bd91f96aa8751" providerId="LiveId" clId="{5B2C3894-F97E-4CAB-8812-5BB4D83AAC6A}" dt="2026-01-22T15:01:05.183" v="7532" actId="1035"/>
          <ac:picMkLst>
            <pc:docMk/>
            <pc:sldMk cId="3022186069" sldId="309"/>
            <ac:picMk id="114" creationId="{4751DD48-6BFB-D2BA-AC51-51651C1BB9E0}"/>
          </ac:picMkLst>
        </pc:picChg>
        <pc:picChg chg="add mod">
          <ac:chgData name="musukie52@gmail.com" userId="017bd91f96aa8751" providerId="LiveId" clId="{5B2C3894-F97E-4CAB-8812-5BB4D83AAC6A}" dt="2026-01-22T15:01:57.799" v="7553" actId="1036"/>
          <ac:picMkLst>
            <pc:docMk/>
            <pc:sldMk cId="3022186069" sldId="309"/>
            <ac:picMk id="115" creationId="{AFF580A8-FE1F-2E82-10F0-75F9DF98624A}"/>
          </ac:picMkLst>
        </pc:picChg>
        <pc:picChg chg="add mod">
          <ac:chgData name="musukie52@gmail.com" userId="017bd91f96aa8751" providerId="LiveId" clId="{5B2C3894-F97E-4CAB-8812-5BB4D83AAC6A}" dt="2026-01-22T15:02:29.390" v="7562" actId="1076"/>
          <ac:picMkLst>
            <pc:docMk/>
            <pc:sldMk cId="3022186069" sldId="309"/>
            <ac:picMk id="116" creationId="{379EFBC1-540C-EA6B-FD65-D79F6765331E}"/>
          </ac:picMkLst>
        </pc:picChg>
        <pc:picChg chg="add del mod">
          <ac:chgData name="musukie52@gmail.com" userId="017bd91f96aa8751" providerId="LiveId" clId="{5B2C3894-F97E-4CAB-8812-5BB4D83AAC6A}" dt="2026-01-22T18:03:22.488" v="8531" actId="478"/>
          <ac:picMkLst>
            <pc:docMk/>
            <pc:sldMk cId="3022186069" sldId="309"/>
            <ac:picMk id="127" creationId="{A99EFA23-511B-4B7D-522D-C3B094E59AEE}"/>
          </ac:picMkLst>
        </pc:picChg>
        <pc:picChg chg="mod topLvl">
          <ac:chgData name="musukie52@gmail.com" userId="017bd91f96aa8751" providerId="LiveId" clId="{5B2C3894-F97E-4CAB-8812-5BB4D83AAC6A}" dt="2026-01-22T11:05:06.322" v="3971" actId="692"/>
          <ac:picMkLst>
            <pc:docMk/>
            <pc:sldMk cId="3022186069" sldId="309"/>
            <ac:picMk id="130" creationId="{E87131B3-D532-A234-44D8-4AB619B626B2}"/>
          </ac:picMkLst>
        </pc:picChg>
        <pc:picChg chg="mod">
          <ac:chgData name="musukie52@gmail.com" userId="017bd91f96aa8751" providerId="LiveId" clId="{5B2C3894-F97E-4CAB-8812-5BB4D83AAC6A}" dt="2026-01-22T11:04:01.298" v="3952" actId="207"/>
          <ac:picMkLst>
            <pc:docMk/>
            <pc:sldMk cId="3022186069" sldId="309"/>
            <ac:picMk id="131" creationId="{9023B027-06D6-DFEE-F91A-B1E7201E565D}"/>
          </ac:picMkLst>
        </pc:picChg>
        <pc:picChg chg="mod topLvl">
          <ac:chgData name="musukie52@gmail.com" userId="017bd91f96aa8751" providerId="LiveId" clId="{5B2C3894-F97E-4CAB-8812-5BB4D83AAC6A}" dt="2026-01-22T11:11:11.698" v="4082" actId="1076"/>
          <ac:picMkLst>
            <pc:docMk/>
            <pc:sldMk cId="3022186069" sldId="309"/>
            <ac:picMk id="132" creationId="{71B893E2-0FBD-1332-FC0E-89345D808859}"/>
          </ac:picMkLst>
        </pc:picChg>
        <pc:picChg chg="mod ord">
          <ac:chgData name="musukie52@gmail.com" userId="017bd91f96aa8751" providerId="LiveId" clId="{5B2C3894-F97E-4CAB-8812-5BB4D83AAC6A}" dt="2026-01-22T14:50:41.024" v="7379" actId="167"/>
          <ac:picMkLst>
            <pc:docMk/>
            <pc:sldMk cId="3022186069" sldId="309"/>
            <ac:picMk id="133" creationId="{1B8F74F7-EE82-73A4-77CE-B3B1DCDC14A3}"/>
          </ac:picMkLst>
        </pc:picChg>
        <pc:picChg chg="del mod topLvl">
          <ac:chgData name="musukie52@gmail.com" userId="017bd91f96aa8751" providerId="LiveId" clId="{5B2C3894-F97E-4CAB-8812-5BB4D83AAC6A}" dt="2026-01-22T14:51:01.663" v="7384" actId="478"/>
          <ac:picMkLst>
            <pc:docMk/>
            <pc:sldMk cId="3022186069" sldId="309"/>
            <ac:picMk id="151" creationId="{DFA109AF-73ED-CAB0-A339-EE39F989A944}"/>
          </ac:picMkLst>
        </pc:picChg>
        <pc:picChg chg="del">
          <ac:chgData name="musukie52@gmail.com" userId="017bd91f96aa8751" providerId="LiveId" clId="{5B2C3894-F97E-4CAB-8812-5BB4D83AAC6A}" dt="2026-01-22T14:50:12.973" v="7371" actId="478"/>
          <ac:picMkLst>
            <pc:docMk/>
            <pc:sldMk cId="3022186069" sldId="309"/>
            <ac:picMk id="152" creationId="{A6FDE98E-36C0-9190-25F4-83084CA1A6A4}"/>
          </ac:picMkLst>
        </pc:picChg>
        <pc:picChg chg="add del mod modCrop">
          <ac:chgData name="musukie52@gmail.com" userId="017bd91f96aa8751" providerId="LiveId" clId="{5B2C3894-F97E-4CAB-8812-5BB4D83AAC6A}" dt="2026-01-22T14:59:30.807" v="7505" actId="478"/>
          <ac:picMkLst>
            <pc:docMk/>
            <pc:sldMk cId="3022186069" sldId="309"/>
            <ac:picMk id="153" creationId="{73186442-37C8-15E2-B665-0A9058F4A0AF}"/>
          </ac:picMkLst>
        </pc:picChg>
        <pc:picChg chg="del mod topLvl">
          <ac:chgData name="musukie52@gmail.com" userId="017bd91f96aa8751" providerId="LiveId" clId="{5B2C3894-F97E-4CAB-8812-5BB4D83AAC6A}" dt="2026-01-22T14:51:06.628" v="7388" actId="478"/>
          <ac:picMkLst>
            <pc:docMk/>
            <pc:sldMk cId="3022186069" sldId="309"/>
            <ac:picMk id="154" creationId="{05D1C81F-D101-FA3B-8D4B-64921602CC7D}"/>
          </ac:picMkLst>
        </pc:picChg>
        <pc:picChg chg="del">
          <ac:chgData name="musukie52@gmail.com" userId="017bd91f96aa8751" providerId="LiveId" clId="{5B2C3894-F97E-4CAB-8812-5BB4D83AAC6A}" dt="2026-01-22T14:51:10.545" v="7391" actId="478"/>
          <ac:picMkLst>
            <pc:docMk/>
            <pc:sldMk cId="3022186069" sldId="309"/>
            <ac:picMk id="155" creationId="{AA41BA42-80F4-6707-9514-EBBA5A3536CB}"/>
          </ac:picMkLst>
        </pc:picChg>
        <pc:picChg chg="mod">
          <ac:chgData name="musukie52@gmail.com" userId="017bd91f96aa8751" providerId="LiveId" clId="{5B2C3894-F97E-4CAB-8812-5BB4D83AAC6A}" dt="2026-01-22T11:05:17.549" v="3975" actId="692"/>
          <ac:picMkLst>
            <pc:docMk/>
            <pc:sldMk cId="3022186069" sldId="309"/>
            <ac:picMk id="161" creationId="{342AE6C9-F081-5B0A-94BA-37029D99FEEE}"/>
          </ac:picMkLst>
        </pc:picChg>
        <pc:picChg chg="del ord">
          <ac:chgData name="musukie52@gmail.com" userId="017bd91f96aa8751" providerId="LiveId" clId="{5B2C3894-F97E-4CAB-8812-5BB4D83AAC6A}" dt="2026-01-22T14:51:02.763" v="7385" actId="478"/>
          <ac:picMkLst>
            <pc:docMk/>
            <pc:sldMk cId="3022186069" sldId="309"/>
            <ac:picMk id="162" creationId="{0401A44F-2588-612A-BAC0-750EB40B2C0C}"/>
          </ac:picMkLst>
        </pc:picChg>
        <pc:picChg chg="del">
          <ac:chgData name="musukie52@gmail.com" userId="017bd91f96aa8751" providerId="LiveId" clId="{5B2C3894-F97E-4CAB-8812-5BB4D83AAC6A}" dt="2026-01-22T03:47:51.855" v="2664" actId="478"/>
          <ac:picMkLst>
            <pc:docMk/>
            <pc:sldMk cId="3022186069" sldId="309"/>
            <ac:picMk id="172" creationId="{3E188FD9-2550-6A35-AB32-E0103E61AFC1}"/>
          </ac:picMkLst>
        </pc:picChg>
        <pc:picChg chg="mod">
          <ac:chgData name="musukie52@gmail.com" userId="017bd91f96aa8751" providerId="LiveId" clId="{5B2C3894-F97E-4CAB-8812-5BB4D83AAC6A}" dt="2026-01-22T11:05:27.197" v="3979" actId="692"/>
          <ac:picMkLst>
            <pc:docMk/>
            <pc:sldMk cId="3022186069" sldId="309"/>
            <ac:picMk id="192" creationId="{9EED9DAD-37A5-60CC-1840-D8DF6AA5C68B}"/>
          </ac:picMkLst>
        </pc:picChg>
        <pc:picChg chg="del">
          <ac:chgData name="musukie52@gmail.com" userId="017bd91f96aa8751" providerId="LiveId" clId="{5B2C3894-F97E-4CAB-8812-5BB4D83AAC6A}" dt="2026-01-22T03:49:24.689" v="2680" actId="478"/>
          <ac:picMkLst>
            <pc:docMk/>
            <pc:sldMk cId="3022186069" sldId="309"/>
            <ac:picMk id="193" creationId="{0D748E21-C505-1D35-E8F7-8C61BD2EBE8E}"/>
          </ac:picMkLst>
        </pc:picChg>
        <pc:picChg chg="del mod ord">
          <ac:chgData name="musukie52@gmail.com" userId="017bd91f96aa8751" providerId="LiveId" clId="{5B2C3894-F97E-4CAB-8812-5BB4D83AAC6A}" dt="2026-01-22T14:51:04.448" v="7386" actId="478"/>
          <ac:picMkLst>
            <pc:docMk/>
            <pc:sldMk cId="3022186069" sldId="309"/>
            <ac:picMk id="194" creationId="{1E96EB3F-EF3F-C57F-B341-3267D20EAF43}"/>
          </ac:picMkLst>
        </pc:picChg>
        <pc:picChg chg="mod">
          <ac:chgData name="musukie52@gmail.com" userId="017bd91f96aa8751" providerId="LiveId" clId="{5B2C3894-F97E-4CAB-8812-5BB4D83AAC6A}" dt="2026-01-22T11:05:34.002" v="3983" actId="692"/>
          <ac:picMkLst>
            <pc:docMk/>
            <pc:sldMk cId="3022186069" sldId="309"/>
            <ac:picMk id="196" creationId="{8548D212-2DFF-0876-41D0-6156EE51AD23}"/>
          </ac:picMkLst>
        </pc:picChg>
        <pc:picChg chg="del">
          <ac:chgData name="musukie52@gmail.com" userId="017bd91f96aa8751" providerId="LiveId" clId="{5B2C3894-F97E-4CAB-8812-5BB4D83AAC6A}" dt="2026-01-22T03:51:03.742" v="2694" actId="478"/>
          <ac:picMkLst>
            <pc:docMk/>
            <pc:sldMk cId="3022186069" sldId="309"/>
            <ac:picMk id="197" creationId="{76B6CD44-7AA4-A809-7BD2-772F4C87BEF5}"/>
          </ac:picMkLst>
        </pc:picChg>
        <pc:picChg chg="del mod ord">
          <ac:chgData name="musukie52@gmail.com" userId="017bd91f96aa8751" providerId="LiveId" clId="{5B2C3894-F97E-4CAB-8812-5BB4D83AAC6A}" dt="2026-01-22T14:51:05.586" v="7387" actId="478"/>
          <ac:picMkLst>
            <pc:docMk/>
            <pc:sldMk cId="3022186069" sldId="309"/>
            <ac:picMk id="198" creationId="{F197C0CB-13D2-F179-5350-0AF43059B1DD}"/>
          </ac:picMkLst>
        </pc:picChg>
        <pc:picChg chg="mod modCrop">
          <ac:chgData name="musukie52@gmail.com" userId="017bd91f96aa8751" providerId="LiveId" clId="{5B2C3894-F97E-4CAB-8812-5BB4D83AAC6A}" dt="2026-01-22T04:22:09.409" v="3369" actId="1036"/>
          <ac:picMkLst>
            <pc:docMk/>
            <pc:sldMk cId="3022186069" sldId="309"/>
            <ac:picMk id="201" creationId="{A555DC6F-F28C-BDDC-2689-B3F90E27F45B}"/>
          </ac:picMkLst>
        </pc:picChg>
        <pc:picChg chg="add mod ord">
          <ac:chgData name="musukie52@gmail.com" userId="017bd91f96aa8751" providerId="LiveId" clId="{5B2C3894-F97E-4CAB-8812-5BB4D83AAC6A}" dt="2026-01-22T18:03:35.435" v="8534" actId="167"/>
          <ac:picMkLst>
            <pc:docMk/>
            <pc:sldMk cId="3022186069" sldId="309"/>
            <ac:picMk id="205" creationId="{3E15F212-8089-ED90-9EF2-64417F9E1CEB}"/>
          </ac:picMkLst>
        </pc:picChg>
        <pc:picChg chg="add mod ord">
          <ac:chgData name="musukie52@gmail.com" userId="017bd91f96aa8751" providerId="LiveId" clId="{5B2C3894-F97E-4CAB-8812-5BB4D83AAC6A}" dt="2026-01-22T15:30:58.714" v="8113" actId="167"/>
          <ac:picMkLst>
            <pc:docMk/>
            <pc:sldMk cId="3022186069" sldId="309"/>
            <ac:picMk id="207" creationId="{0D0708B9-5244-1CFF-65D6-AE39B1E89D54}"/>
          </ac:picMkLst>
        </pc:picChg>
        <pc:picChg chg="add del mod modCrop">
          <ac:chgData name="musukie52@gmail.com" userId="017bd91f96aa8751" providerId="LiveId" clId="{5B2C3894-F97E-4CAB-8812-5BB4D83AAC6A}" dt="2026-01-22T18:04:31.676" v="8552" actId="21"/>
          <ac:picMkLst>
            <pc:docMk/>
            <pc:sldMk cId="3022186069" sldId="309"/>
            <ac:picMk id="208" creationId="{77609F00-0992-0E5D-2F00-49BCA61D7FB5}"/>
          </ac:picMkLst>
        </pc:picChg>
        <pc:picChg chg="add mod ord">
          <ac:chgData name="musukie52@gmail.com" userId="017bd91f96aa8751" providerId="LiveId" clId="{5B2C3894-F97E-4CAB-8812-5BB4D83AAC6A}" dt="2026-01-22T18:03:16.197" v="8528" actId="167"/>
          <ac:picMkLst>
            <pc:docMk/>
            <pc:sldMk cId="3022186069" sldId="309"/>
            <ac:picMk id="209" creationId="{7058C0D8-83FB-A88B-3065-6B4D43C9C172}"/>
          </ac:picMkLst>
        </pc:picChg>
        <pc:picChg chg="add mod modCrop">
          <ac:chgData name="musukie52@gmail.com" userId="017bd91f96aa8751" providerId="LiveId" clId="{5B2C3894-F97E-4CAB-8812-5BB4D83AAC6A}" dt="2026-01-22T18:06:52.296" v="8593" actId="732"/>
          <ac:picMkLst>
            <pc:docMk/>
            <pc:sldMk cId="3022186069" sldId="309"/>
            <ac:picMk id="210" creationId="{5AF48C7E-E8B4-8BE7-B077-EACE66DAD662}"/>
          </ac:picMkLst>
        </pc:picChg>
        <pc:cxnChg chg="add del mod">
          <ac:chgData name="musukie52@gmail.com" userId="017bd91f96aa8751" providerId="LiveId" clId="{5B2C3894-F97E-4CAB-8812-5BB4D83AAC6A}" dt="2026-01-22T10:45:43.034" v="3557" actId="21"/>
          <ac:cxnSpMkLst>
            <pc:docMk/>
            <pc:sldMk cId="3022186069" sldId="309"/>
            <ac:cxnSpMk id="3" creationId="{D8792900-FA5E-936F-6308-1352F381C085}"/>
          </ac:cxnSpMkLst>
        </pc:cxnChg>
        <pc:cxnChg chg="add mod">
          <ac:chgData name="musukie52@gmail.com" userId="017bd91f96aa8751" providerId="LiveId" clId="{5B2C3894-F97E-4CAB-8812-5BB4D83AAC6A}" dt="2026-01-22T10:53:55.620" v="3603" actId="1076"/>
          <ac:cxnSpMkLst>
            <pc:docMk/>
            <pc:sldMk cId="3022186069" sldId="309"/>
            <ac:cxnSpMk id="6" creationId="{E8B5A051-100D-4757-FAAC-56BC80425B96}"/>
          </ac:cxnSpMkLst>
        </pc:cxnChg>
        <pc:cxnChg chg="add del mod">
          <ac:chgData name="musukie52@gmail.com" userId="017bd91f96aa8751" providerId="LiveId" clId="{5B2C3894-F97E-4CAB-8812-5BB4D83AAC6A}" dt="2026-01-22T10:50:41.419" v="3581" actId="478"/>
          <ac:cxnSpMkLst>
            <pc:docMk/>
            <pc:sldMk cId="3022186069" sldId="309"/>
            <ac:cxnSpMk id="11" creationId="{D23269C6-722E-5145-37F8-C8ABF1F2D415}"/>
          </ac:cxnSpMkLst>
        </pc:cxnChg>
        <pc:cxnChg chg="add del">
          <ac:chgData name="musukie52@gmail.com" userId="017bd91f96aa8751" providerId="LiveId" clId="{5B2C3894-F97E-4CAB-8812-5BB4D83AAC6A}" dt="2026-01-22T10:50:35.792" v="3579" actId="478"/>
          <ac:cxnSpMkLst>
            <pc:docMk/>
            <pc:sldMk cId="3022186069" sldId="309"/>
            <ac:cxnSpMk id="14" creationId="{701A6C45-4645-D4AC-9815-153D448F287C}"/>
          </ac:cxnSpMkLst>
        </pc:cxnChg>
        <pc:cxnChg chg="add del mod">
          <ac:chgData name="musukie52@gmail.com" userId="017bd91f96aa8751" providerId="LiveId" clId="{5B2C3894-F97E-4CAB-8812-5BB4D83AAC6A}" dt="2026-01-22T10:50:42.405" v="3582" actId="478"/>
          <ac:cxnSpMkLst>
            <pc:docMk/>
            <pc:sldMk cId="3022186069" sldId="309"/>
            <ac:cxnSpMk id="15" creationId="{647EAF63-FD76-B632-9FE6-085C614EE19B}"/>
          </ac:cxnSpMkLst>
        </pc:cxnChg>
        <pc:cxnChg chg="add mod">
          <ac:chgData name="musukie52@gmail.com" userId="017bd91f96aa8751" providerId="LiveId" clId="{5B2C3894-F97E-4CAB-8812-5BB4D83AAC6A}" dt="2026-01-22T10:51:45.888" v="3597" actId="14100"/>
          <ac:cxnSpMkLst>
            <pc:docMk/>
            <pc:sldMk cId="3022186069" sldId="309"/>
            <ac:cxnSpMk id="16" creationId="{EF7809DB-5468-1815-3B25-DEA1F868B458}"/>
          </ac:cxnSpMkLst>
        </pc:cxnChg>
        <pc:cxnChg chg="add mod">
          <ac:chgData name="musukie52@gmail.com" userId="017bd91f96aa8751" providerId="LiveId" clId="{5B2C3894-F97E-4CAB-8812-5BB4D83AAC6A}" dt="2026-01-22T10:51:48.867" v="3598" actId="14100"/>
          <ac:cxnSpMkLst>
            <pc:docMk/>
            <pc:sldMk cId="3022186069" sldId="309"/>
            <ac:cxnSpMk id="27" creationId="{BA97E2EA-CA09-20C2-A318-B34E99E1C336}"/>
          </ac:cxnSpMkLst>
        </pc:cxnChg>
        <pc:cxnChg chg="add mod">
          <ac:chgData name="musukie52@gmail.com" userId="017bd91f96aa8751" providerId="LiveId" clId="{5B2C3894-F97E-4CAB-8812-5BB4D83AAC6A}" dt="2026-01-22T10:51:57.117" v="3600" actId="14100"/>
          <ac:cxnSpMkLst>
            <pc:docMk/>
            <pc:sldMk cId="3022186069" sldId="309"/>
            <ac:cxnSpMk id="35" creationId="{E3E0C503-9FEF-38F7-ACA2-06CDFDE4EBC9}"/>
          </ac:cxnSpMkLst>
        </pc:cxnChg>
        <pc:cxnChg chg="add del mod">
          <ac:chgData name="musukie52@gmail.com" userId="017bd91f96aa8751" providerId="LiveId" clId="{5B2C3894-F97E-4CAB-8812-5BB4D83AAC6A}" dt="2026-01-22T10:46:01.490" v="3559" actId="21"/>
          <ac:cxnSpMkLst>
            <pc:docMk/>
            <pc:sldMk cId="3022186069" sldId="309"/>
            <ac:cxnSpMk id="48" creationId="{E14DD9F5-1D8D-4628-3C68-A47F38C1E0FA}"/>
          </ac:cxnSpMkLst>
        </pc:cxnChg>
        <pc:cxnChg chg="add mod">
          <ac:chgData name="musukie52@gmail.com" userId="017bd91f96aa8751" providerId="LiveId" clId="{5B2C3894-F97E-4CAB-8812-5BB4D83AAC6A}" dt="2026-01-22T11:24:26.372" v="4848" actId="692"/>
          <ac:cxnSpMkLst>
            <pc:docMk/>
            <pc:sldMk cId="3022186069" sldId="309"/>
            <ac:cxnSpMk id="51" creationId="{D916A41D-774E-2F2A-3751-9D1BC7969F08}"/>
          </ac:cxnSpMkLst>
        </pc:cxnChg>
        <pc:cxnChg chg="add del mod">
          <ac:chgData name="musukie52@gmail.com" userId="017bd91f96aa8751" providerId="LiveId" clId="{5B2C3894-F97E-4CAB-8812-5BB4D83AAC6A}" dt="2026-01-22T14:42:06.331" v="7269" actId="478"/>
          <ac:cxnSpMkLst>
            <pc:docMk/>
            <pc:sldMk cId="3022186069" sldId="309"/>
            <ac:cxnSpMk id="56" creationId="{BBBB0AC8-74AC-D3E7-D57B-59776147BE01}"/>
          </ac:cxnSpMkLst>
        </pc:cxnChg>
        <pc:cxnChg chg="add mod">
          <ac:chgData name="musukie52@gmail.com" userId="017bd91f96aa8751" providerId="LiveId" clId="{5B2C3894-F97E-4CAB-8812-5BB4D83AAC6A}" dt="2026-01-22T14:47:09.955" v="7351" actId="692"/>
          <ac:cxnSpMkLst>
            <pc:docMk/>
            <pc:sldMk cId="3022186069" sldId="309"/>
            <ac:cxnSpMk id="63" creationId="{B47C9B3F-2FEF-BFE6-8091-E61CDD4AE90B}"/>
          </ac:cxnSpMkLst>
        </pc:cxnChg>
        <pc:cxnChg chg="add del mod">
          <ac:chgData name="musukie52@gmail.com" userId="017bd91f96aa8751" providerId="LiveId" clId="{5B2C3894-F97E-4CAB-8812-5BB4D83AAC6A}" dt="2026-01-22T11:08:24.761" v="4023" actId="478"/>
          <ac:cxnSpMkLst>
            <pc:docMk/>
            <pc:sldMk cId="3022186069" sldId="309"/>
            <ac:cxnSpMk id="65" creationId="{B2C13818-3CC4-9EB2-185C-CAB0F008DCC8}"/>
          </ac:cxnSpMkLst>
        </pc:cxnChg>
        <pc:cxnChg chg="add del mod">
          <ac:chgData name="musukie52@gmail.com" userId="017bd91f96aa8751" providerId="LiveId" clId="{5B2C3894-F97E-4CAB-8812-5BB4D83AAC6A}" dt="2026-01-22T14:42:03.127" v="7268" actId="478"/>
          <ac:cxnSpMkLst>
            <pc:docMk/>
            <pc:sldMk cId="3022186069" sldId="309"/>
            <ac:cxnSpMk id="68" creationId="{3E4797F7-5CF7-63B5-7142-7F8B09D19DC6}"/>
          </ac:cxnSpMkLst>
        </pc:cxnChg>
        <pc:cxnChg chg="add mod">
          <ac:chgData name="musukie52@gmail.com" userId="017bd91f96aa8751" providerId="LiveId" clId="{5B2C3894-F97E-4CAB-8812-5BB4D83AAC6A}" dt="2026-01-22T14:47:22.499" v="7357" actId="692"/>
          <ac:cxnSpMkLst>
            <pc:docMk/>
            <pc:sldMk cId="3022186069" sldId="309"/>
            <ac:cxnSpMk id="84" creationId="{E3B758F1-0A7D-2E0E-53E0-C5AC358A55D9}"/>
          </ac:cxnSpMkLst>
        </pc:cxnChg>
        <pc:cxnChg chg="add mod">
          <ac:chgData name="musukie52@gmail.com" userId="017bd91f96aa8751" providerId="LiveId" clId="{5B2C3894-F97E-4CAB-8812-5BB4D83AAC6A}" dt="2026-01-22T14:47:14.549" v="7353" actId="692"/>
          <ac:cxnSpMkLst>
            <pc:docMk/>
            <pc:sldMk cId="3022186069" sldId="309"/>
            <ac:cxnSpMk id="88" creationId="{E43E9CE7-82CA-1301-4EC2-7FCF115E003E}"/>
          </ac:cxnSpMkLst>
        </pc:cxnChg>
        <pc:cxnChg chg="add mod">
          <ac:chgData name="musukie52@gmail.com" userId="017bd91f96aa8751" providerId="LiveId" clId="{5B2C3894-F97E-4CAB-8812-5BB4D83AAC6A}" dt="2026-01-22T14:51:01.663" v="7384" actId="478"/>
          <ac:cxnSpMkLst>
            <pc:docMk/>
            <pc:sldMk cId="3022186069" sldId="309"/>
            <ac:cxnSpMk id="99" creationId="{1781F5B9-B3C2-9672-C8F3-454B1AACB019}"/>
          </ac:cxnSpMkLst>
        </pc:cxnChg>
        <pc:cxnChg chg="add del">
          <ac:chgData name="musukie52@gmail.com" userId="017bd91f96aa8751" providerId="LiveId" clId="{5B2C3894-F97E-4CAB-8812-5BB4D83AAC6A}" dt="2026-01-22T15:05:47.407" v="7581" actId="478"/>
          <ac:cxnSpMkLst>
            <pc:docMk/>
            <pc:sldMk cId="3022186069" sldId="309"/>
            <ac:cxnSpMk id="118" creationId="{9C4FCC2C-5FAB-ACE1-B96C-3B825D25F7F1}"/>
          </ac:cxnSpMkLst>
        </pc:cxnChg>
        <pc:cxnChg chg="add del mod">
          <ac:chgData name="musukie52@gmail.com" userId="017bd91f96aa8751" providerId="LiveId" clId="{5B2C3894-F97E-4CAB-8812-5BB4D83AAC6A}" dt="2026-01-22T15:06:18.053" v="7584" actId="478"/>
          <ac:cxnSpMkLst>
            <pc:docMk/>
            <pc:sldMk cId="3022186069" sldId="309"/>
            <ac:cxnSpMk id="120" creationId="{ED51A5AD-6909-ADD5-2244-14E3B4518BEE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23" creationId="{7E405656-1D57-05D3-72A3-D489B43E892E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25" creationId="{01CBF771-A8F7-7D76-17BB-FB1FC919EF45}"/>
          </ac:cxnSpMkLst>
        </pc:cxnChg>
        <pc:cxnChg chg="add del mod">
          <ac:chgData name="musukie52@gmail.com" userId="017bd91f96aa8751" providerId="LiveId" clId="{5B2C3894-F97E-4CAB-8812-5BB4D83AAC6A}" dt="2026-01-22T15:13:16.102" v="7877" actId="478"/>
          <ac:cxnSpMkLst>
            <pc:docMk/>
            <pc:sldMk cId="3022186069" sldId="309"/>
            <ac:cxnSpMk id="150" creationId="{D367797B-0B8B-4E47-2533-5B47F623A21A}"/>
          </ac:cxnSpMkLst>
        </pc:cxnChg>
        <pc:cxnChg chg="add del mod">
          <ac:chgData name="musukie52@gmail.com" userId="017bd91f96aa8751" providerId="LiveId" clId="{5B2C3894-F97E-4CAB-8812-5BB4D83AAC6A}" dt="2026-01-22T15:14:00.906" v="7893" actId="478"/>
          <ac:cxnSpMkLst>
            <pc:docMk/>
            <pc:sldMk cId="3022186069" sldId="309"/>
            <ac:cxnSpMk id="166" creationId="{C7E9E1C3-C79E-60DD-2323-44D3835AA042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72" creationId="{5526D88A-24D3-6390-7F7A-2241BAD82FFB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75" creationId="{7E0862B9-627C-96BD-9509-7927B625916D}"/>
          </ac:cxnSpMkLst>
        </pc:cxnChg>
        <pc:cxnChg chg="del">
          <ac:chgData name="musukie52@gmail.com" userId="017bd91f96aa8751" providerId="LiveId" clId="{5B2C3894-F97E-4CAB-8812-5BB4D83AAC6A}" dt="2026-01-22T04:19:37.017" v="3299" actId="478"/>
          <ac:cxnSpMkLst>
            <pc:docMk/>
            <pc:sldMk cId="3022186069" sldId="309"/>
            <ac:cxnSpMk id="176" creationId="{E19FC36B-0278-6242-2370-6B4DF0579061}"/>
          </ac:cxnSpMkLst>
        </pc:cxnChg>
        <pc:cxnChg chg="del mod">
          <ac:chgData name="musukie52@gmail.com" userId="017bd91f96aa8751" providerId="LiveId" clId="{5B2C3894-F97E-4CAB-8812-5BB4D83AAC6A}" dt="2026-01-22T10:47:46.459" v="3561" actId="478"/>
          <ac:cxnSpMkLst>
            <pc:docMk/>
            <pc:sldMk cId="3022186069" sldId="309"/>
            <ac:cxnSpMk id="178" creationId="{93219A7D-B63B-4EDC-BCD0-D823F55929E0}"/>
          </ac:cxnSpMkLst>
        </pc:cxnChg>
        <pc:cxnChg chg="mod">
          <ac:chgData name="musukie52@gmail.com" userId="017bd91f96aa8751" providerId="LiveId" clId="{5B2C3894-F97E-4CAB-8812-5BB4D83AAC6A}" dt="2026-01-22T10:49:16.987" v="3571" actId="692"/>
          <ac:cxnSpMkLst>
            <pc:docMk/>
            <pc:sldMk cId="3022186069" sldId="309"/>
            <ac:cxnSpMk id="183" creationId="{16C4BD4F-8F77-BC04-E43D-1CA4BE906CDE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4" creationId="{27F1F01E-2AB9-8B50-1360-C3165ED112DF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5" creationId="{ACB9B383-2324-3E7F-14ED-3A596BCE12F0}"/>
          </ac:cxnSpMkLst>
        </pc:cxnChg>
        <pc:cxnChg chg="mod">
          <ac:chgData name="musukie52@gmail.com" userId="017bd91f96aa8751" providerId="LiveId" clId="{5B2C3894-F97E-4CAB-8812-5BB4D83AAC6A}" dt="2026-01-22T14:51:00.841" v="7383" actId="478"/>
          <ac:cxnSpMkLst>
            <pc:docMk/>
            <pc:sldMk cId="3022186069" sldId="309"/>
            <ac:cxnSpMk id="186" creationId="{43F7614A-6568-D409-0076-EAEC9F424C45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7" creationId="{C999E4CD-5077-9124-003F-9E855A348E79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8" creationId="{3C99B09E-720A-91A0-F511-19F076DB6465}"/>
          </ac:cxnSpMkLst>
        </pc:cxnChg>
        <pc:cxnChg chg="del mod">
          <ac:chgData name="musukie52@gmail.com" userId="017bd91f96aa8751" providerId="LiveId" clId="{5B2C3894-F97E-4CAB-8812-5BB4D83AAC6A}" dt="2026-01-22T10:50:38.403" v="3580" actId="478"/>
          <ac:cxnSpMkLst>
            <pc:docMk/>
            <pc:sldMk cId="3022186069" sldId="309"/>
            <ac:cxnSpMk id="189" creationId="{90CCF5BF-0A47-8FCF-5ED0-49A101B39411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1" creationId="{F4657C8F-8CC2-272F-D792-671A779F7F6B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3" creationId="{33CF1FDA-8604-9036-7250-C0E76183B69C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7" creationId="{211F8EAB-D289-C804-3971-E1B83D1E1048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200" creationId="{C3469585-E0BE-5169-D657-DDEE680A625E}"/>
          </ac:cxnSpMkLst>
        </pc:cxnChg>
      </pc:sldChg>
      <pc:sldChg chg="addSp delSp modSp mod">
        <pc:chgData name="musukie52@gmail.com" userId="017bd91f96aa8751" providerId="LiveId" clId="{5B2C3894-F97E-4CAB-8812-5BB4D83AAC6A}" dt="2026-01-22T20:04:19.782" v="16753" actId="6549"/>
        <pc:sldMkLst>
          <pc:docMk/>
          <pc:sldMk cId="1051600352" sldId="310"/>
        </pc:sldMkLst>
        <pc:spChg chg="add del mod">
          <ac:chgData name="musukie52@gmail.com" userId="017bd91f96aa8751" providerId="LiveId" clId="{5B2C3894-F97E-4CAB-8812-5BB4D83AAC6A}" dt="2026-01-22T13:01:53.607" v="6268" actId="478"/>
          <ac:spMkLst>
            <pc:docMk/>
            <pc:sldMk cId="1051600352" sldId="310"/>
            <ac:spMk id="2" creationId="{AEDBFFB2-A768-B6EF-D298-2A9707104C13}"/>
          </ac:spMkLst>
        </pc:spChg>
        <pc:spChg chg="del">
          <ac:chgData name="musukie52@gmail.com" userId="017bd91f96aa8751" providerId="LiveId" clId="{5B2C3894-F97E-4CAB-8812-5BB4D83AAC6A}" dt="2026-01-22T15:32:23.644" v="8142" actId="478"/>
          <ac:spMkLst>
            <pc:docMk/>
            <pc:sldMk cId="1051600352" sldId="310"/>
            <ac:spMk id="4" creationId="{3D3A791E-A7CA-28E4-0A55-FA7AA967C4B5}"/>
          </ac:spMkLst>
        </pc:spChg>
        <pc:spChg chg="mod">
          <ac:chgData name="musukie52@gmail.com" userId="017bd91f96aa8751" providerId="LiveId" clId="{5B2C3894-F97E-4CAB-8812-5BB4D83AAC6A}" dt="2026-01-22T13:28:40.080" v="6269" actId="207"/>
          <ac:spMkLst>
            <pc:docMk/>
            <pc:sldMk cId="1051600352" sldId="310"/>
            <ac:spMk id="1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4:02.645" v="6809" actId="478"/>
          <ac:spMkLst>
            <pc:docMk/>
            <pc:sldMk cId="1051600352" sldId="310"/>
            <ac:spMk id="1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52:02.234" v="6147" actId="207"/>
          <ac:spMkLst>
            <pc:docMk/>
            <pc:sldMk cId="1051600352" sldId="310"/>
            <ac:spMk id="1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4:02.645" v="6809" actId="478"/>
          <ac:spMkLst>
            <pc:docMk/>
            <pc:sldMk cId="1051600352" sldId="310"/>
            <ac:spMk id="23" creationId="{00000000-0000-0000-0000-000000000000}"/>
          </ac:spMkLst>
        </pc:spChg>
        <pc:spChg chg="add mod ord">
          <ac:chgData name="musukie52@gmail.com" userId="017bd91f96aa8751" providerId="LiveId" clId="{5B2C3894-F97E-4CAB-8812-5BB4D83AAC6A}" dt="2026-01-22T15:32:34.341" v="8153" actId="167"/>
          <ac:spMkLst>
            <pc:docMk/>
            <pc:sldMk cId="1051600352" sldId="310"/>
            <ac:spMk id="33" creationId="{243CA49A-3E06-37E4-8C4E-DD2444AE51F6}"/>
          </ac:spMkLst>
        </pc:spChg>
        <pc:spChg chg="mod">
          <ac:chgData name="musukie52@gmail.com" userId="017bd91f96aa8751" providerId="LiveId" clId="{5B2C3894-F97E-4CAB-8812-5BB4D83AAC6A}" dt="2026-01-22T20:04:19.782" v="16753" actId="6549"/>
          <ac:spMkLst>
            <pc:docMk/>
            <pc:sldMk cId="1051600352" sldId="310"/>
            <ac:spMk id="5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5:32:21.717" v="8141" actId="1076"/>
          <ac:spMkLst>
            <pc:docMk/>
            <pc:sldMk cId="1051600352" sldId="310"/>
            <ac:spMk id="74" creationId="{958CCD5F-0A1D-98AF-CB85-4218EE456C61}"/>
          </ac:spMkLst>
        </pc:spChg>
        <pc:spChg chg="mod">
          <ac:chgData name="musukie52@gmail.com" userId="017bd91f96aa8751" providerId="LiveId" clId="{5B2C3894-F97E-4CAB-8812-5BB4D83AAC6A}" dt="2026-01-22T19:42:56.723" v="13520" actId="207"/>
          <ac:spMkLst>
            <pc:docMk/>
            <pc:sldMk cId="1051600352" sldId="310"/>
            <ac:spMk id="1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20:02:34.117" v="16513" actId="20577"/>
          <ac:spMkLst>
            <pc:docMk/>
            <pc:sldMk cId="1051600352" sldId="310"/>
            <ac:spMk id="159" creationId="{00000000-0000-0000-0000-000000000000}"/>
          </ac:spMkLst>
        </pc:spChg>
        <pc:graphicFrameChg chg="add del mod">
          <ac:chgData name="musukie52@gmail.com" userId="017bd91f96aa8751" providerId="LiveId" clId="{5B2C3894-F97E-4CAB-8812-5BB4D83AAC6A}" dt="2026-01-22T12:13:48.853" v="4937" actId="478"/>
          <ac:graphicFrameMkLst>
            <pc:docMk/>
            <pc:sldMk cId="1051600352" sldId="310"/>
            <ac:graphicFrameMk id="6" creationId="{64AF18EE-EF71-E358-F40E-9E432B524EBF}"/>
          </ac:graphicFrameMkLst>
        </pc:graphicFrameChg>
        <pc:graphicFrameChg chg="add del mod">
          <ac:chgData name="musukie52@gmail.com" userId="017bd91f96aa8751" providerId="LiveId" clId="{5B2C3894-F97E-4CAB-8812-5BB4D83AAC6A}" dt="2026-01-22T12:13:48.853" v="4937" actId="478"/>
          <ac:graphicFrameMkLst>
            <pc:docMk/>
            <pc:sldMk cId="1051600352" sldId="310"/>
            <ac:graphicFrameMk id="8" creationId="{FCCB536C-5686-467B-D0C3-F1AA4133DB37}"/>
          </ac:graphicFrameMkLst>
        </pc:graphicFrameChg>
        <pc:picChg chg="add del mod ord modCrop">
          <ac:chgData name="musukie52@gmail.com" userId="017bd91f96aa8751" providerId="LiveId" clId="{5B2C3894-F97E-4CAB-8812-5BB4D83AAC6A}" dt="2026-01-22T18:12:14.289" v="8662" actId="478"/>
          <ac:picMkLst>
            <pc:docMk/>
            <pc:sldMk cId="1051600352" sldId="310"/>
            <ac:picMk id="7" creationId="{A0CA6F4D-6FC7-9BDB-9FBC-D809D3CA0045}"/>
          </ac:picMkLst>
        </pc:picChg>
        <pc:picChg chg="add del mod modCrop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9" creationId="{57668D30-01B7-7877-4120-B454A2CDBF43}"/>
          </ac:picMkLst>
        </pc:picChg>
        <pc:picChg chg="add del mod ord modCrop">
          <ac:chgData name="musukie52@gmail.com" userId="017bd91f96aa8751" providerId="LiveId" clId="{5B2C3894-F97E-4CAB-8812-5BB4D83AAC6A}" dt="2026-01-22T18:12:37.491" v="8677" actId="478"/>
          <ac:picMkLst>
            <pc:docMk/>
            <pc:sldMk cId="1051600352" sldId="310"/>
            <ac:picMk id="10" creationId="{C0A610B3-B32D-1E08-025B-1920C8050A58}"/>
          </ac:picMkLst>
        </pc:picChg>
        <pc:picChg chg="add mod">
          <ac:chgData name="musukie52@gmail.com" userId="017bd91f96aa8751" providerId="LiveId" clId="{5B2C3894-F97E-4CAB-8812-5BB4D83AAC6A}" dt="2026-01-22T13:33:56.563" v="6305" actId="571"/>
          <ac:picMkLst>
            <pc:docMk/>
            <pc:sldMk cId="1051600352" sldId="310"/>
            <ac:picMk id="11" creationId="{5DD0AC01-B1E6-BD36-D563-9B72DEBCF71B}"/>
          </ac:picMkLst>
        </pc:picChg>
        <pc:picChg chg="add del mod ord modCrop">
          <ac:chgData name="musukie52@gmail.com" userId="017bd91f96aa8751" providerId="LiveId" clId="{5B2C3894-F97E-4CAB-8812-5BB4D83AAC6A}" dt="2026-01-22T13:39:37.464" v="6415" actId="478"/>
          <ac:picMkLst>
            <pc:docMk/>
            <pc:sldMk cId="1051600352" sldId="310"/>
            <ac:picMk id="12" creationId="{8DF638FD-71A0-92C6-63AA-96F41C04B33E}"/>
          </ac:picMkLst>
        </pc:picChg>
        <pc:picChg chg="add del mod modCrop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13" creationId="{E5DFD310-68D4-87D7-6086-B72CF5492F01}"/>
          </ac:picMkLst>
        </pc:picChg>
        <pc:picChg chg="add del mod modCrop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14" creationId="{8B35B3F0-B4F7-9DFE-34FD-C3851BFA9D57}"/>
          </ac:picMkLst>
        </pc:picChg>
        <pc:picChg chg="add del mod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24" creationId="{5BBA2CBB-06A6-6ADC-BFC3-F7622BEF6B4D}"/>
          </ac:picMkLst>
        </pc:picChg>
        <pc:picChg chg="add del mod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25" creationId="{38B8E580-4501-EE84-45D4-6ABF821C95E7}"/>
          </ac:picMkLst>
        </pc:picChg>
        <pc:picChg chg="add del mod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26" creationId="{513A861E-38B2-8060-D0E6-4C78751EB9C0}"/>
          </ac:picMkLst>
        </pc:picChg>
        <pc:picChg chg="add mod ord">
          <ac:chgData name="musukie52@gmail.com" userId="017bd91f96aa8751" providerId="LiveId" clId="{5B2C3894-F97E-4CAB-8812-5BB4D83AAC6A}" dt="2026-01-22T13:40:47" v="6455" actId="1036"/>
          <ac:picMkLst>
            <pc:docMk/>
            <pc:sldMk cId="1051600352" sldId="310"/>
            <ac:picMk id="27" creationId="{3AB1A4C9-AFE7-ACA3-7781-0325C6921ED3}"/>
          </ac:picMkLst>
        </pc:picChg>
        <pc:picChg chg="add del mod">
          <ac:chgData name="musukie52@gmail.com" userId="017bd91f96aa8751" providerId="LiveId" clId="{5B2C3894-F97E-4CAB-8812-5BB4D83AAC6A}" dt="2026-01-22T13:41:05.480" v="6466" actId="478"/>
          <ac:picMkLst>
            <pc:docMk/>
            <pc:sldMk cId="1051600352" sldId="310"/>
            <ac:picMk id="28" creationId="{8005EE0B-CEC9-8502-EC3B-AD12EEA869B3}"/>
          </ac:picMkLst>
        </pc:picChg>
        <pc:picChg chg="add del mod">
          <ac:chgData name="musukie52@gmail.com" userId="017bd91f96aa8751" providerId="LiveId" clId="{5B2C3894-F97E-4CAB-8812-5BB4D83AAC6A}" dt="2026-01-22T13:43:26.182" v="6477" actId="478"/>
          <ac:picMkLst>
            <pc:docMk/>
            <pc:sldMk cId="1051600352" sldId="310"/>
            <ac:picMk id="30" creationId="{AAB2441B-AE42-F123-310E-BFD1A6D5EA5B}"/>
          </ac:picMkLst>
        </pc:picChg>
        <pc:picChg chg="add del mod">
          <ac:chgData name="musukie52@gmail.com" userId="017bd91f96aa8751" providerId="LiveId" clId="{5B2C3894-F97E-4CAB-8812-5BB4D83AAC6A}" dt="2026-01-22T15:31:59.030" v="8138" actId="478"/>
          <ac:picMkLst>
            <pc:docMk/>
            <pc:sldMk cId="1051600352" sldId="310"/>
            <ac:picMk id="31" creationId="{0C8984EB-1CD4-AC89-C820-D642AD2F4BCE}"/>
          </ac:picMkLst>
        </pc:picChg>
        <pc:picChg chg="add mod ord">
          <ac:chgData name="musukie52@gmail.com" userId="017bd91f96aa8751" providerId="LiveId" clId="{5B2C3894-F97E-4CAB-8812-5BB4D83AAC6A}" dt="2026-01-22T15:32:34.341" v="8153" actId="167"/>
          <ac:picMkLst>
            <pc:docMk/>
            <pc:sldMk cId="1051600352" sldId="310"/>
            <ac:picMk id="32" creationId="{252B6403-65F6-8B0F-DFE0-96C64C7CDA4C}"/>
          </ac:picMkLst>
        </pc:picChg>
        <pc:picChg chg="add mod">
          <ac:chgData name="musukie52@gmail.com" userId="017bd91f96aa8751" providerId="LiveId" clId="{5B2C3894-F97E-4CAB-8812-5BB4D83AAC6A}" dt="2026-01-22T17:48:53.766" v="8288"/>
          <ac:picMkLst>
            <pc:docMk/>
            <pc:sldMk cId="1051600352" sldId="310"/>
            <ac:picMk id="34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2T17:53:26.749" v="8355" actId="21"/>
          <ac:picMkLst>
            <pc:docMk/>
            <pc:sldMk cId="1051600352" sldId="310"/>
            <ac:picMk id="36" creationId="{3EEB8E62-0DC5-D87D-FDB9-5E4421D26A94}"/>
          </ac:picMkLst>
        </pc:picChg>
        <pc:picChg chg="add mod modCrop">
          <ac:chgData name="musukie52@gmail.com" userId="017bd91f96aa8751" providerId="LiveId" clId="{5B2C3894-F97E-4CAB-8812-5BB4D83AAC6A}" dt="2026-01-22T18:00:30.244" v="8479" actId="1038"/>
          <ac:picMkLst>
            <pc:docMk/>
            <pc:sldMk cId="1051600352" sldId="310"/>
            <ac:picMk id="38" creationId="{450B6DE6-24FB-9BCF-2F48-804BA7A04078}"/>
          </ac:picMkLst>
        </pc:picChg>
        <pc:picChg chg="add del mod">
          <ac:chgData name="musukie52@gmail.com" userId="017bd91f96aa8751" providerId="LiveId" clId="{5B2C3894-F97E-4CAB-8812-5BB4D83AAC6A}" dt="2026-01-22T17:53:20.632" v="8353" actId="21"/>
          <ac:picMkLst>
            <pc:docMk/>
            <pc:sldMk cId="1051600352" sldId="310"/>
            <ac:picMk id="39" creationId="{045A01A6-28E6-505A-0B74-17121E1534FC}"/>
          </ac:picMkLst>
        </pc:picChg>
        <pc:picChg chg="add del mod">
          <ac:chgData name="musukie52@gmail.com" userId="017bd91f96aa8751" providerId="LiveId" clId="{5B2C3894-F97E-4CAB-8812-5BB4D83AAC6A}" dt="2026-01-22T18:02:55.939" v="8514" actId="478"/>
          <ac:picMkLst>
            <pc:docMk/>
            <pc:sldMk cId="1051600352" sldId="310"/>
            <ac:picMk id="40" creationId="{4533E006-32CF-9A73-1F06-2E646F2CA8D7}"/>
          </ac:picMkLst>
        </pc:picChg>
        <pc:picChg chg="add del mod">
          <ac:chgData name="musukie52@gmail.com" userId="017bd91f96aa8751" providerId="LiveId" clId="{5B2C3894-F97E-4CAB-8812-5BB4D83AAC6A}" dt="2026-01-22T18:05:27.788" v="8575" actId="478"/>
          <ac:picMkLst>
            <pc:docMk/>
            <pc:sldMk cId="1051600352" sldId="310"/>
            <ac:picMk id="41" creationId="{4D2BC264-7A9E-530C-A843-2B48FF8FC618}"/>
          </ac:picMkLst>
        </pc:picChg>
        <pc:picChg chg="add mod">
          <ac:chgData name="musukie52@gmail.com" userId="017bd91f96aa8751" providerId="LiveId" clId="{5B2C3894-F97E-4CAB-8812-5BB4D83AAC6A}" dt="2026-01-22T18:58:54.122" v="10488" actId="1038"/>
          <ac:picMkLst>
            <pc:docMk/>
            <pc:sldMk cId="1051600352" sldId="310"/>
            <ac:picMk id="42" creationId="{3738F704-1E30-522A-35B8-1AC151D98A45}"/>
          </ac:picMkLst>
        </pc:picChg>
        <pc:picChg chg="add del mod">
          <ac:chgData name="musukie52@gmail.com" userId="017bd91f96aa8751" providerId="LiveId" clId="{5B2C3894-F97E-4CAB-8812-5BB4D83AAC6A}" dt="2026-01-22T18:11:48.534" v="8655" actId="21"/>
          <ac:picMkLst>
            <pc:docMk/>
            <pc:sldMk cId="1051600352" sldId="310"/>
            <ac:picMk id="45" creationId="{13F0DA23-3FB7-DF97-CE42-35CCEB5DBB5A}"/>
          </ac:picMkLst>
        </pc:picChg>
        <pc:picChg chg="add del mod">
          <ac:chgData name="musukie52@gmail.com" userId="017bd91f96aa8751" providerId="LiveId" clId="{5B2C3894-F97E-4CAB-8812-5BB4D83AAC6A}" dt="2026-01-22T18:12:12.393" v="8661" actId="21"/>
          <ac:picMkLst>
            <pc:docMk/>
            <pc:sldMk cId="1051600352" sldId="310"/>
            <ac:picMk id="46" creationId="{9CCAD0BD-A93D-CE53-C5D5-525EB9B140E3}"/>
          </ac:picMkLst>
        </pc:picChg>
        <pc:picChg chg="add mod ord">
          <ac:chgData name="musukie52@gmail.com" userId="017bd91f96aa8751" providerId="LiveId" clId="{5B2C3894-F97E-4CAB-8812-5BB4D83AAC6A}" dt="2026-01-22T19:41:29.300" v="13302" actId="1035"/>
          <ac:picMkLst>
            <pc:docMk/>
            <pc:sldMk cId="1051600352" sldId="310"/>
            <ac:picMk id="47" creationId="{9CCAD0BD-A93D-CE53-C5D5-525EB9B140E3}"/>
          </ac:picMkLst>
        </pc:picChg>
        <pc:picChg chg="add del">
          <ac:chgData name="musukie52@gmail.com" userId="017bd91f96aa8751" providerId="LiveId" clId="{5B2C3894-F97E-4CAB-8812-5BB4D83AAC6A}" dt="2026-01-22T17:49:06.636" v="8294" actId="478"/>
          <ac:picMkLst>
            <pc:docMk/>
            <pc:sldMk cId="1051600352" sldId="310"/>
            <ac:picMk id="48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2T18:02:55.419" v="8512" actId="478"/>
          <ac:picMkLst>
            <pc:docMk/>
            <pc:sldMk cId="1051600352" sldId="310"/>
            <ac:picMk id="51" creationId="{276F4A52-A4AE-1993-B1A8-318D55B0601E}"/>
          </ac:picMkLst>
        </pc:picChg>
        <pc:picChg chg="del">
          <ac:chgData name="musukie52@gmail.com" userId="017bd91f96aa8751" providerId="LiveId" clId="{5B2C3894-F97E-4CAB-8812-5BB4D83AAC6A}" dt="2026-01-22T13:31:50.150" v="6270" actId="478"/>
          <ac:picMkLst>
            <pc:docMk/>
            <pc:sldMk cId="1051600352" sldId="310"/>
            <ac:picMk id="52" creationId="{00000000-0000-0000-0000-000000000000}"/>
          </ac:picMkLst>
        </pc:picChg>
        <pc:picChg chg="add mod">
          <ac:chgData name="musukie52@gmail.com" userId="017bd91f96aa8751" providerId="LiveId" clId="{5B2C3894-F97E-4CAB-8812-5BB4D83AAC6A}" dt="2026-01-22T18:12:18.879" v="8665"/>
          <ac:picMkLst>
            <pc:docMk/>
            <pc:sldMk cId="1051600352" sldId="310"/>
            <ac:picMk id="53" creationId="{6F99A906-B755-3226-A150-712E7BA583DC}"/>
          </ac:picMkLst>
        </pc:picChg>
        <pc:picChg chg="add del mod">
          <ac:chgData name="musukie52@gmail.com" userId="017bd91f96aa8751" providerId="LiveId" clId="{5B2C3894-F97E-4CAB-8812-5BB4D83AAC6A}" dt="2026-01-22T18:12:35.216" v="8676" actId="21"/>
          <ac:picMkLst>
            <pc:docMk/>
            <pc:sldMk cId="1051600352" sldId="310"/>
            <ac:picMk id="54" creationId="{E1043C9D-0351-907E-BE8F-3336D1A3A811}"/>
          </ac:picMkLst>
        </pc:picChg>
        <pc:picChg chg="add mod ord">
          <ac:chgData name="musukie52@gmail.com" userId="017bd91f96aa8751" providerId="LiveId" clId="{5B2C3894-F97E-4CAB-8812-5BB4D83AAC6A}" dt="2026-01-22T18:12:40.025" v="8679" actId="167"/>
          <ac:picMkLst>
            <pc:docMk/>
            <pc:sldMk cId="1051600352" sldId="310"/>
            <ac:picMk id="55" creationId="{E1043C9D-0351-907E-BE8F-3336D1A3A811}"/>
          </ac:picMkLst>
        </pc:picChg>
        <pc:picChg chg="add del mod">
          <ac:chgData name="musukie52@gmail.com" userId="017bd91f96aa8751" providerId="LiveId" clId="{5B2C3894-F97E-4CAB-8812-5BB4D83AAC6A}" dt="2026-01-22T18:27:04.629" v="8796" actId="21"/>
          <ac:picMkLst>
            <pc:docMk/>
            <pc:sldMk cId="1051600352" sldId="310"/>
            <ac:picMk id="56" creationId="{A9A8EA17-D6CD-DA99-C31C-1DD6C0597886}"/>
          </ac:picMkLst>
        </pc:picChg>
        <pc:picChg chg="add del mod">
          <ac:chgData name="musukie52@gmail.com" userId="017bd91f96aa8751" providerId="LiveId" clId="{5B2C3894-F97E-4CAB-8812-5BB4D83AAC6A}" dt="2026-01-22T18:35:02.211" v="8808" actId="21"/>
          <ac:picMkLst>
            <pc:docMk/>
            <pc:sldMk cId="1051600352" sldId="310"/>
            <ac:picMk id="57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8:35:29.656" v="8816" actId="21"/>
          <ac:picMkLst>
            <pc:docMk/>
            <pc:sldMk cId="1051600352" sldId="310"/>
            <ac:picMk id="58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8:35:44.816" v="8829" actId="21"/>
          <ac:picMkLst>
            <pc:docMk/>
            <pc:sldMk cId="1051600352" sldId="310"/>
            <ac:picMk id="59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8:35:53.722" v="8832" actId="21"/>
          <ac:picMkLst>
            <pc:docMk/>
            <pc:sldMk cId="1051600352" sldId="310"/>
            <ac:picMk id="60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8:36:47.103" v="8845" actId="21"/>
          <ac:picMkLst>
            <pc:docMk/>
            <pc:sldMk cId="1051600352" sldId="310"/>
            <ac:picMk id="61" creationId="{A9A8EA17-D6CD-DA99-C31C-1DD6C0597886}"/>
          </ac:picMkLst>
        </pc:picChg>
        <pc:picChg chg="add del mod">
          <ac:chgData name="musukie52@gmail.com" userId="017bd91f96aa8751" providerId="LiveId" clId="{5B2C3894-F97E-4CAB-8812-5BB4D83AAC6A}" dt="2026-01-22T18:37:35.834" v="8859" actId="21"/>
          <ac:picMkLst>
            <pc:docMk/>
            <pc:sldMk cId="1051600352" sldId="310"/>
            <ac:picMk id="62" creationId="{A9A8EA17-D6CD-DA99-C31C-1DD6C0597886}"/>
          </ac:picMkLst>
        </pc:picChg>
        <pc:picChg chg="add del mod">
          <ac:chgData name="musukie52@gmail.com" userId="017bd91f96aa8751" providerId="LiveId" clId="{5B2C3894-F97E-4CAB-8812-5BB4D83AAC6A}" dt="2026-01-22T19:41:32.302" v="13304" actId="21"/>
          <ac:picMkLst>
            <pc:docMk/>
            <pc:sldMk cId="1051600352" sldId="310"/>
            <ac:picMk id="63" creationId="{13F0DA23-3FB7-DF97-CE42-35CCEB5DBB5A}"/>
          </ac:picMkLst>
        </pc:picChg>
        <pc:picChg chg="add del mod modCrop">
          <ac:chgData name="musukie52@gmail.com" userId="017bd91f96aa8751" providerId="LiveId" clId="{5B2C3894-F97E-4CAB-8812-5BB4D83AAC6A}" dt="2026-01-22T13:01:02.602" v="6148" actId="478"/>
          <ac:picMkLst>
            <pc:docMk/>
            <pc:sldMk cId="1051600352" sldId="310"/>
            <ac:picMk id="79" creationId="{28C4B503-5414-665C-805B-B33DF4AFB52C}"/>
          </ac:picMkLst>
        </pc:picChg>
        <pc:picChg chg="add del mod">
          <ac:chgData name="musukie52@gmail.com" userId="017bd91f96aa8751" providerId="LiveId" clId="{5B2C3894-F97E-4CAB-8812-5BB4D83AAC6A}" dt="2026-01-22T18:02:57.769" v="8522" actId="478"/>
          <ac:picMkLst>
            <pc:docMk/>
            <pc:sldMk cId="1051600352" sldId="310"/>
            <ac:picMk id="134" creationId="{B98B4BE3-7DA2-92D9-82A6-DFEE6FC24F47}"/>
          </ac:picMkLst>
        </pc:picChg>
        <pc:picChg chg="mod">
          <ac:chgData name="musukie52@gmail.com" userId="017bd91f96aa8751" providerId="LiveId" clId="{5B2C3894-F97E-4CAB-8812-5BB4D83AAC6A}" dt="2026-01-22T17:57:53.501" v="8423" actId="14826"/>
          <ac:picMkLst>
            <pc:docMk/>
            <pc:sldMk cId="1051600352" sldId="310"/>
            <ac:picMk id="154" creationId="{342AE6C9-F081-5B0A-94BA-37029D99FEEE}"/>
          </ac:picMkLst>
        </pc:picChg>
        <pc:picChg chg="del mod">
          <ac:chgData name="musukie52@gmail.com" userId="017bd91f96aa8751" providerId="LiveId" clId="{5B2C3894-F97E-4CAB-8812-5BB4D83AAC6A}" dt="2026-01-22T13:31:50.150" v="6270" actId="478"/>
          <ac:picMkLst>
            <pc:docMk/>
            <pc:sldMk cId="1051600352" sldId="310"/>
            <ac:picMk id="156" creationId="{A6FDE98E-36C0-9190-25F4-83084CA1A6A4}"/>
          </ac:picMkLst>
        </pc:picChg>
        <pc:picChg chg="del mod">
          <ac:chgData name="musukie52@gmail.com" userId="017bd91f96aa8751" providerId="LiveId" clId="{5B2C3894-F97E-4CAB-8812-5BB4D83AAC6A}" dt="2026-01-22T13:31:50.150" v="6270" actId="478"/>
          <ac:picMkLst>
            <pc:docMk/>
            <pc:sldMk cId="1051600352" sldId="310"/>
            <ac:picMk id="160" creationId="{A6FDE98E-36C0-9190-25F4-83084CA1A6A4}"/>
          </ac:picMkLst>
        </pc:picChg>
        <pc:cxnChg chg="add del">
          <ac:chgData name="musukie52@gmail.com" userId="017bd91f96aa8751" providerId="LiveId" clId="{5B2C3894-F97E-4CAB-8812-5BB4D83AAC6A}" dt="2026-01-22T15:31:55.957" v="8136" actId="478"/>
          <ac:cxnSpMkLst>
            <pc:docMk/>
            <pc:sldMk cId="1051600352" sldId="310"/>
            <ac:cxnSpMk id="5" creationId="{CBE2A100-56F5-F617-2A5A-C4C810766680}"/>
          </ac:cxnSpMkLst>
        </pc:cxnChg>
      </pc:sldChg>
      <pc:sldChg chg="addSp delSp modSp mod">
        <pc:chgData name="musukie52@gmail.com" userId="017bd91f96aa8751" providerId="LiveId" clId="{5B2C3894-F97E-4CAB-8812-5BB4D83AAC6A}" dt="2026-01-22T13:39:19.939" v="6414" actId="478"/>
        <pc:sldMkLst>
          <pc:docMk/>
          <pc:sldMk cId="2176070825" sldId="311"/>
        </pc:sldMkLst>
        <pc:picChg chg="add del mod">
          <ac:chgData name="musukie52@gmail.com" userId="017bd91f96aa8751" providerId="LiveId" clId="{5B2C3894-F97E-4CAB-8812-5BB4D83AAC6A}" dt="2026-01-22T12:14:35.739" v="4946" actId="478"/>
          <ac:picMkLst>
            <pc:docMk/>
            <pc:sldMk cId="2176070825" sldId="311"/>
            <ac:picMk id="3" creationId="{279A860C-1CBF-DB28-40B2-810239CC540F}"/>
          </ac:picMkLst>
        </pc:picChg>
        <pc:picChg chg="add del mod modCrop">
          <ac:chgData name="musukie52@gmail.com" userId="017bd91f96aa8751" providerId="LiveId" clId="{5B2C3894-F97E-4CAB-8812-5BB4D83AAC6A}" dt="2026-01-22T13:39:19.939" v="6414" actId="478"/>
          <ac:picMkLst>
            <pc:docMk/>
            <pc:sldMk cId="2176070825" sldId="311"/>
            <ac:picMk id="4" creationId="{77852DC6-7F13-E9E4-1148-CEC0BF37759E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9" creationId="{57668D30-01B7-7877-4120-B454A2CDBF43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13" creationId="{E5DFD310-68D4-87D7-6086-B72CF5492F01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14" creationId="{8B35B3F0-B4F7-9DFE-34FD-C3851BFA9D57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4" creationId="{5BBA2CBB-06A6-6ADC-BFC3-F7622BEF6B4D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5" creationId="{38B8E580-4501-EE84-45D4-6ABF821C95E7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6" creationId="{513A861E-38B2-8060-D0E6-4C78751EB9C0}"/>
          </ac:picMkLst>
        </pc:picChg>
      </pc:sldChg>
      <pc:sldChg chg="addSp modSp new mod">
        <pc:chgData name="musukie52@gmail.com" userId="017bd91f96aa8751" providerId="LiveId" clId="{5B2C3894-F97E-4CAB-8812-5BB4D83AAC6A}" dt="2026-01-22T12:14:18.259" v="4944" actId="962"/>
        <pc:sldMkLst>
          <pc:docMk/>
          <pc:sldMk cId="1262848577" sldId="312"/>
        </pc:sldMkLst>
        <pc:picChg chg="add mod">
          <ac:chgData name="musukie52@gmail.com" userId="017bd91f96aa8751" providerId="LiveId" clId="{5B2C3894-F97E-4CAB-8812-5BB4D83AAC6A}" dt="2026-01-22T12:14:18.259" v="4944" actId="962"/>
          <ac:picMkLst>
            <pc:docMk/>
            <pc:sldMk cId="1262848577" sldId="312"/>
            <ac:picMk id="5" creationId="{6CF0E6A2-B03F-2B4B-D46D-8558EBCAD753}"/>
          </ac:picMkLst>
        </pc:picChg>
      </pc:sldChg>
      <pc:sldChg chg="add setBg">
        <pc:chgData name="musukie52@gmail.com" userId="017bd91f96aa8751" providerId="LiveId" clId="{5B2C3894-F97E-4CAB-8812-5BB4D83AAC6A}" dt="2026-01-22T12:14:32.504" v="4945"/>
        <pc:sldMkLst>
          <pc:docMk/>
          <pc:sldMk cId="1260566348" sldId="313"/>
        </pc:sldMkLst>
      </pc:sldChg>
      <pc:sldChg chg="addSp delSp modSp new mod">
        <pc:chgData name="musukie52@gmail.com" userId="017bd91f96aa8751" providerId="LiveId" clId="{5B2C3894-F97E-4CAB-8812-5BB4D83AAC6A}" dt="2026-01-22T18:05:15.163" v="8574" actId="20577"/>
        <pc:sldMkLst>
          <pc:docMk/>
          <pc:sldMk cId="2617679088" sldId="314"/>
        </pc:sldMkLst>
        <pc:spChg chg="del">
          <ac:chgData name="musukie52@gmail.com" userId="017bd91f96aa8751" providerId="LiveId" clId="{5B2C3894-F97E-4CAB-8812-5BB4D83AAC6A}" dt="2026-01-22T17:53:34.979" v="8359" actId="478"/>
          <ac:spMkLst>
            <pc:docMk/>
            <pc:sldMk cId="2617679088" sldId="314"/>
            <ac:spMk id="2" creationId="{7EC715DA-D29E-AA2E-DB36-C902F794F06E}"/>
          </ac:spMkLst>
        </pc:spChg>
        <pc:spChg chg="del">
          <ac:chgData name="musukie52@gmail.com" userId="017bd91f96aa8751" providerId="LiveId" clId="{5B2C3894-F97E-4CAB-8812-5BB4D83AAC6A}" dt="2026-01-22T17:53:34.979" v="8359" actId="478"/>
          <ac:spMkLst>
            <pc:docMk/>
            <pc:sldMk cId="2617679088" sldId="314"/>
            <ac:spMk id="3" creationId="{722ED096-77AC-12C6-B179-A1BB0960964F}"/>
          </ac:spMkLst>
        </pc:spChg>
        <pc:spChg chg="add mod">
          <ac:chgData name="musukie52@gmail.com" userId="017bd91f96aa8751" providerId="LiveId" clId="{5B2C3894-F97E-4CAB-8812-5BB4D83AAC6A}" dt="2026-01-22T14:20:45.328" v="7014" actId="164"/>
          <ac:spMkLst>
            <pc:docMk/>
            <pc:sldMk cId="2617679088" sldId="314"/>
            <ac:spMk id="5" creationId="{F55228CA-DF5D-D741-E2B9-EEAC3605653B}"/>
          </ac:spMkLst>
        </pc:spChg>
        <pc:spChg chg="mod">
          <ac:chgData name="musukie52@gmail.com" userId="017bd91f96aa8751" providerId="LiveId" clId="{5B2C3894-F97E-4CAB-8812-5BB4D83AAC6A}" dt="2026-01-22T14:20:48.262" v="7016"/>
          <ac:spMkLst>
            <pc:docMk/>
            <pc:sldMk cId="2617679088" sldId="314"/>
            <ac:spMk id="9" creationId="{F55228CA-DF5D-D741-E2B9-EEAC3605653B}"/>
          </ac:spMkLst>
        </pc:spChg>
        <pc:spChg chg="add mod">
          <ac:chgData name="musukie52@gmail.com" userId="017bd91f96aa8751" providerId="LiveId" clId="{5B2C3894-F97E-4CAB-8812-5BB4D83AAC6A}" dt="2026-01-22T14:21:46.192" v="7029" actId="164"/>
          <ac:spMkLst>
            <pc:docMk/>
            <pc:sldMk cId="2617679088" sldId="314"/>
            <ac:spMk id="11" creationId="{4143E36B-5703-E77F-F484-DB8C5CB733C7}"/>
          </ac:spMkLst>
        </pc:spChg>
        <pc:spChg chg="add mod">
          <ac:chgData name="musukie52@gmail.com" userId="017bd91f96aa8751" providerId="LiveId" clId="{5B2C3894-F97E-4CAB-8812-5BB4D83AAC6A}" dt="2026-01-22T18:05:15.163" v="8574" actId="20577"/>
          <ac:spMkLst>
            <pc:docMk/>
            <pc:sldMk cId="2617679088" sldId="314"/>
            <ac:spMk id="14" creationId="{BB1E64E6-E2A9-E2AF-3773-21A4D3BB930C}"/>
          </ac:spMkLst>
        </pc:spChg>
        <pc:grpChg chg="add del mod">
          <ac:chgData name="musukie52@gmail.com" userId="017bd91f96aa8751" providerId="LiveId" clId="{5B2C3894-F97E-4CAB-8812-5BB4D83AAC6A}" dt="2026-01-22T14:20:46.469" v="7015" actId="21"/>
          <ac:grpSpMkLst>
            <pc:docMk/>
            <pc:sldMk cId="2617679088" sldId="314"/>
            <ac:grpSpMk id="6" creationId="{756DE3FA-6843-0332-C255-D7422F598F04}"/>
          </ac:grpSpMkLst>
        </pc:grpChg>
        <pc:grpChg chg="add mod">
          <ac:chgData name="musukie52@gmail.com" userId="017bd91f96aa8751" providerId="LiveId" clId="{5B2C3894-F97E-4CAB-8812-5BB4D83AAC6A}" dt="2026-01-22T14:21:46.192" v="7029" actId="164"/>
          <ac:grpSpMkLst>
            <pc:docMk/>
            <pc:sldMk cId="2617679088" sldId="314"/>
            <ac:grpSpMk id="7" creationId="{756DE3FA-6843-0332-C255-D7422F598F04}"/>
          </ac:grpSpMkLst>
        </pc:grpChg>
        <pc:grpChg chg="add del mod">
          <ac:chgData name="musukie52@gmail.com" userId="017bd91f96aa8751" providerId="LiveId" clId="{5B2C3894-F97E-4CAB-8812-5BB4D83AAC6A}" dt="2026-01-22T14:21:47.906" v="7030" actId="21"/>
          <ac:grpSpMkLst>
            <pc:docMk/>
            <pc:sldMk cId="2617679088" sldId="314"/>
            <ac:grpSpMk id="12" creationId="{C754895A-63AE-13E6-E55C-1230B00552AC}"/>
          </ac:grpSpMkLst>
        </pc:grpChg>
        <pc:picChg chg="add mod ord modCrop">
          <ac:chgData name="musukie52@gmail.com" userId="017bd91f96aa8751" providerId="LiveId" clId="{5B2C3894-F97E-4CAB-8812-5BB4D83AAC6A}" dt="2026-01-22T14:20:45.328" v="7014" actId="164"/>
          <ac:picMkLst>
            <pc:docMk/>
            <pc:sldMk cId="2617679088" sldId="314"/>
            <ac:picMk id="4" creationId="{44AB4C95-6C6B-FAB1-3979-A4B8751F4BBB}"/>
          </ac:picMkLst>
        </pc:picChg>
        <pc:picChg chg="mod">
          <ac:chgData name="musukie52@gmail.com" userId="017bd91f96aa8751" providerId="LiveId" clId="{5B2C3894-F97E-4CAB-8812-5BB4D83AAC6A}" dt="2026-01-22T14:21:11.545" v="7022"/>
          <ac:picMkLst>
            <pc:docMk/>
            <pc:sldMk cId="2617679088" sldId="314"/>
            <ac:picMk id="8" creationId="{075841C0-B83C-BA64-2DBF-ABBBD43D0542}"/>
          </ac:picMkLst>
        </pc:picChg>
        <pc:picChg chg="mod">
          <ac:chgData name="musukie52@gmail.com" userId="017bd91f96aa8751" providerId="LiveId" clId="{5B2C3894-F97E-4CAB-8812-5BB4D83AAC6A}" dt="2026-01-22T14:20:48.262" v="7016"/>
          <ac:picMkLst>
            <pc:docMk/>
            <pc:sldMk cId="2617679088" sldId="314"/>
            <ac:picMk id="10" creationId="{44AB4C95-6C6B-FAB1-3979-A4B8751F4BBB}"/>
          </ac:picMkLst>
        </pc:picChg>
        <pc:picChg chg="add del mod">
          <ac:chgData name="musukie52@gmail.com" userId="017bd91f96aa8751" providerId="LiveId" clId="{5B2C3894-F97E-4CAB-8812-5BB4D83AAC6A}" dt="2026-01-22T18:04:34.980" v="8553" actId="478"/>
          <ac:picMkLst>
            <pc:docMk/>
            <pc:sldMk cId="2617679088" sldId="314"/>
            <ac:picMk id="13" creationId="{866ABE61-8FF0-EA5A-0A34-E0344A36D4B9}"/>
          </ac:picMkLst>
        </pc:picChg>
        <pc:picChg chg="add mod">
          <ac:chgData name="musukie52@gmail.com" userId="017bd91f96aa8751" providerId="LiveId" clId="{5B2C3894-F97E-4CAB-8812-5BB4D83AAC6A}" dt="2026-01-22T14:20:45.328" v="7014" actId="164"/>
          <ac:picMkLst>
            <pc:docMk/>
            <pc:sldMk cId="2617679088" sldId="314"/>
            <ac:picMk id="22" creationId="{075841C0-B83C-BA64-2DBF-ABBBD43D0542}"/>
          </ac:picMkLst>
        </pc:picChg>
        <pc:picChg chg="add mod">
          <ac:chgData name="musukie52@gmail.com" userId="017bd91f96aa8751" providerId="LiveId" clId="{5B2C3894-F97E-4CAB-8812-5BB4D83AAC6A}" dt="2026-01-22T17:55:54.658" v="8410"/>
          <ac:picMkLst>
            <pc:docMk/>
            <pc:sldMk cId="2617679088" sldId="314"/>
            <ac:picMk id="36" creationId="{3EEB8E62-0DC5-D87D-FDB9-5E4421D26A94}"/>
          </ac:picMkLst>
        </pc:picChg>
        <pc:picChg chg="add mod">
          <ac:chgData name="musukie52@gmail.com" userId="017bd91f96aa8751" providerId="LiveId" clId="{5B2C3894-F97E-4CAB-8812-5BB4D83AAC6A}" dt="2026-01-22T17:53:32.263" v="8358" actId="1076"/>
          <ac:picMkLst>
            <pc:docMk/>
            <pc:sldMk cId="2617679088" sldId="314"/>
            <ac:picMk id="39" creationId="{045A01A6-28E6-505A-0B74-17121E1534FC}"/>
          </ac:picMkLst>
        </pc:picChg>
        <pc:picChg chg="add del mod">
          <ac:chgData name="musukie52@gmail.com" userId="017bd91f96aa8751" providerId="LiveId" clId="{5B2C3894-F97E-4CAB-8812-5BB4D83AAC6A}" dt="2026-01-22T17:48:59.976" v="8291" actId="21"/>
          <ac:picMkLst>
            <pc:docMk/>
            <pc:sldMk cId="2617679088" sldId="314"/>
            <ac:picMk id="51" creationId="{276F4A52-A4AE-1993-B1A8-318D55B0601E}"/>
          </ac:picMkLst>
        </pc:picChg>
        <pc:picChg chg="add mod modCrop">
          <ac:chgData name="musukie52@gmail.com" userId="017bd91f96aa8751" providerId="LiveId" clId="{5B2C3894-F97E-4CAB-8812-5BB4D83AAC6A}" dt="2026-01-22T18:05:01.946" v="8562" actId="14100"/>
          <ac:picMkLst>
            <pc:docMk/>
            <pc:sldMk cId="2617679088" sldId="314"/>
            <ac:picMk id="208" creationId="{77609F00-0992-0E5D-2F00-49BCA61D7FB5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20:04:47.981" v="16772" actId="20577"/>
        <pc:sldMkLst>
          <pc:docMk/>
          <pc:sldMk cId="1849325569" sldId="315"/>
        </pc:sldMkLst>
        <pc:spChg chg="add mod">
          <ac:chgData name="musukie52@gmail.com" userId="017bd91f96aa8751" providerId="LiveId" clId="{5B2C3894-F97E-4CAB-8812-5BB4D83AAC6A}" dt="2026-01-22T20:04:10.242" v="16751" actId="20577"/>
          <ac:spMkLst>
            <pc:docMk/>
            <pc:sldMk cId="1849325569" sldId="315"/>
            <ac:spMk id="23" creationId="{8A410126-F3C6-70D6-D855-7DAFDB27EF67}"/>
          </ac:spMkLst>
        </pc:spChg>
        <pc:spChg chg="mod">
          <ac:chgData name="musukie52@gmail.com" userId="017bd91f96aa8751" providerId="LiveId" clId="{5B2C3894-F97E-4CAB-8812-5BB4D83AAC6A}" dt="2026-01-22T18:08:30.832" v="8620" actId="20577"/>
          <ac:spMkLst>
            <pc:docMk/>
            <pc:sldMk cId="1849325569" sldId="315"/>
            <ac:spMk id="33" creationId="{E6456AA0-39FD-350E-DF36-A4D90280ACA5}"/>
          </ac:spMkLst>
        </pc:spChg>
        <pc:spChg chg="del mod">
          <ac:chgData name="musukie52@gmail.com" userId="017bd91f96aa8751" providerId="LiveId" clId="{5B2C3894-F97E-4CAB-8812-5BB4D83AAC6A}" dt="2026-01-22T19:40:40.451" v="13268" actId="478"/>
          <ac:spMkLst>
            <pc:docMk/>
            <pc:sldMk cId="1849325569" sldId="315"/>
            <ac:spMk id="50" creationId="{EF1B76D7-613E-AA9A-8B57-518673F66C4A}"/>
          </ac:spMkLst>
        </pc:spChg>
        <pc:spChg chg="mod">
          <ac:chgData name="musukie52@gmail.com" userId="017bd91f96aa8751" providerId="LiveId" clId="{5B2C3894-F97E-4CAB-8812-5BB4D83AAC6A}" dt="2026-01-22T20:04:47.981" v="16772" actId="20577"/>
          <ac:spMkLst>
            <pc:docMk/>
            <pc:sldMk cId="1849325569" sldId="315"/>
            <ac:spMk id="158" creationId="{A4D814DD-2667-AE8D-EA47-98AC9885886E}"/>
          </ac:spMkLst>
        </pc:spChg>
        <pc:spChg chg="mod">
          <ac:chgData name="musukie52@gmail.com" userId="017bd91f96aa8751" providerId="LiveId" clId="{5B2C3894-F97E-4CAB-8812-5BB4D83AAC6A}" dt="2026-01-22T19:59:45.445" v="16377" actId="20577"/>
          <ac:spMkLst>
            <pc:docMk/>
            <pc:sldMk cId="1849325569" sldId="315"/>
            <ac:spMk id="159" creationId="{0DB5FD37-455C-9CD4-3087-E840CD0FF5E2}"/>
          </ac:spMkLst>
        </pc:spChg>
        <pc:picChg chg="add del mod ord">
          <ac:chgData name="musukie52@gmail.com" userId="017bd91f96aa8751" providerId="LiveId" clId="{5B2C3894-F97E-4CAB-8812-5BB4D83AAC6A}" dt="2026-01-22T18:11:36.779" v="8643" actId="21"/>
          <ac:picMkLst>
            <pc:docMk/>
            <pc:sldMk cId="1849325569" sldId="315"/>
            <ac:picMk id="2" creationId="{13F0DA23-3FB7-DF97-CE42-35CCEB5DBB5A}"/>
          </ac:picMkLst>
        </pc:picChg>
        <pc:picChg chg="add mod ord">
          <ac:chgData name="musukie52@gmail.com" userId="017bd91f96aa8751" providerId="LiveId" clId="{5B2C3894-F97E-4CAB-8812-5BB4D83AAC6A}" dt="2026-01-22T18:12:48.777" v="8682" actId="167"/>
          <ac:picMkLst>
            <pc:docMk/>
            <pc:sldMk cId="1849325569" sldId="315"/>
            <ac:picMk id="3" creationId="{5486A0E9-6953-5A3D-6F69-1A82E79235CA}"/>
          </ac:picMkLst>
        </pc:picChg>
        <pc:picChg chg="add del mod">
          <ac:chgData name="musukie52@gmail.com" userId="017bd91f96aa8751" providerId="LiveId" clId="{5B2C3894-F97E-4CAB-8812-5BB4D83AAC6A}" dt="2026-01-22T18:25:06.301" v="8787" actId="478"/>
          <ac:picMkLst>
            <pc:docMk/>
            <pc:sldMk cId="1849325569" sldId="315"/>
            <ac:picMk id="5" creationId="{764B1F7F-3B36-072A-B3A0-657EDBB89315}"/>
          </ac:picMkLst>
        </pc:picChg>
        <pc:picChg chg="del">
          <ac:chgData name="musukie52@gmail.com" userId="017bd91f96aa8751" providerId="LiveId" clId="{5B2C3894-F97E-4CAB-8812-5BB4D83AAC6A}" dt="2026-01-22T18:11:20.106" v="8638" actId="478"/>
          <ac:picMkLst>
            <pc:docMk/>
            <pc:sldMk cId="1849325569" sldId="315"/>
            <ac:picMk id="7" creationId="{44B2CAB9-758D-37AF-4157-6AD94DA6BB21}"/>
          </ac:picMkLst>
        </pc:picChg>
        <pc:picChg chg="add del mod">
          <ac:chgData name="musukie52@gmail.com" userId="017bd91f96aa8751" providerId="LiveId" clId="{5B2C3894-F97E-4CAB-8812-5BB4D83AAC6A}" dt="2026-01-22T18:26:47.056" v="8791" actId="21"/>
          <ac:picMkLst>
            <pc:docMk/>
            <pc:sldMk cId="1849325569" sldId="315"/>
            <ac:picMk id="8" creationId="{A9A8EA17-D6CD-DA99-C31C-1DD6C0597886}"/>
          </ac:picMkLst>
        </pc:picChg>
        <pc:picChg chg="del">
          <ac:chgData name="musukie52@gmail.com" userId="017bd91f96aa8751" providerId="LiveId" clId="{5B2C3894-F97E-4CAB-8812-5BB4D83AAC6A}" dt="2026-01-22T18:12:45.634" v="8680" actId="478"/>
          <ac:picMkLst>
            <pc:docMk/>
            <pc:sldMk cId="1849325569" sldId="315"/>
            <ac:picMk id="10" creationId="{0DD7310F-C7B7-A1A4-0AEA-97DE0352ED43}"/>
          </ac:picMkLst>
        </pc:picChg>
        <pc:picChg chg="add del mod">
          <ac:chgData name="musukie52@gmail.com" userId="017bd91f96aa8751" providerId="LiveId" clId="{5B2C3894-F97E-4CAB-8812-5BB4D83AAC6A}" dt="2026-01-22T18:34:40.931" v="8801" actId="21"/>
          <ac:picMkLst>
            <pc:docMk/>
            <pc:sldMk cId="1849325569" sldId="315"/>
            <ac:picMk id="11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9:40:55.678" v="13276" actId="478"/>
          <ac:picMkLst>
            <pc:docMk/>
            <pc:sldMk cId="1849325569" sldId="315"/>
            <ac:picMk id="16" creationId="{A715BB5C-C9D2-8ED4-AC47-B82BDD1C5240}"/>
          </ac:picMkLst>
        </pc:picChg>
        <pc:picChg chg="add del mod">
          <ac:chgData name="musukie52@gmail.com" userId="017bd91f96aa8751" providerId="LiveId" clId="{5B2C3894-F97E-4CAB-8812-5BB4D83AAC6A}" dt="2026-01-22T19:40:54.139" v="13275" actId="21"/>
          <ac:picMkLst>
            <pc:docMk/>
            <pc:sldMk cId="1849325569" sldId="315"/>
            <ac:picMk id="24" creationId="{13F0DA23-3FB7-DF97-CE42-35CCEB5DBB5A}"/>
          </ac:picMkLst>
        </pc:picChg>
        <pc:picChg chg="add del mod ord">
          <ac:chgData name="musukie52@gmail.com" userId="017bd91f96aa8751" providerId="LiveId" clId="{5B2C3894-F97E-4CAB-8812-5BB4D83AAC6A}" dt="2026-01-22T19:41:25.009" v="13300" actId="21"/>
          <ac:picMkLst>
            <pc:docMk/>
            <pc:sldMk cId="1849325569" sldId="315"/>
            <ac:picMk id="25" creationId="{13F0DA23-3FB7-DF97-CE42-35CCEB5DBB5A}"/>
          </ac:picMkLst>
        </pc:picChg>
        <pc:picChg chg="del">
          <ac:chgData name="musukie52@gmail.com" userId="017bd91f96aa8751" providerId="LiveId" clId="{5B2C3894-F97E-4CAB-8812-5BB4D83AAC6A}" dt="2026-01-22T18:10:59.932" v="8621" actId="478"/>
          <ac:picMkLst>
            <pc:docMk/>
            <pc:sldMk cId="1849325569" sldId="315"/>
            <ac:picMk id="38" creationId="{DCEE8F76-862E-4521-DAEE-5625AAE46FA9}"/>
          </ac:picMkLst>
        </pc:picChg>
        <pc:picChg chg="del">
          <ac:chgData name="musukie52@gmail.com" userId="017bd91f96aa8751" providerId="LiveId" clId="{5B2C3894-F97E-4CAB-8812-5BB4D83AAC6A}" dt="2026-01-22T18:11:01.733" v="8622" actId="478"/>
          <ac:picMkLst>
            <pc:docMk/>
            <pc:sldMk cId="1849325569" sldId="315"/>
            <ac:picMk id="42" creationId="{85EBDE3E-4386-C8DA-F95D-FBC836AA0758}"/>
          </ac:picMkLst>
        </pc:picChg>
        <pc:picChg chg="add del mod ord">
          <ac:chgData name="musukie52@gmail.com" userId="017bd91f96aa8751" providerId="LiveId" clId="{5B2C3894-F97E-4CAB-8812-5BB4D83AAC6A}" dt="2026-01-22T19:40:47.171" v="13270" actId="21"/>
          <ac:picMkLst>
            <pc:docMk/>
            <pc:sldMk cId="1849325569" sldId="315"/>
            <ac:picMk id="45" creationId="{13F0DA23-3FB7-DF97-CE42-35CCEB5DBB5A}"/>
          </ac:picMkLst>
        </pc:picChg>
        <pc:picChg chg="add del mod modCrop">
          <ac:chgData name="musukie52@gmail.com" userId="017bd91f96aa8751" providerId="LiveId" clId="{5B2C3894-F97E-4CAB-8812-5BB4D83AAC6A}" dt="2026-01-22T18:36:22.710" v="8837" actId="21"/>
          <ac:picMkLst>
            <pc:docMk/>
            <pc:sldMk cId="1849325569" sldId="315"/>
            <ac:picMk id="56" creationId="{A9A8EA17-D6CD-DA99-C31C-1DD6C0597886}"/>
          </ac:picMkLst>
        </pc:picChg>
        <pc:picChg chg="add mod">
          <ac:chgData name="musukie52@gmail.com" userId="017bd91f96aa8751" providerId="LiveId" clId="{5B2C3894-F97E-4CAB-8812-5BB4D83AAC6A}" dt="2026-01-22T18:58:56.640" v="10491" actId="1038"/>
          <ac:picMkLst>
            <pc:docMk/>
            <pc:sldMk cId="1849325569" sldId="315"/>
            <ac:picMk id="60" creationId="{F0958B2E-04E5-6639-03A4-460E493A07F8}"/>
          </ac:picMkLst>
        </pc:picChg>
        <pc:picChg chg="add del mod modCrop">
          <ac:chgData name="musukie52@gmail.com" userId="017bd91f96aa8751" providerId="LiveId" clId="{5B2C3894-F97E-4CAB-8812-5BB4D83AAC6A}" dt="2026-01-22T18:37:31.691" v="8857" actId="21"/>
          <ac:picMkLst>
            <pc:docMk/>
            <pc:sldMk cId="1849325569" sldId="315"/>
            <ac:picMk id="61" creationId="{A9A8EA17-D6CD-DA99-C31C-1DD6C0597886}"/>
          </ac:picMkLst>
        </pc:picChg>
        <pc:picChg chg="add mod modCrop">
          <ac:chgData name="musukie52@gmail.com" userId="017bd91f96aa8751" providerId="LiveId" clId="{5B2C3894-F97E-4CAB-8812-5BB4D83AAC6A}" dt="2026-01-22T18:40:43.023" v="8908" actId="1038"/>
          <ac:picMkLst>
            <pc:docMk/>
            <pc:sldMk cId="1849325569" sldId="315"/>
            <ac:picMk id="62" creationId="{A9A8EA17-D6CD-DA99-C31C-1DD6C0597886}"/>
          </ac:picMkLst>
        </pc:picChg>
        <pc:picChg chg="add mod ord">
          <ac:chgData name="musukie52@gmail.com" userId="017bd91f96aa8751" providerId="LiveId" clId="{5B2C3894-F97E-4CAB-8812-5BB4D83AAC6A}" dt="2026-01-22T19:41:37.521" v="13306" actId="167"/>
          <ac:picMkLst>
            <pc:docMk/>
            <pc:sldMk cId="1849325569" sldId="315"/>
            <ac:picMk id="63" creationId="{13F0DA23-3FB7-DF97-CE42-35CCEB5DBB5A}"/>
          </ac:picMkLst>
        </pc:picChg>
        <pc:cxnChg chg="add del mod">
          <ac:chgData name="musukie52@gmail.com" userId="017bd91f96aa8751" providerId="LiveId" clId="{5B2C3894-F97E-4CAB-8812-5BB4D83AAC6A}" dt="2026-01-22T18:40:10.803" v="8899" actId="478"/>
          <ac:cxnSpMkLst>
            <pc:docMk/>
            <pc:sldMk cId="1849325569" sldId="315"/>
            <ac:cxnSpMk id="13" creationId="{D215DA4C-F501-444E-0680-5CA4209FA35B}"/>
          </ac:cxnSpMkLst>
        </pc:cxnChg>
      </pc:sldChg>
      <pc:sldChg chg="addSp delSp modSp add mod setBg">
        <pc:chgData name="musukie52@gmail.com" userId="017bd91f96aa8751" providerId="LiveId" clId="{5B2C3894-F97E-4CAB-8812-5BB4D83AAC6A}" dt="2026-01-22T20:17:58.260" v="16847" actId="732"/>
        <pc:sldMkLst>
          <pc:docMk/>
          <pc:sldMk cId="2100520648" sldId="316"/>
        </pc:sldMkLst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49" creationId="{2919EF4C-99BA-5B20-C3CD-40515A18D873}"/>
          </ac:spMkLst>
        </pc:spChg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50" creationId="{45587402-5AD7-0A8C-F74A-A0496A0088D6}"/>
          </ac:spMkLst>
        </pc:spChg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155" creationId="{FEBF9FFB-4F21-7321-F4F5-B2DD68569FF0}"/>
          </ac:spMkLst>
        </pc:spChg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158" creationId="{EE78C98D-EC4F-4807-8317-E5C7DC45DCE6}"/>
          </ac:spMkLst>
        </pc:spChg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159" creationId="{E36F5E3F-371C-9BF4-1C83-8EDA01E674D4}"/>
          </ac:spMkLst>
        </pc:spChg>
        <pc:picChg chg="add del mod">
          <ac:chgData name="musukie52@gmail.com" userId="017bd91f96aa8751" providerId="LiveId" clId="{5B2C3894-F97E-4CAB-8812-5BB4D83AAC6A}" dt="2026-01-22T20:11:53.156" v="16781" actId="478"/>
          <ac:picMkLst>
            <pc:docMk/>
            <pc:sldMk cId="2100520648" sldId="316"/>
            <ac:picMk id="3" creationId="{47CDA3DB-B9EE-04A3-4643-812FEC87EB00}"/>
          </ac:picMkLst>
        </pc:picChg>
        <pc:picChg chg="add del mod">
          <ac:chgData name="musukie52@gmail.com" userId="017bd91f96aa8751" providerId="LiveId" clId="{5B2C3894-F97E-4CAB-8812-5BB4D83AAC6A}" dt="2026-01-22T20:11:51.918" v="16780" actId="478"/>
          <ac:picMkLst>
            <pc:docMk/>
            <pc:sldMk cId="2100520648" sldId="316"/>
            <ac:picMk id="5" creationId="{8974F0FE-FE09-A261-9E0A-1F66885008F6}"/>
          </ac:picMkLst>
        </pc:picChg>
        <pc:picChg chg="add del mod">
          <ac:chgData name="musukie52@gmail.com" userId="017bd91f96aa8751" providerId="LiveId" clId="{5B2C3894-F97E-4CAB-8812-5BB4D83AAC6A}" dt="2026-01-22T20:11:50.819" v="16779" actId="478"/>
          <ac:picMkLst>
            <pc:docMk/>
            <pc:sldMk cId="2100520648" sldId="316"/>
            <ac:picMk id="7" creationId="{7E0B969A-6988-3D07-2B85-D1497FE72981}"/>
          </ac:picMkLst>
        </pc:picChg>
        <pc:picChg chg="add del mod">
          <ac:chgData name="musukie52@gmail.com" userId="017bd91f96aa8751" providerId="LiveId" clId="{5B2C3894-F97E-4CAB-8812-5BB4D83AAC6A}" dt="2026-01-22T20:11:49.458" v="16778" actId="478"/>
          <ac:picMkLst>
            <pc:docMk/>
            <pc:sldMk cId="2100520648" sldId="316"/>
            <ac:picMk id="9" creationId="{EB98E1A6-76B7-3E88-71E9-C224339BDB85}"/>
          </ac:picMkLst>
        </pc:picChg>
        <pc:picChg chg="add mod modCrop">
          <ac:chgData name="musukie52@gmail.com" userId="017bd91f96aa8751" providerId="LiveId" clId="{5B2C3894-F97E-4CAB-8812-5BB4D83AAC6A}" dt="2026-01-22T20:17:58.260" v="16847" actId="732"/>
          <ac:picMkLst>
            <pc:docMk/>
            <pc:sldMk cId="2100520648" sldId="316"/>
            <ac:picMk id="11" creationId="{A7F89F47-D01B-7AE8-46D5-4514FFB6C848}"/>
          </ac:picMkLst>
        </pc:picChg>
        <pc:picChg chg="add mod modCrop">
          <ac:chgData name="musukie52@gmail.com" userId="017bd91f96aa8751" providerId="LiveId" clId="{5B2C3894-F97E-4CAB-8812-5BB4D83AAC6A}" dt="2026-01-22T20:17:47.198" v="16845" actId="732"/>
          <ac:picMkLst>
            <pc:docMk/>
            <pc:sldMk cId="2100520648" sldId="316"/>
            <ac:picMk id="13" creationId="{9F13FCE8-8C3C-7A8E-35F1-4D30B6BF1B2B}"/>
          </ac:picMkLst>
        </pc:picChg>
        <pc:picChg chg="add mod modCrop">
          <ac:chgData name="musukie52@gmail.com" userId="017bd91f96aa8751" providerId="LiveId" clId="{5B2C3894-F97E-4CAB-8812-5BB4D83AAC6A}" dt="2026-01-22T20:17:29.223" v="16840" actId="1076"/>
          <ac:picMkLst>
            <pc:docMk/>
            <pc:sldMk cId="2100520648" sldId="316"/>
            <ac:picMk id="16" creationId="{00C18958-38AC-32D0-EA2E-D6DDCED2C94A}"/>
          </ac:picMkLst>
        </pc:picChg>
        <pc:picChg chg="add mod modCrop">
          <ac:chgData name="musukie52@gmail.com" userId="017bd91f96aa8751" providerId="LiveId" clId="{5B2C3894-F97E-4CAB-8812-5BB4D83AAC6A}" dt="2026-01-22T20:17:25.611" v="16838" actId="1076"/>
          <ac:picMkLst>
            <pc:docMk/>
            <pc:sldMk cId="2100520648" sldId="316"/>
            <ac:picMk id="24" creationId="{31DC9E8B-C150-E474-2F8D-0EDF68C02606}"/>
          </ac:picMkLst>
        </pc:picChg>
        <pc:picChg chg="add mod modCrop">
          <ac:chgData name="musukie52@gmail.com" userId="017bd91f96aa8751" providerId="LiveId" clId="{5B2C3894-F97E-4CAB-8812-5BB4D83AAC6A}" dt="2026-01-22T20:17:27.399" v="16839" actId="1076"/>
          <ac:picMkLst>
            <pc:docMk/>
            <pc:sldMk cId="2100520648" sldId="316"/>
            <ac:picMk id="26" creationId="{9E0D1513-DD03-E277-1E2B-B878E105E6C6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27" creationId="{DBE0622A-EDD9-B0A2-98DF-C5B81A00C08F}"/>
          </ac:picMkLst>
        </pc:picChg>
        <pc:picChg chg="add del mod">
          <ac:chgData name="musukie52@gmail.com" userId="017bd91f96aa8751" providerId="LiveId" clId="{5B2C3894-F97E-4CAB-8812-5BB4D83AAC6A}" dt="2026-01-22T20:15:49.395" v="16810" actId="478"/>
          <ac:picMkLst>
            <pc:docMk/>
            <pc:sldMk cId="2100520648" sldId="316"/>
            <ac:picMk id="29" creationId="{FEF0A3E4-A869-1066-B56A-E6A26B130EC1}"/>
          </ac:picMkLst>
        </pc:picChg>
        <pc:picChg chg="add del mod">
          <ac:chgData name="musukie52@gmail.com" userId="017bd91f96aa8751" providerId="LiveId" clId="{5B2C3894-F97E-4CAB-8812-5BB4D83AAC6A}" dt="2026-01-22T20:15:48.270" v="16809" actId="478"/>
          <ac:picMkLst>
            <pc:docMk/>
            <pc:sldMk cId="2100520648" sldId="316"/>
            <ac:picMk id="31" creationId="{137A7D98-8131-F0CF-8986-56361B3C6196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38" creationId="{1253293F-8A8D-F017-4D81-2B2DF8E6D66B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42" creationId="{5C1B4134-1406-F27C-8104-7C6C3BB56105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47" creationId="{85C2EF9F-1FC3-11EA-C72A-36162E02D2EF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55" creationId="{DCBEAB8E-2F16-4E46-96A0-185836E29B2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1645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1456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6091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411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6077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018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547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5357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3A738-D4D3-BC18-410A-7EE8A3587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66F722-FD3C-3862-D8DB-FD78736E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7F8497-FDE9-BCB2-55BC-E9F2FC29B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6E790F-4E86-DF55-00CA-87697D04A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0674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microsoft.com/office/2007/relationships/hdphoto" Target="../media/hdphoto5.wdp"/><Relationship Id="rId1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microsoft.com/office/2007/relationships/hdphoto" Target="../media/hdphoto2.wdp"/><Relationship Id="rId12" Type="http://schemas.openxmlformats.org/officeDocument/2006/relationships/image" Target="../media/image19.png"/><Relationship Id="rId17" Type="http://schemas.microsoft.com/office/2007/relationships/hdphoto" Target="../media/hdphoto7.wdp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microsoft.com/office/2007/relationships/hdphoto" Target="../media/hdphoto4.wdp"/><Relationship Id="rId5" Type="http://schemas.microsoft.com/office/2007/relationships/hdphoto" Target="../media/hdphoto1.wdp"/><Relationship Id="rId15" Type="http://schemas.microsoft.com/office/2007/relationships/hdphoto" Target="../media/hdphoto6.wdp"/><Relationship Id="rId10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microsoft.com/office/2007/relationships/hdphoto" Target="../media/hdphoto3.wdp"/><Relationship Id="rId1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microsoft.com/office/2007/relationships/hdphoto" Target="../media/hdphoto11.wdp"/><Relationship Id="rId18" Type="http://schemas.openxmlformats.org/officeDocument/2006/relationships/image" Target="../media/image30.png"/><Relationship Id="rId26" Type="http://schemas.openxmlformats.org/officeDocument/2006/relationships/image" Target="../media/image35.png"/><Relationship Id="rId3" Type="http://schemas.openxmlformats.org/officeDocument/2006/relationships/image" Target="../media/image22.png"/><Relationship Id="rId21" Type="http://schemas.openxmlformats.org/officeDocument/2006/relationships/image" Target="../media/image32.png"/><Relationship Id="rId7" Type="http://schemas.microsoft.com/office/2007/relationships/hdphoto" Target="../media/hdphoto9.wdp"/><Relationship Id="rId12" Type="http://schemas.openxmlformats.org/officeDocument/2006/relationships/image" Target="../media/image27.png"/><Relationship Id="rId17" Type="http://schemas.microsoft.com/office/2007/relationships/hdphoto" Target="../media/hdphoto2.wdp"/><Relationship Id="rId25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9.png"/><Relationship Id="rId20" Type="http://schemas.openxmlformats.org/officeDocument/2006/relationships/image" Target="../media/image31.png"/><Relationship Id="rId29" Type="http://schemas.microsoft.com/office/2007/relationships/hdphoto" Target="../media/hdphoto17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6.png"/><Relationship Id="rId24" Type="http://schemas.microsoft.com/office/2007/relationships/hdphoto" Target="../media/hdphoto15.wdp"/><Relationship Id="rId5" Type="http://schemas.openxmlformats.org/officeDocument/2006/relationships/image" Target="../media/image23.png"/><Relationship Id="rId15" Type="http://schemas.microsoft.com/office/2007/relationships/hdphoto" Target="../media/hdphoto12.wdp"/><Relationship Id="rId23" Type="http://schemas.openxmlformats.org/officeDocument/2006/relationships/image" Target="../media/image33.png"/><Relationship Id="rId28" Type="http://schemas.openxmlformats.org/officeDocument/2006/relationships/image" Target="../media/image36.png"/><Relationship Id="rId10" Type="http://schemas.microsoft.com/office/2007/relationships/hdphoto" Target="../media/hdphoto10.wdp"/><Relationship Id="rId19" Type="http://schemas.microsoft.com/office/2007/relationships/hdphoto" Target="../media/hdphoto13.wdp"/><Relationship Id="rId4" Type="http://schemas.microsoft.com/office/2007/relationships/hdphoto" Target="../media/hdphoto8.wdp"/><Relationship Id="rId9" Type="http://schemas.openxmlformats.org/officeDocument/2006/relationships/image" Target="../media/image25.png"/><Relationship Id="rId14" Type="http://schemas.openxmlformats.org/officeDocument/2006/relationships/image" Target="../media/image28.png"/><Relationship Id="rId22" Type="http://schemas.microsoft.com/office/2007/relationships/hdphoto" Target="../media/hdphoto14.wdp"/><Relationship Id="rId27" Type="http://schemas.microsoft.com/office/2007/relationships/hdphoto" Target="../media/hdphoto16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11" Type="http://schemas.microsoft.com/office/2007/relationships/hdphoto" Target="../media/hdphoto18.wdp"/><Relationship Id="rId5" Type="http://schemas.openxmlformats.org/officeDocument/2006/relationships/image" Target="../media/image24.png"/><Relationship Id="rId10" Type="http://schemas.openxmlformats.org/officeDocument/2006/relationships/image" Target="../media/image38.png"/><Relationship Id="rId4" Type="http://schemas.openxmlformats.org/officeDocument/2006/relationships/image" Target="../media/image11.png"/><Relationship Id="rId9" Type="http://schemas.microsoft.com/office/2007/relationships/hdphoto" Target="../media/hdphoto17.wdp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20.wdp"/><Relationship Id="rId13" Type="http://schemas.openxmlformats.org/officeDocument/2006/relationships/image" Target="../media/image43.png"/><Relationship Id="rId3" Type="http://schemas.openxmlformats.org/officeDocument/2006/relationships/image" Target="../media/image11.png"/><Relationship Id="rId7" Type="http://schemas.openxmlformats.org/officeDocument/2006/relationships/image" Target="../media/image40.png"/><Relationship Id="rId12" Type="http://schemas.microsoft.com/office/2007/relationships/hdphoto" Target="../media/hdphoto22.wd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9.wdp"/><Relationship Id="rId11" Type="http://schemas.openxmlformats.org/officeDocument/2006/relationships/image" Target="../media/image42.png"/><Relationship Id="rId5" Type="http://schemas.openxmlformats.org/officeDocument/2006/relationships/image" Target="../media/image39.png"/><Relationship Id="rId10" Type="http://schemas.microsoft.com/office/2007/relationships/hdphoto" Target="../media/hdphoto21.wdp"/><Relationship Id="rId4" Type="http://schemas.openxmlformats.org/officeDocument/2006/relationships/image" Target="../media/image12.png"/><Relationship Id="rId9" Type="http://schemas.openxmlformats.org/officeDocument/2006/relationships/image" Target="../media/image41.png"/><Relationship Id="rId14" Type="http://schemas.microsoft.com/office/2007/relationships/hdphoto" Target="../media/hdphoto23.wdp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25.wdp"/><Relationship Id="rId3" Type="http://schemas.openxmlformats.org/officeDocument/2006/relationships/image" Target="../media/image1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4.wdp"/><Relationship Id="rId5" Type="http://schemas.openxmlformats.org/officeDocument/2006/relationships/image" Target="../media/image44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6.wdp"/><Relationship Id="rId5" Type="http://schemas.openxmlformats.org/officeDocument/2006/relationships/image" Target="../media/image46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hdphoto" Target="../media/hdphoto28.wdp"/><Relationship Id="rId13" Type="http://schemas.openxmlformats.org/officeDocument/2006/relationships/image" Target="../media/image53.png"/><Relationship Id="rId3" Type="http://schemas.openxmlformats.org/officeDocument/2006/relationships/image" Target="../media/image11.png"/><Relationship Id="rId7" Type="http://schemas.openxmlformats.org/officeDocument/2006/relationships/image" Target="../media/image48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7.wdp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5" Type="http://schemas.microsoft.com/office/2007/relationships/hdphoto" Target="../media/hdphoto29.wdp"/><Relationship Id="rId10" Type="http://schemas.openxmlformats.org/officeDocument/2006/relationships/image" Target="../media/image50.png"/><Relationship Id="rId4" Type="http://schemas.openxmlformats.org/officeDocument/2006/relationships/image" Target="../media/image12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hdphoto" Target="../media/hdphoto28.wdp"/><Relationship Id="rId13" Type="http://schemas.openxmlformats.org/officeDocument/2006/relationships/image" Target="../media/image53.png"/><Relationship Id="rId3" Type="http://schemas.openxmlformats.org/officeDocument/2006/relationships/image" Target="../media/image11.png"/><Relationship Id="rId7" Type="http://schemas.openxmlformats.org/officeDocument/2006/relationships/image" Target="../media/image48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7.wdp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5" Type="http://schemas.microsoft.com/office/2007/relationships/hdphoto" Target="../media/hdphoto29.wdp"/><Relationship Id="rId10" Type="http://schemas.openxmlformats.org/officeDocument/2006/relationships/image" Target="../media/image50.png"/><Relationship Id="rId4" Type="http://schemas.openxmlformats.org/officeDocument/2006/relationships/image" Target="../media/image12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2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5" Type="http://schemas.openxmlformats.org/officeDocument/2006/relationships/image" Target="../media/image24.png"/><Relationship Id="rId10" Type="http://schemas.microsoft.com/office/2007/relationships/hdphoto" Target="../media/hdphoto30.wdp"/><Relationship Id="rId4" Type="http://schemas.openxmlformats.org/officeDocument/2006/relationships/image" Target="../media/image11.png"/><Relationship Id="rId9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7" Type="http://schemas.microsoft.com/office/2007/relationships/hdphoto" Target="../media/hdphoto31.wdp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microsoft.com/office/2007/relationships/hdphoto" Target="../media/hdphoto18.wdp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FE70AED-C309-3CCB-1508-5684C7C8581D}"/>
              </a:ext>
            </a:extLst>
          </p:cNvPr>
          <p:cNvSpPr>
            <a:spLocks noChangeAspect="1"/>
          </p:cNvSpPr>
          <p:nvPr/>
        </p:nvSpPr>
        <p:spPr>
          <a:xfrm>
            <a:off x="9531736" y="5246748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1B2F219D-23C8-8079-1495-381B82B71E8D}"/>
              </a:ext>
            </a:extLst>
          </p:cNvPr>
          <p:cNvSpPr txBox="1"/>
          <p:nvPr/>
        </p:nvSpPr>
        <p:spPr>
          <a:xfrm>
            <a:off x="9316166" y="0"/>
            <a:ext cx="212018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글자 크기</a:t>
            </a:r>
          </a:p>
          <a:p>
            <a:pPr lvl="0">
              <a:defRPr/>
            </a:pPr>
            <a:r>
              <a:rPr lang="ko-KR" altLang="en-US" sz="3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(35)</a:t>
            </a:r>
          </a:p>
          <a:p>
            <a:pPr lvl="0">
              <a:defRPr/>
            </a:pPr>
            <a:r>
              <a:rPr lang="ko-KR" altLang="en-US" sz="19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(19)</a:t>
            </a:r>
          </a:p>
          <a:p>
            <a:pPr lvl="0">
              <a:defRPr/>
            </a:pP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(11)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C5DA784-FC79-FE71-71BA-4EA1E2F7DB05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787AFFA3-2520-71C1-10AD-6CBED69BAA57}"/>
              </a:ext>
            </a:extLst>
          </p:cNvPr>
          <p:cNvSpPr>
            <a:spLocks noChangeAspect="1"/>
          </p:cNvSpPr>
          <p:nvPr/>
        </p:nvSpPr>
        <p:spPr>
          <a:xfrm>
            <a:off x="9531736" y="2803533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2D6613-FF00-9879-F543-3A92FF019B7C}"/>
              </a:ext>
            </a:extLst>
          </p:cNvPr>
          <p:cNvSpPr>
            <a:spLocks noChangeAspect="1"/>
          </p:cNvSpPr>
          <p:nvPr/>
        </p:nvSpPr>
        <p:spPr>
          <a:xfrm>
            <a:off x="9531736" y="3415986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6B4F61F5-DA99-0C9C-AC84-8443034F2E85}"/>
              </a:ext>
            </a:extLst>
          </p:cNvPr>
          <p:cNvSpPr>
            <a:spLocks noChangeAspect="1"/>
          </p:cNvSpPr>
          <p:nvPr/>
        </p:nvSpPr>
        <p:spPr>
          <a:xfrm>
            <a:off x="9531736" y="4636494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365DE8A-45BB-4E56-62F1-2A70847F5C2B}"/>
              </a:ext>
            </a:extLst>
          </p:cNvPr>
          <p:cNvSpPr>
            <a:spLocks noChangeAspect="1"/>
          </p:cNvSpPr>
          <p:nvPr/>
        </p:nvSpPr>
        <p:spPr>
          <a:xfrm>
            <a:off x="9531736" y="4026240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EF1783F-2AE1-0C97-DFAA-FA0813AF8175}"/>
              </a:ext>
            </a:extLst>
          </p:cNvPr>
          <p:cNvSpPr>
            <a:spLocks noChangeAspect="1"/>
          </p:cNvSpPr>
          <p:nvPr/>
        </p:nvSpPr>
        <p:spPr>
          <a:xfrm>
            <a:off x="9531736" y="5857002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TextBox 1">
            <a:extLst>
              <a:ext uri="{FF2B5EF4-FFF2-40B4-BE49-F238E27FC236}">
                <a16:creationId xmlns:a16="http://schemas.microsoft.com/office/drawing/2014/main" id="{2CF5622E-26DB-6B4C-F395-E6E6D8D12B83}"/>
              </a:ext>
            </a:extLst>
          </p:cNvPr>
          <p:cNvSpPr txBox="1"/>
          <p:nvPr/>
        </p:nvSpPr>
        <p:spPr>
          <a:xfrm>
            <a:off x="9322874" y="1680233"/>
            <a:ext cx="1965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</a:t>
            </a:r>
          </a:p>
          <a:p>
            <a:pPr lvl="0">
              <a:defRPr/>
            </a:pPr>
            <a:r>
              <a:rPr lang="en-US" altLang="ko-KR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KoddiUD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Regular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E550B8-E378-85E2-A018-B13765305DE0}"/>
              </a:ext>
            </a:extLst>
          </p:cNvPr>
          <p:cNvSpPr txBox="1"/>
          <p:nvPr/>
        </p:nvSpPr>
        <p:spPr>
          <a:xfrm>
            <a:off x="3366831" y="672358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믿고 있어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C1D46C-33BD-6A4C-F646-460AE757E10B}"/>
              </a:ext>
            </a:extLst>
          </p:cNvPr>
          <p:cNvSpPr txBox="1"/>
          <p:nvPr/>
        </p:nvSpPr>
        <p:spPr>
          <a:xfrm>
            <a:off x="6608046" y="4768760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고마워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3C3499-A3F8-32A5-5F90-8E0F18575EDD}"/>
              </a:ext>
            </a:extLst>
          </p:cNvPr>
          <p:cNvSpPr txBox="1"/>
          <p:nvPr/>
        </p:nvSpPr>
        <p:spPr>
          <a:xfrm>
            <a:off x="4640484" y="2130863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부탁할게</a:t>
            </a:r>
            <a:endParaRPr lang="ko-KR" altLang="en-US" sz="11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789943" y="1300535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0D69BC-BC84-8917-5DF1-3A69AFE9DBE8}"/>
              </a:ext>
            </a:extLst>
          </p:cNvPr>
          <p:cNvSpPr txBox="1"/>
          <p:nvPr/>
        </p:nvSpPr>
        <p:spPr>
          <a:xfrm>
            <a:off x="583079" y="1506810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역시 너야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5BD0088-EA1F-76FE-E0AF-C58BBCD545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t="2537" r="66251" b="76478"/>
          <a:stretch>
            <a:fillRect/>
          </a:stretch>
        </p:blipFill>
        <p:spPr>
          <a:xfrm>
            <a:off x="1213381" y="2621399"/>
            <a:ext cx="2768069" cy="181512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8D4047-2B67-2B3C-DB59-6B95D978C9C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55788" y="1345736"/>
            <a:ext cx="1197871" cy="57972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C48E0F-ABB0-CE28-1ECF-ADFBB564C8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3239540" y="513298"/>
            <a:ext cx="1197871" cy="57972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95A39F3-7721-4277-46F0-DCF86A9F14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513193" y="1971803"/>
            <a:ext cx="1197871" cy="5797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A18B012-78FA-BC34-5121-A6770A710D1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691003" y="1141475"/>
            <a:ext cx="1197871" cy="5797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1F0E055-96B1-45E0-208A-5AF90DF454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479998" y="4613220"/>
            <a:ext cx="1197871" cy="57972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A462B32-A4C8-9B03-D3FD-15A9507276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2227079" y="5337189"/>
            <a:ext cx="1197871" cy="57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305561" y="2925579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229361" y="3485049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C7C627C-3BBE-F050-C729-EEE5D076E391}"/>
              </a:ext>
            </a:extLst>
          </p:cNvPr>
          <p:cNvSpPr txBox="1"/>
          <p:nvPr/>
        </p:nvSpPr>
        <p:spPr>
          <a:xfrm>
            <a:off x="7094628" y="2957631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믿고 있어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DEFB34-BA2E-53AE-FE71-8C3CFD733711}"/>
              </a:ext>
            </a:extLst>
          </p:cNvPr>
          <p:cNvSpPr txBox="1"/>
          <p:nvPr/>
        </p:nvSpPr>
        <p:spPr>
          <a:xfrm>
            <a:off x="4613278" y="2130863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역시 너야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312582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90B8727-3034-51B5-3AB7-0EE290A568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485987" y="1971803"/>
            <a:ext cx="1197871" cy="57972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E6E7C05-FF37-A6D5-C176-E370B8E1752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16" t="685" r="42554" b="74685"/>
          <a:stretch>
            <a:fillRect/>
          </a:stretch>
        </p:blipFill>
        <p:spPr>
          <a:xfrm flipH="1">
            <a:off x="980487" y="2190437"/>
            <a:ext cx="2955600" cy="236329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4CF9996-6D79-EA2B-A534-198CEFC5B2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710092" y="1150620"/>
            <a:ext cx="1197871" cy="57972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23FA49-40C2-84E4-FA8C-0883736DDD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965642" y="2792353"/>
            <a:ext cx="1197871" cy="57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977218" y="224206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369454" y="2793224"/>
            <a:ext cx="4353339" cy="324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9A54E68-3543-5194-8CB8-01A5EBC3C8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141841" y="2646989"/>
            <a:ext cx="1197871" cy="57972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265B80C-75B2-D72B-5DAF-9A99CA7365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884120" y="2642984"/>
            <a:ext cx="1197871" cy="579729"/>
          </a:xfrm>
          <a:prstGeom prst="rect">
            <a:avLst/>
          </a:prstGeom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125731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79952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F65EA-554E-E43B-F80F-AC07F558543E}"/>
              </a:ext>
            </a:extLst>
          </p:cNvPr>
          <p:cNvSpPr txBox="1"/>
          <p:nvPr/>
        </p:nvSpPr>
        <p:spPr>
          <a:xfrm>
            <a:off x="3546217" y="3660749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고마워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D35147-4E12-C4B4-B288-F1BF52826D58}"/>
              </a:ext>
            </a:extLst>
          </p:cNvPr>
          <p:cNvSpPr txBox="1"/>
          <p:nvPr/>
        </p:nvSpPr>
        <p:spPr>
          <a:xfrm>
            <a:off x="1269132" y="2790729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부탁할게</a:t>
            </a:r>
            <a:endParaRPr lang="ko-KR" altLang="en-US" sz="11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699696" y="4716969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33CA61A-08AE-4EB6-54A8-AE03B733A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3418926" y="3504205"/>
            <a:ext cx="1197871" cy="57972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B25FF86-2DA1-1887-5674-8A12CA548099}"/>
              </a:ext>
            </a:extLst>
          </p:cNvPr>
          <p:cNvPicPr>
            <a:picLocks/>
          </p:cNvPicPr>
          <p:nvPr/>
        </p:nvPicPr>
        <p:blipFill>
          <a:blip r:embed="rId4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 flipV="1">
            <a:off x="4596388" y="4569280"/>
            <a:ext cx="1197871" cy="5796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4A59A8E-E95F-CFCF-382E-B9781F00B1C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16" t="685" r="42554" b="74685"/>
          <a:stretch>
            <a:fillRect/>
          </a:stretch>
        </p:blipFill>
        <p:spPr>
          <a:xfrm flipH="1">
            <a:off x="3093871" y="581094"/>
            <a:ext cx="2955600" cy="236329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15B966-1B02-2DFD-FF87-CE65B7BEFA26}"/>
              </a:ext>
            </a:extLst>
          </p:cNvPr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2559" y="2772134"/>
            <a:ext cx="1029600" cy="29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7510060" y="353112"/>
            <a:ext cx="115133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394E205-494A-0381-AEC8-D3425B3B1BCE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9" t="3509" r="67223" b="76879"/>
          <a:stretch>
            <a:fillRect/>
          </a:stretch>
        </p:blipFill>
        <p:spPr>
          <a:xfrm flipH="1">
            <a:off x="7426062" y="275502"/>
            <a:ext cx="1370129" cy="876508"/>
          </a:xfrm>
          <a:prstGeom prst="rect">
            <a:avLst/>
          </a:prstGeom>
        </p:spPr>
      </p:pic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219720"/>
            <a:ext cx="23026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29" y="2256521"/>
            <a:ext cx="42766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방향성          게임의 정의          컨텐츠 볼륨 맵</a:t>
            </a: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903620"/>
            <a:ext cx="14454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  <a:endParaRPr lang="en-US" altLang="ko-KR" sz="1900" b="1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0" y="2945146"/>
            <a:ext cx="382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플레이의 작용요소          방해요인          </a:t>
            </a:r>
            <a:r>
              <a:rPr lang="ko-KR" altLang="en-US" sz="13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목적</a:t>
            </a: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      </a:t>
            </a:r>
          </a:p>
        </p:txBody>
      </p:sp>
      <p:sp>
        <p:nvSpPr>
          <p:cNvPr id="73" name="모서리가 둥근 직사각형 72"/>
          <p:cNvSpPr/>
          <p:nvPr/>
        </p:nvSpPr>
        <p:spPr>
          <a:xfrm>
            <a:off x="482606" y="1450505"/>
            <a:ext cx="8178788" cy="464094"/>
          </a:xfrm>
          <a:custGeom>
            <a:avLst/>
            <a:gdLst>
              <a:gd name="csX0" fmla="*/ 0 w 8178788"/>
              <a:gd name="csY0" fmla="*/ 77351 h 464094"/>
              <a:gd name="csX1" fmla="*/ 77351 w 8178788"/>
              <a:gd name="csY1" fmla="*/ 0 h 464094"/>
              <a:gd name="csX2" fmla="*/ 730741 w 8178788"/>
              <a:gd name="csY2" fmla="*/ 0 h 464094"/>
              <a:gd name="csX3" fmla="*/ 1303890 w 8178788"/>
              <a:gd name="csY3" fmla="*/ 0 h 464094"/>
              <a:gd name="csX4" fmla="*/ 1877039 w 8178788"/>
              <a:gd name="csY4" fmla="*/ 0 h 464094"/>
              <a:gd name="csX5" fmla="*/ 2450188 w 8178788"/>
              <a:gd name="csY5" fmla="*/ 0 h 464094"/>
              <a:gd name="csX6" fmla="*/ 3023337 w 8178788"/>
              <a:gd name="csY6" fmla="*/ 0 h 464094"/>
              <a:gd name="csX7" fmla="*/ 3436004 w 8178788"/>
              <a:gd name="csY7" fmla="*/ 0 h 464094"/>
              <a:gd name="csX8" fmla="*/ 3768431 w 8178788"/>
              <a:gd name="csY8" fmla="*/ 0 h 464094"/>
              <a:gd name="csX9" fmla="*/ 4100857 w 8178788"/>
              <a:gd name="csY9" fmla="*/ 0 h 464094"/>
              <a:gd name="csX10" fmla="*/ 4593765 w 8178788"/>
              <a:gd name="csY10" fmla="*/ 0 h 464094"/>
              <a:gd name="csX11" fmla="*/ 5166914 w 8178788"/>
              <a:gd name="csY11" fmla="*/ 0 h 464094"/>
              <a:gd name="csX12" fmla="*/ 5900545 w 8178788"/>
              <a:gd name="csY12" fmla="*/ 0 h 464094"/>
              <a:gd name="csX13" fmla="*/ 6553935 w 8178788"/>
              <a:gd name="csY13" fmla="*/ 0 h 464094"/>
              <a:gd name="csX14" fmla="*/ 7287565 w 8178788"/>
              <a:gd name="csY14" fmla="*/ 0 h 464094"/>
              <a:gd name="csX15" fmla="*/ 8101437 w 8178788"/>
              <a:gd name="csY15" fmla="*/ 0 h 464094"/>
              <a:gd name="csX16" fmla="*/ 8178788 w 8178788"/>
              <a:gd name="csY16" fmla="*/ 77351 h 464094"/>
              <a:gd name="csX17" fmla="*/ 8178788 w 8178788"/>
              <a:gd name="csY17" fmla="*/ 386743 h 464094"/>
              <a:gd name="csX18" fmla="*/ 8101437 w 8178788"/>
              <a:gd name="csY18" fmla="*/ 464094 h 464094"/>
              <a:gd name="csX19" fmla="*/ 7688770 w 8178788"/>
              <a:gd name="csY19" fmla="*/ 464094 h 464094"/>
              <a:gd name="csX20" fmla="*/ 7276102 w 8178788"/>
              <a:gd name="csY20" fmla="*/ 464094 h 464094"/>
              <a:gd name="csX21" fmla="*/ 6702953 w 8178788"/>
              <a:gd name="csY21" fmla="*/ 464094 h 464094"/>
              <a:gd name="csX22" fmla="*/ 6370527 w 8178788"/>
              <a:gd name="csY22" fmla="*/ 464094 h 464094"/>
              <a:gd name="csX23" fmla="*/ 5797378 w 8178788"/>
              <a:gd name="csY23" fmla="*/ 464094 h 464094"/>
              <a:gd name="csX24" fmla="*/ 5304470 w 8178788"/>
              <a:gd name="csY24" fmla="*/ 464094 h 464094"/>
              <a:gd name="csX25" fmla="*/ 4731321 w 8178788"/>
              <a:gd name="csY25" fmla="*/ 464094 h 464094"/>
              <a:gd name="csX26" fmla="*/ 3997690 w 8178788"/>
              <a:gd name="csY26" fmla="*/ 464094 h 464094"/>
              <a:gd name="csX27" fmla="*/ 3585023 w 8178788"/>
              <a:gd name="csY27" fmla="*/ 464094 h 464094"/>
              <a:gd name="csX28" fmla="*/ 3092115 w 8178788"/>
              <a:gd name="csY28" fmla="*/ 464094 h 464094"/>
              <a:gd name="csX29" fmla="*/ 2438725 w 8178788"/>
              <a:gd name="csY29" fmla="*/ 464094 h 464094"/>
              <a:gd name="csX30" fmla="*/ 1865576 w 8178788"/>
              <a:gd name="csY30" fmla="*/ 464094 h 464094"/>
              <a:gd name="csX31" fmla="*/ 1212186 w 8178788"/>
              <a:gd name="csY31" fmla="*/ 464094 h 464094"/>
              <a:gd name="csX32" fmla="*/ 639037 w 8178788"/>
              <a:gd name="csY32" fmla="*/ 464094 h 464094"/>
              <a:gd name="csX33" fmla="*/ 77351 w 8178788"/>
              <a:gd name="csY33" fmla="*/ 464094 h 464094"/>
              <a:gd name="csX34" fmla="*/ 0 w 8178788"/>
              <a:gd name="csY34" fmla="*/ 386743 h 464094"/>
              <a:gd name="csX35" fmla="*/ 0 w 8178788"/>
              <a:gd name="csY35" fmla="*/ 77351 h 464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8178788" h="464094" extrusionOk="0">
                <a:moveTo>
                  <a:pt x="0" y="77351"/>
                </a:moveTo>
                <a:cubicBezTo>
                  <a:pt x="-5423" y="43904"/>
                  <a:pt x="40687" y="-4096"/>
                  <a:pt x="77351" y="0"/>
                </a:cubicBezTo>
                <a:cubicBezTo>
                  <a:pt x="318623" y="-52104"/>
                  <a:pt x="417610" y="37303"/>
                  <a:pt x="730741" y="0"/>
                </a:cubicBezTo>
                <a:cubicBezTo>
                  <a:pt x="1043872" y="-37303"/>
                  <a:pt x="1162103" y="59142"/>
                  <a:pt x="1303890" y="0"/>
                </a:cubicBezTo>
                <a:cubicBezTo>
                  <a:pt x="1445677" y="-59142"/>
                  <a:pt x="1644401" y="8710"/>
                  <a:pt x="1877039" y="0"/>
                </a:cubicBezTo>
                <a:cubicBezTo>
                  <a:pt x="2109677" y="-8710"/>
                  <a:pt x="2326695" y="5669"/>
                  <a:pt x="2450188" y="0"/>
                </a:cubicBezTo>
                <a:cubicBezTo>
                  <a:pt x="2573681" y="-5669"/>
                  <a:pt x="2765079" y="7415"/>
                  <a:pt x="3023337" y="0"/>
                </a:cubicBezTo>
                <a:cubicBezTo>
                  <a:pt x="3281595" y="-7415"/>
                  <a:pt x="3310983" y="45571"/>
                  <a:pt x="3436004" y="0"/>
                </a:cubicBezTo>
                <a:cubicBezTo>
                  <a:pt x="3561025" y="-45571"/>
                  <a:pt x="3661685" y="7757"/>
                  <a:pt x="3768431" y="0"/>
                </a:cubicBezTo>
                <a:cubicBezTo>
                  <a:pt x="3875177" y="-7757"/>
                  <a:pt x="3944051" y="36553"/>
                  <a:pt x="4100857" y="0"/>
                </a:cubicBezTo>
                <a:cubicBezTo>
                  <a:pt x="4257663" y="-36553"/>
                  <a:pt x="4385159" y="12712"/>
                  <a:pt x="4593765" y="0"/>
                </a:cubicBezTo>
                <a:cubicBezTo>
                  <a:pt x="4802371" y="-12712"/>
                  <a:pt x="4893258" y="20096"/>
                  <a:pt x="5166914" y="0"/>
                </a:cubicBezTo>
                <a:cubicBezTo>
                  <a:pt x="5440570" y="-20096"/>
                  <a:pt x="5546592" y="69981"/>
                  <a:pt x="5900545" y="0"/>
                </a:cubicBezTo>
                <a:cubicBezTo>
                  <a:pt x="6254498" y="-69981"/>
                  <a:pt x="6392333" y="33778"/>
                  <a:pt x="6553935" y="0"/>
                </a:cubicBezTo>
                <a:cubicBezTo>
                  <a:pt x="6715537" y="-33778"/>
                  <a:pt x="7123218" y="77122"/>
                  <a:pt x="7287565" y="0"/>
                </a:cubicBezTo>
                <a:cubicBezTo>
                  <a:pt x="7451912" y="-77122"/>
                  <a:pt x="7922246" y="2133"/>
                  <a:pt x="8101437" y="0"/>
                </a:cubicBezTo>
                <a:cubicBezTo>
                  <a:pt x="8134349" y="2182"/>
                  <a:pt x="8186964" y="28240"/>
                  <a:pt x="8178788" y="77351"/>
                </a:cubicBezTo>
                <a:cubicBezTo>
                  <a:pt x="8213488" y="154944"/>
                  <a:pt x="8146213" y="306213"/>
                  <a:pt x="8178788" y="386743"/>
                </a:cubicBezTo>
                <a:cubicBezTo>
                  <a:pt x="8178843" y="431584"/>
                  <a:pt x="8152611" y="465475"/>
                  <a:pt x="8101437" y="464094"/>
                </a:cubicBezTo>
                <a:cubicBezTo>
                  <a:pt x="7904594" y="492495"/>
                  <a:pt x="7796498" y="461442"/>
                  <a:pt x="7688770" y="464094"/>
                </a:cubicBezTo>
                <a:cubicBezTo>
                  <a:pt x="7581042" y="466746"/>
                  <a:pt x="7382151" y="447200"/>
                  <a:pt x="7276102" y="464094"/>
                </a:cubicBezTo>
                <a:cubicBezTo>
                  <a:pt x="7170053" y="480988"/>
                  <a:pt x="6944350" y="396596"/>
                  <a:pt x="6702953" y="464094"/>
                </a:cubicBezTo>
                <a:cubicBezTo>
                  <a:pt x="6461556" y="531592"/>
                  <a:pt x="6442852" y="436067"/>
                  <a:pt x="6370527" y="464094"/>
                </a:cubicBezTo>
                <a:cubicBezTo>
                  <a:pt x="6298202" y="492121"/>
                  <a:pt x="5938639" y="419291"/>
                  <a:pt x="5797378" y="464094"/>
                </a:cubicBezTo>
                <a:cubicBezTo>
                  <a:pt x="5656117" y="508897"/>
                  <a:pt x="5434004" y="406719"/>
                  <a:pt x="5304470" y="464094"/>
                </a:cubicBezTo>
                <a:cubicBezTo>
                  <a:pt x="5174936" y="521469"/>
                  <a:pt x="5003005" y="451319"/>
                  <a:pt x="4731321" y="464094"/>
                </a:cubicBezTo>
                <a:cubicBezTo>
                  <a:pt x="4459637" y="476869"/>
                  <a:pt x="4197142" y="418320"/>
                  <a:pt x="3997690" y="464094"/>
                </a:cubicBezTo>
                <a:cubicBezTo>
                  <a:pt x="3798238" y="509868"/>
                  <a:pt x="3700119" y="451858"/>
                  <a:pt x="3585023" y="464094"/>
                </a:cubicBezTo>
                <a:cubicBezTo>
                  <a:pt x="3469927" y="476330"/>
                  <a:pt x="3231542" y="461641"/>
                  <a:pt x="3092115" y="464094"/>
                </a:cubicBezTo>
                <a:cubicBezTo>
                  <a:pt x="2952688" y="466547"/>
                  <a:pt x="2574511" y="459851"/>
                  <a:pt x="2438725" y="464094"/>
                </a:cubicBezTo>
                <a:cubicBezTo>
                  <a:pt x="2302939" y="468337"/>
                  <a:pt x="2019801" y="463985"/>
                  <a:pt x="1865576" y="464094"/>
                </a:cubicBezTo>
                <a:cubicBezTo>
                  <a:pt x="1711351" y="464203"/>
                  <a:pt x="1475676" y="405643"/>
                  <a:pt x="1212186" y="464094"/>
                </a:cubicBezTo>
                <a:cubicBezTo>
                  <a:pt x="948696" y="522545"/>
                  <a:pt x="925537" y="398954"/>
                  <a:pt x="639037" y="464094"/>
                </a:cubicBezTo>
                <a:cubicBezTo>
                  <a:pt x="352537" y="529234"/>
                  <a:pt x="356704" y="452812"/>
                  <a:pt x="77351" y="464094"/>
                </a:cubicBezTo>
                <a:cubicBezTo>
                  <a:pt x="33920" y="474061"/>
                  <a:pt x="-8619" y="438740"/>
                  <a:pt x="0" y="386743"/>
                </a:cubicBezTo>
                <a:cubicBezTo>
                  <a:pt x="-21008" y="303295"/>
                  <a:pt x="23105" y="210168"/>
                  <a:pt x="0" y="77351"/>
                </a:cubicBezTo>
                <a:close/>
              </a:path>
            </a:pathLst>
          </a:custGeom>
          <a:noFill/>
          <a:ln w="28575">
            <a:solidFill>
              <a:srgbClr val="496F78"/>
            </a:solidFill>
            <a:prstDash val="solid"/>
            <a:extLst>
              <a:ext uri="{C807C97D-BFC1-408E-A445-0C87EB9F89A2}">
                <ask:lineSketchStyleProps xmlns:ask="http://schemas.microsoft.com/office/drawing/2018/sketchyshapes" xmlns="" sd="2842418190">
                  <a:prstGeom prst="roundRect">
                    <a:avLst>
                      <a:gd name="adj" fmla="val 1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4"/>
          <a:srcRect l="30810" t="42800" r="39130" b="28590"/>
          <a:stretch>
            <a:fillRect/>
          </a:stretch>
        </p:blipFill>
        <p:spPr>
          <a:xfrm>
            <a:off x="7597731" y="1158685"/>
            <a:ext cx="744091" cy="708338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51273" y="4280612"/>
            <a:ext cx="4121787" cy="0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438107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963627A-7E8B-88C3-A286-1C9433DDE1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334929" y="1961328"/>
            <a:ext cx="178107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플랫폼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Platform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38026" y="1960595"/>
            <a:ext cx="21663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PC</a:t>
            </a:r>
            <a:r>
              <a:rPr lang="en-US" altLang="ko-KR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 CONSOLE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38026" y="2537234"/>
            <a:ext cx="25982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 err="1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내러티브</a:t>
            </a:r>
            <a:r>
              <a:rPr lang="ko-KR" altLang="en-US" sz="1000" b="1" spc="100" dirty="0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38026" y="3115017"/>
            <a:ext cx="636994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선택지가 주어지는 것처럼 보이지만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이야기가 진행될수록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모든 선택은 하나의 방향으로 수렴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스스로를 특별히 착한 사람이라 여기지 않는 주인공은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’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가장 착한 사람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’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이기를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요구받는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기대 속에서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서서히 붕괴되어 가는 세계와 함께 하나의 역할로 소모되어 간다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선택을 반복할수록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의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는 의미를 잃고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착함은 자발적인 판단이 아닌 </a:t>
            </a:r>
            <a:r>
              <a:rPr lang="ko-KR" altLang="en-US" sz="1000" spc="100" dirty="0">
                <a:solidFill>
                  <a:srgbClr val="EB657E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피할 수 없는 의무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가 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.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38026" y="4625439"/>
            <a:ext cx="52005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감정적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압박과 몰입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을 즐기는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내러티브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선택에 따라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선택 누적에 따라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분위기와 연출이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선행이 보상이 아닌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부담으로 작동하는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소모화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’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34933" y="2537234"/>
            <a:ext cx="17810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게임장르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Genre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334930" y="4620167"/>
            <a:ext cx="1904003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재미 요소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Core Fun</a:t>
            </a:r>
            <a:r>
              <a:rPr lang="en-US" altLang="ko-KR" sz="16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endParaRPr lang="en-US" altLang="ko-KR" sz="19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334932" y="3115017"/>
            <a:ext cx="190400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시놉시스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34931" y="1383461"/>
            <a:ext cx="1570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슬로건</a:t>
            </a:r>
            <a:r>
              <a:rPr lang="ko-KR" altLang="en-US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38024" y="1383482"/>
            <a:ext cx="25982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선택하거나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-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ko-KR" altLang="en-US" sz="1000" b="1" spc="100" dirty="0">
                <a:solidFill>
                  <a:srgbClr val="8B5587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방향성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69971" y="3909856"/>
            <a:ext cx="5016891" cy="0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38022" y="5766529"/>
            <a:ext cx="63699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b="1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기대 압박 구조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         </a:t>
            </a:r>
            <a:r>
              <a:rPr lang="en-US" altLang="ko-KR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NPC</a:t>
            </a:r>
            <a:r>
              <a:rPr lang="ko-KR" altLang="en-US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의 반응과 상황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소모 메커니즘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 선행 선택이 반복될수록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대가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분위기 반응 연출 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   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누적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34929" y="5771526"/>
            <a:ext cx="204121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킬러 컨텐츠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A857349-5D10-3D35-82F9-28274E9B83F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3" y="155464"/>
            <a:ext cx="2785855" cy="1119951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740979" y="4120075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이야기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001373" y="4120075"/>
            <a:ext cx="5721423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착함</a:t>
            </a: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이라는 기대 속에서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  <a:endParaRPr lang="ko-KR" altLang="en-US" sz="1000" b="1" spc="100" dirty="0">
              <a:solidFill>
                <a:srgbClr val="76777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붕괴와 함께 소모되어 가는 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인물의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그린다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001372" y="5287553"/>
            <a:ext cx="5721426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선택과 장애를 넘어서며 이야기를 완주하고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8B558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누적되며 만들어지는 감정과 서사를 체험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755653" y="5292495"/>
            <a:ext cx="16371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740980" y="294282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방해 요인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001368" y="2942828"/>
            <a:ext cx="5721428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세계가 붕괴되어 가는 과정 속에서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몬스터와 퍼즐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 등장하며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동시에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인물들의 말과 반복되는 요구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심리적인 압박으로 작용해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특정한 선택을 하도록 몰아가는 상황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만든다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740980" y="177040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작용 요소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001369" y="1770774"/>
            <a:ext cx="5721427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대화와 행동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통해 상황에 개입한다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선택은 즉각적인 결과뿐 아니라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이후 </a:t>
            </a:r>
            <a:r>
              <a:rPr lang="ko-KR" altLang="en-US" sz="1000" b="1" spc="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전개과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선택지 구성에 누적된 영향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미치며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주인공이 주변의 기대에 어떻게 반응해 왔는 지를 드러낸다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98" name="선 97"/>
          <p:cNvCxnSpPr>
            <a:cxnSpLocks/>
          </p:cNvCxnSpPr>
          <p:nvPr/>
        </p:nvCxnSpPr>
        <p:spPr>
          <a:xfrm>
            <a:off x="2807667" y="1697230"/>
            <a:ext cx="0" cy="4210893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가로 글상자 69">
            <a:extLst>
              <a:ext uri="{FF2B5EF4-FFF2-40B4-BE49-F238E27FC236}">
                <a16:creationId xmlns:a16="http://schemas.microsoft.com/office/drawing/2014/main" id="{DD8A1A92-2DA5-C5F0-AB60-5AAAC0EB3D2C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DC206CD3-724B-D915-26C8-E722C9829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3365577" cy="1119951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178" b="97822" l="4348" r="97826">
                        <a14:foregroundMark x1="10326" y1="15243" x2="10734" y2="82580"/>
                        <a14:foregroundMark x1="10870" y1="13568" x2="28940" y2="12563"/>
                        <a14:foregroundMark x1="29620" y1="13065" x2="28940" y2="17923"/>
                        <a14:foregroundMark x1="29891" y1="18090" x2="58288" y2="17085"/>
                        <a14:foregroundMark x1="58288" y1="6030" x2="58696" y2="16248"/>
                        <a14:foregroundMark x1="61277" y1="5360" x2="83152" y2="4858"/>
                        <a14:foregroundMark x1="57065" y1="12898" x2="57337" y2="10218"/>
                        <a14:foregroundMark x1="57065" y1="13400" x2="57065" y2="15243"/>
                        <a14:foregroundMark x1="82609" y1="4355" x2="88451" y2="6030"/>
                        <a14:foregroundMark x1="89130" y1="7538" x2="89946" y2="17253"/>
                        <a14:foregroundMark x1="89946" y1="21608" x2="89130" y2="78392"/>
                        <a14:foregroundMark x1="88587" y1="79397" x2="88859" y2="84590"/>
                        <a14:foregroundMark x1="87636" y1="84255" x2="80163" y2="85762"/>
                        <a14:foregroundMark x1="78533" y1="86432" x2="66848" y2="83920"/>
                        <a14:foregroundMark x1="69837" y1="86432" x2="57201" y2="83920"/>
                        <a14:foregroundMark x1="56658" y1="86432" x2="50136" y2="81910"/>
                        <a14:foregroundMark x1="50679" y1="80737" x2="44565" y2="79397"/>
                        <a14:foregroundMark x1="45109" y1="81575" x2="44973" y2="93802"/>
                        <a14:foregroundMark x1="45109" y1="95645" x2="26495" y2="94807"/>
                        <a14:foregroundMark x1="26495" y1="93635" x2="26223" y2="83585"/>
                        <a14:foregroundMark x1="26223" y1="83752" x2="10190" y2="84255"/>
                        <a14:foregroundMark x1="20652" y1="85930" x2="18071" y2="857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756" y="2751221"/>
            <a:ext cx="525183" cy="425998"/>
          </a:xfrm>
          <a:prstGeom prst="rect">
            <a:avLst/>
          </a:prstGeo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4242389" y="4844817"/>
            <a:ext cx="663550" cy="540000"/>
            <a:chOff x="5972648" y="3077844"/>
            <a:chExt cx="663550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83" name="TextBox 82"/>
            <p:cNvSpPr txBox="1"/>
            <p:nvPr/>
          </p:nvSpPr>
          <p:spPr>
            <a:xfrm>
              <a:off x="5972648" y="3143397"/>
              <a:ext cx="663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애니</a:t>
              </a:r>
              <a:endParaRPr lang="en-US" altLang="ko-KR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b="1" dirty="0" err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메이션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3" name="타원 102"/>
            <p:cNvSpPr>
              <a:spLocks noChangeAspect="1"/>
            </p:cNvSpPr>
            <p:nvPr/>
          </p:nvSpPr>
          <p:spPr>
            <a:xfrm>
              <a:off x="6037291" y="3077844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2323252" y="1819699"/>
            <a:ext cx="835991" cy="540000"/>
            <a:chOff x="2423699" y="312794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3" name="TextBox 72"/>
            <p:cNvSpPr txBox="1"/>
            <p:nvPr/>
          </p:nvSpPr>
          <p:spPr>
            <a:xfrm>
              <a:off x="2423699" y="3271038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책임</a:t>
              </a:r>
            </a:p>
          </p:txBody>
        </p:sp>
        <p:sp>
          <p:nvSpPr>
            <p:cNvPr id="112" name="타원 111"/>
            <p:cNvSpPr>
              <a:spLocks noChangeAspect="1"/>
            </p:cNvSpPr>
            <p:nvPr/>
          </p:nvSpPr>
          <p:spPr>
            <a:xfrm>
              <a:off x="2573127" y="312794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1587619" y="1853023"/>
            <a:ext cx="835991" cy="540000"/>
            <a:chOff x="3016278" y="374659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5" name="TextBox 74"/>
            <p:cNvSpPr txBox="1"/>
            <p:nvPr/>
          </p:nvSpPr>
          <p:spPr>
            <a:xfrm>
              <a:off x="3016278" y="389348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동조</a:t>
              </a:r>
            </a:p>
          </p:txBody>
        </p:sp>
        <p:sp>
          <p:nvSpPr>
            <p:cNvPr id="113" name="타원 112"/>
            <p:cNvSpPr>
              <a:spLocks noChangeAspect="1"/>
            </p:cNvSpPr>
            <p:nvPr/>
          </p:nvSpPr>
          <p:spPr>
            <a:xfrm>
              <a:off x="3163212" y="374659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3653878" y="5411901"/>
            <a:ext cx="835991" cy="540000"/>
            <a:chOff x="4738892" y="5013143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3" name="TextBox 62"/>
            <p:cNvSpPr txBox="1"/>
            <p:nvPr/>
          </p:nvSpPr>
          <p:spPr>
            <a:xfrm>
              <a:off x="4738892" y="5160032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사운드</a:t>
              </a:r>
            </a:p>
          </p:txBody>
        </p:sp>
        <p:sp>
          <p:nvSpPr>
            <p:cNvPr id="114" name="타원 113"/>
            <p:cNvSpPr/>
            <p:nvPr/>
          </p:nvSpPr>
          <p:spPr>
            <a:xfrm>
              <a:off x="4886888" y="5013143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2404119" y="3912510"/>
            <a:ext cx="941436" cy="792000"/>
            <a:chOff x="639049" y="5117246"/>
            <a:chExt cx="941436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45" name="TextBox 44"/>
            <p:cNvSpPr txBox="1"/>
            <p:nvPr/>
          </p:nvSpPr>
          <p:spPr>
            <a:xfrm>
              <a:off x="639049" y="5315385"/>
              <a:ext cx="941436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선택</a:t>
              </a:r>
              <a:endPara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6" name="타원 115"/>
            <p:cNvSpPr>
              <a:spLocks noChangeAspect="1"/>
            </p:cNvSpPr>
            <p:nvPr/>
          </p:nvSpPr>
          <p:spPr>
            <a:xfrm>
              <a:off x="719811" y="5117246"/>
              <a:ext cx="792000" cy="792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2209757" y="3229310"/>
            <a:ext cx="835991" cy="540000"/>
            <a:chOff x="1603467" y="507728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grpSp>
          <p:nvGrpSpPr>
            <p:cNvPr id="8" name="그룹 7"/>
            <p:cNvGrpSpPr/>
            <p:nvPr/>
          </p:nvGrpSpPr>
          <p:grpSpPr>
            <a:xfrm>
              <a:off x="1795693" y="5138403"/>
              <a:ext cx="449810" cy="435930"/>
              <a:chOff x="5092520" y="4314254"/>
              <a:chExt cx="2106880" cy="2041865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24339" t="49728" r="48341" b="193"/>
              <a:stretch/>
            </p:blipFill>
            <p:spPr>
              <a:xfrm>
                <a:off x="5092520" y="4314254"/>
                <a:ext cx="1077461" cy="2041865"/>
              </a:xfrm>
              <a:prstGeom prst="rect">
                <a:avLst/>
              </a:prstGeom>
            </p:spPr>
          </p:pic>
          <p:pic>
            <p:nvPicPr>
              <p:cNvPr id="99" name="그림 98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73231" t="49728" r="27" b="193"/>
              <a:stretch/>
            </p:blipFill>
            <p:spPr>
              <a:xfrm>
                <a:off x="6144745" y="4314254"/>
                <a:ext cx="1054655" cy="2041865"/>
              </a:xfrm>
              <a:prstGeom prst="rect">
                <a:avLst/>
              </a:prstGeom>
            </p:spPr>
          </p:pic>
        </p:grpSp>
        <p:sp>
          <p:nvSpPr>
            <p:cNvPr id="59" name="TextBox 58"/>
            <p:cNvSpPr txBox="1"/>
            <p:nvPr/>
          </p:nvSpPr>
          <p:spPr>
            <a:xfrm>
              <a:off x="1603467" y="522417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NPC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7" name="타원 116"/>
            <p:cNvSpPr>
              <a:spLocks noChangeAspect="1"/>
            </p:cNvSpPr>
            <p:nvPr/>
          </p:nvSpPr>
          <p:spPr>
            <a:xfrm>
              <a:off x="1750598" y="5077284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2909120" y="5369687"/>
            <a:ext cx="835991" cy="540000"/>
            <a:chOff x="4090854" y="463926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1" name="TextBox 60"/>
            <p:cNvSpPr txBox="1"/>
            <p:nvPr/>
          </p:nvSpPr>
          <p:spPr>
            <a:xfrm>
              <a:off x="4090854" y="4781576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배경</a:t>
              </a:r>
            </a:p>
          </p:txBody>
        </p:sp>
        <p:sp>
          <p:nvSpPr>
            <p:cNvPr id="118" name="타원 117"/>
            <p:cNvSpPr/>
            <p:nvPr/>
          </p:nvSpPr>
          <p:spPr>
            <a:xfrm>
              <a:off x="4239381" y="4639265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7" name="그룹 36"/>
          <p:cNvGrpSpPr/>
          <p:nvPr/>
        </p:nvGrpSpPr>
        <p:grpSpPr>
          <a:xfrm>
            <a:off x="1692881" y="4453097"/>
            <a:ext cx="835991" cy="540000"/>
            <a:chOff x="3094043" y="5468506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7" name="TextBox 66"/>
            <p:cNvSpPr txBox="1"/>
            <p:nvPr/>
          </p:nvSpPr>
          <p:spPr>
            <a:xfrm>
              <a:off x="3094043" y="5620103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</a:t>
              </a:r>
            </a:p>
          </p:txBody>
        </p:sp>
        <p:sp>
          <p:nvSpPr>
            <p:cNvPr id="119" name="타원 118"/>
            <p:cNvSpPr/>
            <p:nvPr/>
          </p:nvSpPr>
          <p:spPr>
            <a:xfrm>
              <a:off x="3241763" y="5468506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1648890" y="3717538"/>
            <a:ext cx="835991" cy="540000"/>
            <a:chOff x="4888602" y="4861789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5" name="TextBox 64"/>
            <p:cNvSpPr txBox="1"/>
            <p:nvPr/>
          </p:nvSpPr>
          <p:spPr>
            <a:xfrm>
              <a:off x="4888602" y="5007579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대화</a:t>
              </a:r>
            </a:p>
          </p:txBody>
        </p:sp>
        <p:sp>
          <p:nvSpPr>
            <p:cNvPr id="120" name="타원 119"/>
            <p:cNvSpPr/>
            <p:nvPr/>
          </p:nvSpPr>
          <p:spPr>
            <a:xfrm>
              <a:off x="5037462" y="4861789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098D9E-64F4-12D2-8684-D6EA90C35C91}"/>
              </a:ext>
            </a:extLst>
          </p:cNvPr>
          <p:cNvGrpSpPr/>
          <p:nvPr/>
        </p:nvGrpSpPr>
        <p:grpSpPr>
          <a:xfrm>
            <a:off x="5345244" y="3273820"/>
            <a:ext cx="835991" cy="540000"/>
            <a:chOff x="-572119" y="2161512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86" name="그림 85"/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-274484" y="2206021"/>
              <a:ext cx="229495" cy="450981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  <a:scene3d>
              <a:camera prst="perspectiveFront" fov="5400000"/>
              <a:lightRig rig="threePt" dir="t">
                <a:rot lat="0" lon="0" rev="19200000"/>
              </a:lightRig>
            </a:scene3d>
            <a:sp3d extrusionH="25400">
              <a:bevelT w="304800" h="152400" prst="hardEdge"/>
              <a:extrusionClr>
                <a:srgbClr val="000000"/>
              </a:extrusionClr>
            </a:sp3d>
          </p:spPr>
        </p:pic>
        <p:sp>
          <p:nvSpPr>
            <p:cNvPr id="87" name="타원 86"/>
            <p:cNvSpPr>
              <a:spLocks noChangeAspect="1"/>
            </p:cNvSpPr>
            <p:nvPr/>
          </p:nvSpPr>
          <p:spPr>
            <a:xfrm>
              <a:off x="-424666" y="216151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-572119" y="2309926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몬스터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1926171" y="2538138"/>
            <a:ext cx="835991" cy="540000"/>
            <a:chOff x="1687204" y="313365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11" name="타원 110"/>
            <p:cNvSpPr>
              <a:spLocks noChangeAspect="1"/>
            </p:cNvSpPr>
            <p:nvPr/>
          </p:nvSpPr>
          <p:spPr>
            <a:xfrm>
              <a:off x="1837146" y="313365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6A1E58-3645-ABD7-65A7-EE828E15B927}"/>
                </a:ext>
              </a:extLst>
            </p:cNvPr>
            <p:cNvSpPr txBox="1"/>
            <p:nvPr/>
          </p:nvSpPr>
          <p:spPr>
            <a:xfrm>
              <a:off x="1687204" y="3275361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타인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7890640" y="5497272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4934" y="5942700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119" y="5076561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5F3220DF-42F7-178C-6F4F-8650D7780A27}"/>
              </a:ext>
            </a:extLst>
          </p:cNvPr>
          <p:cNvSpPr>
            <a:spLocks noChangeAspect="1"/>
          </p:cNvSpPr>
          <p:nvPr/>
        </p:nvSpPr>
        <p:spPr>
          <a:xfrm>
            <a:off x="7710640" y="5544564"/>
            <a:ext cx="180000" cy="18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461C705-4548-C42A-E049-FE8CF5509873}"/>
              </a:ext>
            </a:extLst>
          </p:cNvPr>
          <p:cNvSpPr>
            <a:spLocks noChangeAspect="1"/>
          </p:cNvSpPr>
          <p:nvPr/>
        </p:nvSpPr>
        <p:spPr>
          <a:xfrm>
            <a:off x="7710640" y="5971744"/>
            <a:ext cx="180000" cy="18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B7705C0-E6AC-F089-9F23-12D5B313B87E}"/>
              </a:ext>
            </a:extLst>
          </p:cNvPr>
          <p:cNvSpPr/>
          <p:nvPr/>
        </p:nvSpPr>
        <p:spPr>
          <a:xfrm>
            <a:off x="7712496" y="5111995"/>
            <a:ext cx="180000" cy="18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293FE68-7B2A-F738-1EC2-E31084AB17F1}"/>
              </a:ext>
            </a:extLst>
          </p:cNvPr>
          <p:cNvGrpSpPr/>
          <p:nvPr/>
        </p:nvGrpSpPr>
        <p:grpSpPr>
          <a:xfrm>
            <a:off x="5512990" y="4017966"/>
            <a:ext cx="654148" cy="540000"/>
            <a:chOff x="3155701" y="1994181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39" name="타원 38"/>
            <p:cNvSpPr>
              <a:spLocks noChangeAspect="1"/>
            </p:cNvSpPr>
            <p:nvPr/>
          </p:nvSpPr>
          <p:spPr>
            <a:xfrm>
              <a:off x="3212775" y="1994181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256C07-9088-B797-DD80-5144B1E4AA5B}"/>
                </a:ext>
              </a:extLst>
            </p:cNvPr>
            <p:cNvSpPr txBox="1"/>
            <p:nvPr/>
          </p:nvSpPr>
          <p:spPr>
            <a:xfrm>
              <a:off x="3155701" y="2144361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퍼즐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229933" y="2131479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C321C18-83DF-4B49-1473-FD02C423E2A4}"/>
              </a:ext>
            </a:extLst>
          </p:cNvPr>
          <p:cNvGrpSpPr/>
          <p:nvPr/>
        </p:nvGrpSpPr>
        <p:grpSpPr>
          <a:xfrm>
            <a:off x="4539170" y="3615551"/>
            <a:ext cx="932892" cy="792000"/>
            <a:chOff x="2140306" y="1573404"/>
            <a:chExt cx="932892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7" name="타원 76"/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A392294-33B9-D24C-C8E5-DF7D6C450063}"/>
                </a:ext>
              </a:extLst>
            </p:cNvPr>
            <p:cNvSpPr txBox="1"/>
            <p:nvPr/>
          </p:nvSpPr>
          <p:spPr>
            <a:xfrm>
              <a:off x="2140306" y="1780106"/>
              <a:ext cx="932892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장애물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CF9DFB5-FA4C-3611-7D19-236B33F11900}"/>
              </a:ext>
            </a:extLst>
          </p:cNvPr>
          <p:cNvGrpSpPr/>
          <p:nvPr/>
        </p:nvGrpSpPr>
        <p:grpSpPr>
          <a:xfrm>
            <a:off x="3328061" y="4471174"/>
            <a:ext cx="835991" cy="792000"/>
            <a:chOff x="2188756" y="1573404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5FAABA3B-15B5-FECC-BAD9-5307F1E737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E47222A-4C97-EFB3-C62D-D55A051DE3B1}"/>
                </a:ext>
              </a:extLst>
            </p:cNvPr>
            <p:cNvSpPr txBox="1"/>
            <p:nvPr/>
          </p:nvSpPr>
          <p:spPr>
            <a:xfrm>
              <a:off x="2188756" y="1781770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연출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B0EBBA4-6149-9B2F-3F06-67625EE9C135}"/>
              </a:ext>
            </a:extLst>
          </p:cNvPr>
          <p:cNvGrpSpPr/>
          <p:nvPr/>
        </p:nvGrpSpPr>
        <p:grpSpPr>
          <a:xfrm>
            <a:off x="4031494" y="2359300"/>
            <a:ext cx="835991" cy="792000"/>
            <a:chOff x="4153124" y="2248492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96E2A81D-67E1-9AC5-DA67-DFF93FDEF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89559" y="2248492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F59877E-8813-9093-FA89-FCE7C9B19E77}"/>
                </a:ext>
              </a:extLst>
            </p:cNvPr>
            <p:cNvSpPr txBox="1"/>
            <p:nvPr/>
          </p:nvSpPr>
          <p:spPr>
            <a:xfrm>
              <a:off x="4153124" y="2448617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탐색</a:t>
              </a:r>
            </a:p>
          </p:txBody>
        </p: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2AC7E1FC-2268-93F7-B643-2C8B2EDBEBDA}"/>
              </a:ext>
            </a:extLst>
          </p:cNvPr>
          <p:cNvSpPr>
            <a:spLocks noChangeAspect="1"/>
          </p:cNvSpPr>
          <p:nvPr/>
        </p:nvSpPr>
        <p:spPr>
          <a:xfrm>
            <a:off x="5024939" y="2678178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0C0A5BD-D0EC-AAD3-732C-B6D42E62756D}"/>
              </a:ext>
            </a:extLst>
          </p:cNvPr>
          <p:cNvSpPr txBox="1"/>
          <p:nvPr/>
        </p:nvSpPr>
        <p:spPr>
          <a:xfrm>
            <a:off x="4967865" y="2828358"/>
            <a:ext cx="654148" cy="246221"/>
          </a:xfrm>
          <a:prstGeom prst="rect">
            <a:avLst/>
          </a:prstGeom>
          <a:noFill/>
          <a:ln>
            <a:noFill/>
          </a:ln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</a:t>
            </a:r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2A03A898-55D9-84C1-B330-FAAF9E76FBC7}"/>
              </a:ext>
            </a:extLst>
          </p:cNvPr>
          <p:cNvGrpSpPr/>
          <p:nvPr/>
        </p:nvGrpSpPr>
        <p:grpSpPr>
          <a:xfrm>
            <a:off x="4130824" y="1635948"/>
            <a:ext cx="654148" cy="540000"/>
            <a:chOff x="6258258" y="1738987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6" name="그림 105"/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3346" b="100000" l="0" r="96414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399316" y="1805924"/>
              <a:ext cx="378952" cy="406127"/>
            </a:xfrm>
            <a:prstGeom prst="rect">
              <a:avLst/>
            </a:prstGeom>
          </p:spPr>
        </p:pic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635F9D30-2AA2-ED29-DAB2-68FE07CCBB59}"/>
                </a:ext>
              </a:extLst>
            </p:cNvPr>
            <p:cNvGrpSpPr/>
            <p:nvPr/>
          </p:nvGrpSpPr>
          <p:grpSpPr>
            <a:xfrm>
              <a:off x="6258258" y="1738987"/>
              <a:ext cx="654148" cy="540000"/>
              <a:chOff x="3155701" y="1994181"/>
              <a:chExt cx="654148" cy="540000"/>
            </a:xfrm>
          </p:grpSpPr>
          <p:sp>
            <p:nvSpPr>
              <p:cNvPr id="125" name="타원 124">
                <a:extLst>
                  <a:ext uri="{FF2B5EF4-FFF2-40B4-BE49-F238E27FC236}">
                    <a16:creationId xmlns:a16="http://schemas.microsoft.com/office/drawing/2014/main" id="{A04B6891-FB5D-8FD9-8827-CDB170C37D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F06CCEA-0D8D-F4E7-58C6-19E811B74749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상점</a:t>
                </a:r>
              </a:p>
            </p:txBody>
          </p:sp>
        </p:grpSp>
      </p:grpSp>
      <p:grpSp>
        <p:nvGrpSpPr>
          <p:cNvPr id="6" name="그룹 5"/>
          <p:cNvGrpSpPr/>
          <p:nvPr/>
        </p:nvGrpSpPr>
        <p:grpSpPr>
          <a:xfrm>
            <a:off x="4817913" y="1951174"/>
            <a:ext cx="654148" cy="540000"/>
            <a:chOff x="6490985" y="2272982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7" name="그림 106"/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957" b="100000" l="714" r="100000"/>
                      </a14:imgEffect>
                      <a14:imgEffect>
                        <a14:colorTemperature colorTemp="7700"/>
                      </a14:imgEffect>
                      <a14:imgEffect>
                        <a14:brightnessContrast contrast="8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668557" y="2380952"/>
              <a:ext cx="292343" cy="290952"/>
            </a:xfrm>
            <a:prstGeom prst="rect">
              <a:avLst/>
            </a:prstGeom>
          </p:spPr>
        </p:pic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339C604F-BDF1-F318-C22C-4C7DFD5495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48059" y="227298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A1A5F6A-E58A-294F-BD12-C8B6B12A024C}"/>
                </a:ext>
              </a:extLst>
            </p:cNvPr>
            <p:cNvSpPr txBox="1"/>
            <p:nvPr/>
          </p:nvSpPr>
          <p:spPr>
            <a:xfrm>
              <a:off x="6490985" y="2423162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조사</a:t>
              </a:r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3345554" y="3188578"/>
            <a:ext cx="1080000" cy="1080000"/>
            <a:chOff x="2884352" y="3469691"/>
            <a:chExt cx="1080000" cy="108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95" name="그림 94">
              <a:extLst>
                <a:ext uri="{FF2B5EF4-FFF2-40B4-BE49-F238E27FC236}">
                  <a16:creationId xmlns:a16="http://schemas.microsoft.com/office/drawing/2014/main" id="{B98B4BE3-7DA2-92D9-82A6-DFEE6FC24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3457" b="96296" l="9735" r="89381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120731" y="3469691"/>
              <a:ext cx="602667" cy="1080000"/>
            </a:xfrm>
            <a:prstGeom prst="rect">
              <a:avLst/>
            </a:prstGeom>
            <a:ln>
              <a:noFill/>
            </a:ln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B8E053-7A4D-DA2F-4810-EB8EA3C4D7BE}"/>
                </a:ext>
              </a:extLst>
            </p:cNvPr>
            <p:cNvSpPr txBox="1"/>
            <p:nvPr/>
          </p:nvSpPr>
          <p:spPr>
            <a:xfrm>
              <a:off x="2931862" y="3817330"/>
              <a:ext cx="980406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주인공</a:t>
              </a: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46AE60-DC8A-03AC-FEFD-856EE6F746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4352" y="3469691"/>
              <a:ext cx="1080000" cy="108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4748170" y="1228833"/>
            <a:ext cx="654148" cy="540000"/>
            <a:chOff x="7495047" y="3273800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16" cstate="print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backgroundRemoval t="8016" b="89946" l="9375" r="89946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88268" y="3304630"/>
              <a:ext cx="500292" cy="500292"/>
            </a:xfrm>
            <a:prstGeom prst="rect">
              <a:avLst/>
            </a:prstGeom>
          </p:spPr>
        </p:pic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1293FE68-7B2A-F738-1EC2-E31084AB17F1}"/>
                </a:ext>
              </a:extLst>
            </p:cNvPr>
            <p:cNvGrpSpPr/>
            <p:nvPr/>
          </p:nvGrpSpPr>
          <p:grpSpPr>
            <a:xfrm>
              <a:off x="7495047" y="3273800"/>
              <a:ext cx="654148" cy="540000"/>
              <a:chOff x="3155701" y="1994181"/>
              <a:chExt cx="654148" cy="540000"/>
            </a:xfrm>
          </p:grpSpPr>
          <p:sp>
            <p:nvSpPr>
              <p:cNvPr id="104" name="타원 103"/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9256C07-9088-B797-DD80-5144B1E4AA5B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가방</a:t>
                </a:r>
              </a:p>
            </p:txBody>
          </p:sp>
        </p:grpSp>
      </p:grpSp>
      <p:grpSp>
        <p:nvGrpSpPr>
          <p:cNvPr id="31" name="그룹 30"/>
          <p:cNvGrpSpPr/>
          <p:nvPr/>
        </p:nvGrpSpPr>
        <p:grpSpPr>
          <a:xfrm>
            <a:off x="2773160" y="2427007"/>
            <a:ext cx="835991" cy="792000"/>
            <a:chOff x="3696892" y="1979409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31" name="TextBox 130"/>
            <p:cNvSpPr txBox="1"/>
            <p:nvPr/>
          </p:nvSpPr>
          <p:spPr>
            <a:xfrm>
              <a:off x="3696892" y="2192305"/>
              <a:ext cx="83599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시점</a:t>
              </a:r>
            </a:p>
          </p:txBody>
        </p:sp>
        <p:sp>
          <p:nvSpPr>
            <p:cNvPr id="132" name="타원 131"/>
            <p:cNvSpPr>
              <a:spLocks noChangeAspect="1"/>
            </p:cNvSpPr>
            <p:nvPr/>
          </p:nvSpPr>
          <p:spPr>
            <a:xfrm>
              <a:off x="3718888" y="1979409"/>
              <a:ext cx="792000" cy="792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6076774" y="3177219"/>
            <a:ext cx="835991" cy="540000"/>
            <a:chOff x="5756900" y="311086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05" name="타원 104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챌린지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4001839" y="893728"/>
            <a:ext cx="835991" cy="540000"/>
            <a:chOff x="5756900" y="311086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21" name="타원 120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스타일</a:t>
              </a:r>
            </a:p>
          </p:txBody>
        </p:sp>
      </p:grp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49" name="가로 글상자 69">
            <a:extLst>
              <a:ext uri="{FF2B5EF4-FFF2-40B4-BE49-F238E27FC236}">
                <a16:creationId xmlns:a16="http://schemas.microsoft.com/office/drawing/2014/main" id="{230E50DB-64F9-4818-EAD5-15021BE775E9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컨텐츠 볼륨 맵</a:t>
            </a:r>
          </a:p>
        </p:txBody>
      </p:sp>
    </p:spTree>
    <p:extLst>
      <p:ext uri="{BB962C8B-B14F-4D97-AF65-F5344CB8AC3E}">
        <p14:creationId xmlns:p14="http://schemas.microsoft.com/office/powerpoint/2010/main" val="113277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66778-97F9-94F7-11BB-BAE9E94D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그림 204">
            <a:extLst>
              <a:ext uri="{FF2B5EF4-FFF2-40B4-BE49-F238E27FC236}">
                <a16:creationId xmlns:a16="http://schemas.microsoft.com/office/drawing/2014/main" id="{3E15F212-8089-ED90-9EF2-64417F9E1CE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500"/>
                    </a14:imgEffect>
                    <a14:imgEffect>
                      <a14:saturation sat="1000"/>
                    </a14:imgEffect>
                    <a14:imgEffect>
                      <a14:brightnessContrast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34" y="0"/>
            <a:ext cx="9149734" cy="6858000"/>
          </a:xfrm>
          <a:prstGeom prst="rect">
            <a:avLst/>
          </a:prstGeom>
        </p:spPr>
      </p:pic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9DA2764-1EB5-A102-1A0F-02DE3CF3B669}"/>
              </a:ext>
            </a:extLst>
          </p:cNvPr>
          <p:cNvSpPr/>
          <p:nvPr/>
        </p:nvSpPr>
        <p:spPr>
          <a:xfrm>
            <a:off x="9525" y="1001"/>
            <a:ext cx="9134475" cy="1937158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1151D">
                  <a:alpha val="2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83F5E7-9C89-85D3-5868-C40AF39C8D5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colorTemperature colorTemp="11500"/>
                    </a14:imgEffect>
                    <a14:imgEffect>
                      <a14:saturation sat="1000"/>
                    </a14:imgEffect>
                    <a14:imgEffect>
                      <a14:brightnessContrast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0649"/>
          <a:stretch>
            <a:fillRect/>
          </a:stretch>
        </p:blipFill>
        <p:spPr>
          <a:xfrm>
            <a:off x="-5734" y="1714107"/>
            <a:ext cx="9148582" cy="5444677"/>
          </a:xfrm>
          <a:prstGeom prst="rect">
            <a:avLst/>
          </a:prstGeom>
        </p:spPr>
      </p:pic>
      <p:pic>
        <p:nvPicPr>
          <p:cNvPr id="209" name="그림 208">
            <a:extLst>
              <a:ext uri="{FF2B5EF4-FFF2-40B4-BE49-F238E27FC236}">
                <a16:creationId xmlns:a16="http://schemas.microsoft.com/office/drawing/2014/main" id="{7058C0D8-83FB-A88B-3065-6B4D43C9C17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4052465" y="3790088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7" name="그림 206">
            <a:extLst>
              <a:ext uri="{FF2B5EF4-FFF2-40B4-BE49-F238E27FC236}">
                <a16:creationId xmlns:a16="http://schemas.microsoft.com/office/drawing/2014/main" id="{0D0708B9-5244-1CFF-65D6-AE39B1E89D5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3" y="155464"/>
            <a:ext cx="2785855" cy="1119951"/>
          </a:xfrm>
          <a:prstGeom prst="rect">
            <a:avLst/>
          </a:prstGeom>
        </p:spPr>
      </p:pic>
      <p:pic>
        <p:nvPicPr>
          <p:cNvPr id="133" name="그림 132">
            <a:extLst>
              <a:ext uri="{FF2B5EF4-FFF2-40B4-BE49-F238E27FC236}">
                <a16:creationId xmlns:a16="http://schemas.microsoft.com/office/drawing/2014/main" id="{1B8F74F7-EE82-73A4-77CE-B3B1DCDC14A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6050" b="20990"/>
          <a:stretch>
            <a:fillRect/>
          </a:stretch>
        </p:blipFill>
        <p:spPr>
          <a:xfrm>
            <a:off x="770392" y="236188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7761BFF0-11C8-16F0-1195-282E6642CD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14858" y="3110152"/>
            <a:ext cx="1463138" cy="424132"/>
          </a:xfrm>
          <a:prstGeom prst="rect">
            <a:avLst/>
          </a:prstGeom>
        </p:spPr>
      </p:pic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D65C64AF-F9BA-5F55-E8CC-F813D0EB85B9}"/>
              </a:ext>
            </a:extLst>
          </p:cNvPr>
          <p:cNvSpPr/>
          <p:nvPr/>
        </p:nvSpPr>
        <p:spPr>
          <a:xfrm>
            <a:off x="-5734" y="4541500"/>
            <a:ext cx="9178513" cy="2627163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E2432">
                  <a:alpha val="2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pic>
        <p:nvPicPr>
          <p:cNvPr id="131" name="그림 130">
            <a:extLst>
              <a:ext uri="{FF2B5EF4-FFF2-40B4-BE49-F238E27FC236}">
                <a16:creationId xmlns:a16="http://schemas.microsoft.com/office/drawing/2014/main" id="{9023B027-06D6-DFEE-F91A-B1E7201E565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73257" y="5236719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5" name="타원 134">
            <a:extLst>
              <a:ext uri="{FF2B5EF4-FFF2-40B4-BE49-F238E27FC236}">
                <a16:creationId xmlns:a16="http://schemas.microsoft.com/office/drawing/2014/main" id="{25BF8B9D-5018-3A25-927D-8F8A8BBF2987}"/>
              </a:ext>
            </a:extLst>
          </p:cNvPr>
          <p:cNvSpPr>
            <a:spLocks noChangeAspect="1"/>
          </p:cNvSpPr>
          <p:nvPr/>
        </p:nvSpPr>
        <p:spPr>
          <a:xfrm>
            <a:off x="9531736" y="6170647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ECA0B0BD-B298-E699-FEB0-BAF3ED1FA66C}"/>
              </a:ext>
            </a:extLst>
          </p:cNvPr>
          <p:cNvSpPr>
            <a:spLocks noChangeAspect="1"/>
          </p:cNvSpPr>
          <p:nvPr/>
        </p:nvSpPr>
        <p:spPr>
          <a:xfrm>
            <a:off x="9531736" y="2014159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DB931665-7308-9F29-B2B2-22CFC3EDD05B}"/>
              </a:ext>
            </a:extLst>
          </p:cNvPr>
          <p:cNvSpPr>
            <a:spLocks noChangeAspect="1"/>
          </p:cNvSpPr>
          <p:nvPr/>
        </p:nvSpPr>
        <p:spPr>
          <a:xfrm>
            <a:off x="9531736" y="2659049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7B7E5A61-E649-28EE-B592-B626719613E0}"/>
              </a:ext>
            </a:extLst>
          </p:cNvPr>
          <p:cNvSpPr>
            <a:spLocks noChangeAspect="1"/>
          </p:cNvSpPr>
          <p:nvPr/>
        </p:nvSpPr>
        <p:spPr>
          <a:xfrm>
            <a:off x="9528142" y="3320762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EA0FB3DC-179D-B5B1-AA1B-C827ACB02284}"/>
              </a:ext>
            </a:extLst>
          </p:cNvPr>
          <p:cNvSpPr>
            <a:spLocks noChangeAspect="1"/>
          </p:cNvSpPr>
          <p:nvPr/>
        </p:nvSpPr>
        <p:spPr>
          <a:xfrm>
            <a:off x="9531736" y="4723490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92529474-728A-3067-2D11-5811896B2101}"/>
              </a:ext>
            </a:extLst>
          </p:cNvPr>
          <p:cNvSpPr>
            <a:spLocks noChangeAspect="1"/>
          </p:cNvSpPr>
          <p:nvPr/>
        </p:nvSpPr>
        <p:spPr>
          <a:xfrm>
            <a:off x="9531736" y="4060192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0062990C-FE9C-8CC9-3DEF-4BE5463BF719}"/>
              </a:ext>
            </a:extLst>
          </p:cNvPr>
          <p:cNvSpPr>
            <a:spLocks noChangeAspect="1"/>
          </p:cNvSpPr>
          <p:nvPr/>
        </p:nvSpPr>
        <p:spPr>
          <a:xfrm>
            <a:off x="9531736" y="5452765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AF539912-E770-B70B-6C15-23D943DB2EAF}"/>
              </a:ext>
            </a:extLst>
          </p:cNvPr>
          <p:cNvSpPr txBox="1"/>
          <p:nvPr/>
        </p:nvSpPr>
        <p:spPr>
          <a:xfrm>
            <a:off x="376228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9BC572F6-776B-544A-9BFC-EB0F52C9D9CA}"/>
              </a:ext>
            </a:extLst>
          </p:cNvPr>
          <p:cNvSpPr txBox="1"/>
          <p:nvPr/>
        </p:nvSpPr>
        <p:spPr>
          <a:xfrm>
            <a:off x="718838" y="3179119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윤선</a:t>
            </a:r>
          </a:p>
        </p:txBody>
      </p:sp>
      <p:pic>
        <p:nvPicPr>
          <p:cNvPr id="132" name="그림 131">
            <a:extLst>
              <a:ext uri="{FF2B5EF4-FFF2-40B4-BE49-F238E27FC236}">
                <a16:creationId xmlns:a16="http://schemas.microsoft.com/office/drawing/2014/main" id="{71B893E2-0FBD-1332-FC0E-89345D808859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812" t="-6382" r="10812" b="6382"/>
          <a:stretch>
            <a:fillRect/>
          </a:stretch>
        </p:blipFill>
        <p:spPr>
          <a:xfrm>
            <a:off x="5416562" y="2104683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0" name="그림 129">
            <a:extLst>
              <a:ext uri="{FF2B5EF4-FFF2-40B4-BE49-F238E27FC236}">
                <a16:creationId xmlns:a16="http://schemas.microsoft.com/office/drawing/2014/main" id="{E87131B3-D532-A234-44D8-4AB619B626B2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133" t="-6358" r="10491" b="6358"/>
          <a:stretch>
            <a:fillRect/>
          </a:stretch>
        </p:blipFill>
        <p:spPr>
          <a:xfrm>
            <a:off x="4057512" y="553518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1" name="그림 160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00385" y="2807262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8" name="그림 167">
            <a:extLst>
              <a:ext uri="{FF2B5EF4-FFF2-40B4-BE49-F238E27FC236}">
                <a16:creationId xmlns:a16="http://schemas.microsoft.com/office/drawing/2014/main" id="{628BBA81-F2DA-BD56-818D-E3A6643A08E4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49533" b="100000" l="23430" r="100000">
                        <a14:foregroundMark x1="34783" y1="55374" x2="36473" y2="93224"/>
                        <a14:foregroundMark x1="32609" y1="56075" x2="31401" y2="80374"/>
                        <a14:foregroundMark x1="35749" y1="55607" x2="42995" y2="57009"/>
                        <a14:foregroundMark x1="42995" y1="60981" x2="42995" y2="78738"/>
                        <a14:foregroundMark x1="32850" y1="91822" x2="38164" y2="92991"/>
                        <a14:foregroundMark x1="29952" y1="74766" x2="33816" y2="73364"/>
                        <a14:foregroundMark x1="41304" y1="84579" x2="41063" y2="87150"/>
                        <a14:foregroundMark x1="29710" y1="92056" x2="43961" y2="92523"/>
                        <a14:foregroundMark x1="26570" y1="92991" x2="33816" y2="89019"/>
                        <a14:foregroundMark x1="28019" y1="92991" x2="35990" y2="96963"/>
                        <a14:foregroundMark x1="37198" y1="96963" x2="46377" y2="92523"/>
                        <a14:foregroundMark x1="46618" y1="92757" x2="48068" y2="92757"/>
                        <a14:foregroundMark x1="80918" y1="85047" x2="82126" y2="93925"/>
                        <a14:foregroundMark x1="77778" y1="92757" x2="81159" y2="91121"/>
                        <a14:foregroundMark x1="76087" y1="92290" x2="86232" y2="97196"/>
                        <a14:foregroundMark x1="95411" y1="92523" x2="89130" y2="95093"/>
                        <a14:foregroundMark x1="93961" y1="91121" x2="96618" y2="92523"/>
                        <a14:foregroundMark x1="96377" y1="93224" x2="98551" y2="92523"/>
                        <a14:backgroundMark x1="90097" y1="98598" x2="97585" y2="95794"/>
                        <a14:backgroundMark x1="97826" y1="83645" x2="98068" y2="89252"/>
                      </a14:backgroundRemoval>
                    </a14:imgEffect>
                  </a14:imgLayer>
                </a14:imgProps>
              </a:ext>
            </a:extLst>
          </a:blip>
          <a:srcRect l="24339" t="49728" r="48341" b="193"/>
          <a:stretch/>
        </p:blipFill>
        <p:spPr>
          <a:xfrm>
            <a:off x="850078" y="5207450"/>
            <a:ext cx="566039" cy="1072686"/>
          </a:xfrm>
          <a:prstGeom prst="rect">
            <a:avLst/>
          </a:prstGeom>
        </p:spPr>
      </p:pic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16C4BD4F-8F77-BC04-E43D-1CA4BE906CDE}"/>
              </a:ext>
            </a:extLst>
          </p:cNvPr>
          <p:cNvCxnSpPr>
            <a:cxnSpLocks/>
          </p:cNvCxnSpPr>
          <p:nvPr/>
        </p:nvCxnSpPr>
        <p:spPr>
          <a:xfrm flipV="1">
            <a:off x="1659184" y="4474872"/>
            <a:ext cx="2084401" cy="1239520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43F7614A-6568-D409-0076-EAEC9F424C45}"/>
              </a:ext>
            </a:extLst>
          </p:cNvPr>
          <p:cNvCxnSpPr>
            <a:cxnSpLocks/>
          </p:cNvCxnSpPr>
          <p:nvPr/>
        </p:nvCxnSpPr>
        <p:spPr>
          <a:xfrm>
            <a:off x="4255035" y="3223088"/>
            <a:ext cx="138876" cy="481898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그림 191">
            <a:extLst>
              <a:ext uri="{FF2B5EF4-FFF2-40B4-BE49-F238E27FC236}">
                <a16:creationId xmlns:a16="http://schemas.microsoft.com/office/drawing/2014/main" id="{9EED9DAD-37A5-60CC-1840-D8DF6AA5C68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21489" y="4240513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8548D212-2DFF-0876-41D0-6156EE51AD2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26382" y="567933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1" name="그림 200">
            <a:extLst>
              <a:ext uri="{FF2B5EF4-FFF2-40B4-BE49-F238E27FC236}">
                <a16:creationId xmlns:a16="http://schemas.microsoft.com/office/drawing/2014/main" id="{A555DC6F-F28C-BDDC-2689-B3F90E27F45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265" t="6758" r="60109" b="70825"/>
          <a:stretch>
            <a:fillRect/>
          </a:stretch>
        </p:blipFill>
        <p:spPr>
          <a:xfrm>
            <a:off x="7559392" y="2932722"/>
            <a:ext cx="360865" cy="76135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EABC2FC-8C35-BA6E-B469-A8FC5BD5ACDD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40600" b="61800" l="83800" r="94200">
                        <a14:foregroundMark x1="91400" y1="40600" x2="88200" y2="41600"/>
                        <a14:foregroundMark x1="93600" y1="52000" x2="93800" y2="56800"/>
                        <a14:foregroundMark x1="90060" y1="61800" x2="94200" y2="61800"/>
                        <a14:foregroundMark x1="89606" y1="61800" x2="89945" y2="61800"/>
                        <a14:foregroundMark x1="86000" y1="61800" x2="89260" y2="61800"/>
                        <a14:backgroundMark x1="89600" y1="61000" x2="90200" y2="60400"/>
                        <a14:backgroundMark x1="90200" y1="61200" x2="90400" y2="61000"/>
                        <a14:backgroundMark x1="90600" y1="60800" x2="90600" y2="60800"/>
                        <a14:backgroundMark x1="90600" y1="60800" x2="90600" y2="608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526" t="39199" r="4519" b="36829"/>
          <a:stretch>
            <a:fillRect/>
          </a:stretch>
        </p:blipFill>
        <p:spPr>
          <a:xfrm>
            <a:off x="7539674" y="4404105"/>
            <a:ext cx="371092" cy="68668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32FF9DA-2801-CD39-0F71-87C8EA0E350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5601" t="6132" r="20888" b="72564"/>
          <a:stretch>
            <a:fillRect/>
          </a:stretch>
        </p:blipFill>
        <p:spPr>
          <a:xfrm>
            <a:off x="7201017" y="2966573"/>
            <a:ext cx="445848" cy="7029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BE3634-E424-F00E-A1E1-68DB22B8926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2">
                    <a14:imgEffect>
                      <a14:backgroundRemoval t="5109" b="92336" l="8939" r="92737">
                        <a14:foregroundMark x1="48603" y1="9854" x2="64804" y2="9854"/>
                        <a14:foregroundMark x1="41899" y1="7664" x2="66480" y2="6934"/>
                        <a14:foregroundMark x1="55875" y1="91824" x2="68715" y2="92336"/>
                        <a14:foregroundMark x1="38175" y1="91119" x2="41230" y2="91241"/>
                        <a14:foregroundMark x1="29584" y1="90777" x2="35943" y2="91030"/>
                        <a14:foregroundMark x1="68715" y1="92336" x2="78771" y2="90511"/>
                        <a14:foregroundMark x1="87709" y1="50730" x2="87151" y2="70073"/>
                        <a14:foregroundMark x1="87151" y1="70073" x2="86836" y2="70587"/>
                        <a14:foregroundMark x1="11732" y1="62409" x2="10768" y2="71858"/>
                        <a14:foregroundMark x1="59218" y1="27372" x2="62570" y2="26277"/>
                        <a14:foregroundMark x1="56425" y1="26277" x2="62570" y2="29562"/>
                        <a14:foregroundMark x1="91620" y1="53285" x2="93296" y2="64234"/>
                        <a14:foregroundMark x1="44693" y1="5109" x2="67598" y2="5839"/>
                        <a14:backgroundMark x1="10056" y1="74453" x2="10056" y2="74453"/>
                        <a14:backgroundMark x1="8380" y1="74088" x2="12291" y2="74453"/>
                        <a14:backgroundMark x1="84358" y1="71168" x2="86034" y2="74088"/>
                        <a14:backgroundMark x1="21229" y1="91241" x2="23464" y2="92336"/>
                        <a14:backgroundMark x1="26816" y1="91606" x2="27933" y2="91971"/>
                        <a14:backgroundMark x1="27374" y1="91241" x2="28492" y2="91241"/>
                        <a14:backgroundMark x1="27933" y1="91241" x2="26816" y2="91241"/>
                        <a14:backgroundMark x1="36872" y1="91241" x2="36872" y2="92701"/>
                        <a14:backgroundMark x1="35754" y1="91241" x2="36872" y2="91606"/>
                        <a14:backgroundMark x1="37430" y1="90511" x2="35754" y2="90876"/>
                        <a14:backgroundMark x1="26816" y1="90876" x2="28492" y2="908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33413" y="5787589"/>
            <a:ext cx="500492" cy="7661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E20EE9-1D3C-503A-E9CA-8BD98067146E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BEBA8EAE-BF5A-486C-A8C5-ECC9F3942E4B}">
                <a14:imgProps xmlns:a14="http://schemas.microsoft.com/office/drawing/2010/main">
                  <a14:imgLayer r:embed="rId2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21489" y="5790190"/>
            <a:ext cx="421854" cy="80338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6D71537-B767-15BD-765B-FECA990EFC0D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40000" b="61200" l="34600" r="44400">
                        <a14:foregroundMark x1="40200" y1="40000" x2="37600" y2="40600"/>
                        <a14:foregroundMark x1="37000" y1="59000" x2="37912" y2="59107"/>
                        <a14:foregroundMark x1="38211" y1="61116" x2="41000" y2="61000"/>
                        <a14:foregroundMark x1="36200" y1="61200" x2="36401" y2="61192"/>
                        <a14:foregroundMark x1="36200" y1="50200" x2="37200" y2="54800"/>
                        <a14:backgroundMark x1="41600" y1="61000" x2="42000" y2="61800"/>
                        <a14:backgroundMark x1="35400" y1="61400" x2="35400" y2="61400"/>
                        <a14:backgroundMark x1="35400" y1="61200" x2="35400" y2="61200"/>
                        <a14:backgroundMark x1="35400" y1="61200" x2="35400" y2="61200"/>
                        <a14:backgroundMark x1="38200" y1="59200" x2="39400" y2="59800"/>
                        <a14:backgroundMark x1="38000" y1="59000" x2="38000" y2="5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409" t="38416" r="54373" b="37925"/>
          <a:stretch>
            <a:fillRect/>
          </a:stretch>
        </p:blipFill>
        <p:spPr>
          <a:xfrm>
            <a:off x="7251686" y="4407446"/>
            <a:ext cx="349995" cy="67772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B57F931-333E-9D8B-554F-2B5881420028}"/>
              </a:ext>
            </a:extLst>
          </p:cNvPr>
          <p:cNvSpPr txBox="1"/>
          <p:nvPr/>
        </p:nvSpPr>
        <p:spPr>
          <a:xfrm>
            <a:off x="2352360" y="329482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0A98E3-17EA-B6AC-7987-7916F0B567FA}"/>
              </a:ext>
            </a:extLst>
          </p:cNvPr>
          <p:cNvSpPr txBox="1"/>
          <p:nvPr/>
        </p:nvSpPr>
        <p:spPr>
          <a:xfrm>
            <a:off x="3929029" y="5070928"/>
            <a:ext cx="5509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9BEFF-0866-E451-AA0D-30AB2E15E68A}"/>
              </a:ext>
            </a:extLst>
          </p:cNvPr>
          <p:cNvSpPr txBox="1"/>
          <p:nvPr/>
        </p:nvSpPr>
        <p:spPr>
          <a:xfrm>
            <a:off x="2151701" y="4841671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C0DB3D-3896-F7D8-1003-B7E7A51D2952}"/>
              </a:ext>
            </a:extLst>
          </p:cNvPr>
          <p:cNvSpPr txBox="1"/>
          <p:nvPr/>
        </p:nvSpPr>
        <p:spPr>
          <a:xfrm>
            <a:off x="5361854" y="531062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E4F4FC-8FF3-2BFB-2A43-7FEDC2FABB01}"/>
              </a:ext>
            </a:extLst>
          </p:cNvPr>
          <p:cNvSpPr txBox="1"/>
          <p:nvPr/>
        </p:nvSpPr>
        <p:spPr>
          <a:xfrm>
            <a:off x="5594638" y="3678794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04D581-2F92-7785-88AB-52B45C3EE8D4}"/>
              </a:ext>
            </a:extLst>
          </p:cNvPr>
          <p:cNvSpPr txBox="1"/>
          <p:nvPr/>
        </p:nvSpPr>
        <p:spPr>
          <a:xfrm>
            <a:off x="5441983" y="448304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2668B4-0EE3-4F10-8CD0-E93D05F44223}"/>
              </a:ext>
            </a:extLst>
          </p:cNvPr>
          <p:cNvSpPr txBox="1"/>
          <p:nvPr/>
        </p:nvSpPr>
        <p:spPr>
          <a:xfrm>
            <a:off x="3699413" y="3355633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5D8039FB-69C4-CC7C-058D-26A8C2F139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3900065" y="2101288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6F7E2-0F66-1C9D-2DB3-223DA4769E63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8025" b="92593" l="2032" r="89842">
                        <a14:foregroundMark x1="8578" y1="11111" x2="7901" y2="35185"/>
                        <a14:foregroundMark x1="7901" y1="35185" x2="11738" y2="20062"/>
                        <a14:foregroundMark x1="11738" y1="20062" x2="8352" y2="12346"/>
                        <a14:foregroundMark x1="22303" y1="12654" x2="21445" y2="36420"/>
                        <a14:foregroundMark x1="22348" y1="11420" x2="22303" y2="12654"/>
                        <a14:foregroundMark x1="21445" y1="36420" x2="20767" y2="16049"/>
                        <a14:foregroundMark x1="10270" y1="12654" x2="13093" y2="13889"/>
                        <a14:foregroundMark x1="7449" y1="11420" x2="10270" y2="12654"/>
                        <a14:foregroundMark x1="13544" y1="24383" x2="11061" y2="34259"/>
                        <a14:foregroundMark x1="17607" y1="25926" x2="17381" y2="32099"/>
                        <a14:foregroundMark x1="20457" y1="43519" x2="20316" y2="46605"/>
                        <a14:foregroundMark x1="20767" y1="36728" x2="20682" y2="38580"/>
                        <a14:foregroundMark x1="22700" y1="43519" x2="22573" y2="45679"/>
                        <a14:foregroundMark x1="23025" y1="37963" x2="22989" y2="38580"/>
                        <a14:foregroundMark x1="33822" y1="43827" x2="33860" y2="44136"/>
                        <a14:foregroundMark x1="33384" y1="40228" x2="33409" y2="40432"/>
                        <a14:foregroundMark x1="31415" y1="24074" x2="32943" y2="36613"/>
                        <a14:foregroundMark x1="30625" y1="17593" x2="31415" y2="24074"/>
                        <a14:foregroundMark x1="30324" y1="15123" x2="30625" y2="17593"/>
                        <a14:foregroundMark x1="29797" y1="10802" x2="30324" y2="15123"/>
                        <a14:foregroundMark x1="30474" y1="43827" x2="30474" y2="45062"/>
                        <a14:foregroundMark x1="34312" y1="43827" x2="34312" y2="44136"/>
                        <a14:foregroundMark x1="34312" y1="39786" x2="34312" y2="40432"/>
                        <a14:foregroundMark x1="34312" y1="35494" x2="34312" y2="35960"/>
                        <a14:foregroundMark x1="34379" y1="15123" x2="34537" y2="15432"/>
                        <a14:foregroundMark x1="32957" y1="12346" x2="34379" y2="15123"/>
                        <a14:foregroundMark x1="41967" y1="26687" x2="41535" y2="43827"/>
                        <a14:foregroundMark x1="42088" y1="21914" x2="42085" y2="22021"/>
                        <a14:foregroundMark x1="42119" y1="20679" x2="42088" y2="21914"/>
                        <a14:foregroundMark x1="42197" y1="17593" x2="42119" y2="20679"/>
                        <a14:foregroundMark x1="42251" y1="15432" x2="42197" y2="17593"/>
                        <a14:foregroundMark x1="42259" y1="15123" x2="42251" y2="15432"/>
                        <a14:foregroundMark x1="42438" y1="8025" x2="42259" y2="15123"/>
                        <a14:foregroundMark x1="40406" y1="9259" x2="44018" y2="15123"/>
                        <a14:foregroundMark x1="43567" y1="8025" x2="44244" y2="11420"/>
                        <a14:foregroundMark x1="50339" y1="28775" x2="50339" y2="46605"/>
                        <a14:foregroundMark x1="50339" y1="22523" x2="50339" y2="26010"/>
                        <a14:foregroundMark x1="50339" y1="16160" x2="50339" y2="17452"/>
                        <a14:foregroundMark x1="50339" y1="13272" x2="50339" y2="13956"/>
                        <a14:foregroundMark x1="50482" y1="16006" x2="49278" y2="18039"/>
                        <a14:foregroundMark x1="43567" y1="31790" x2="46050" y2="45062"/>
                        <a14:foregroundMark x1="9318" y1="69201" x2="9227" y2="76691"/>
                        <a14:foregroundMark x1="9481" y1="55864" x2="9414" y2="61352"/>
                        <a14:foregroundMark x1="7449" y1="68210" x2="6601" y2="73788"/>
                        <a14:foregroundMark x1="2483" y1="72840" x2="2483" y2="72840"/>
                        <a14:foregroundMark x1="10835" y1="53086" x2="11875" y2="60084"/>
                        <a14:foregroundMark x1="22252" y1="71761" x2="25056" y2="90432"/>
                        <a14:foregroundMark x1="19865" y1="55864" x2="19879" y2="55959"/>
                        <a14:foregroundMark x1="25056" y1="90432" x2="25056" y2="90432"/>
                        <a14:foregroundMark x1="24379" y1="61420" x2="23726" y2="61390"/>
                        <a14:foregroundMark x1="22386" y1="56764" x2="24605" y2="58642"/>
                        <a14:foregroundMark x1="19865" y1="54630" x2="20846" y2="55460"/>
                        <a14:foregroundMark x1="21896" y1="54630" x2="23025" y2="55864"/>
                        <a14:foregroundMark x1="23928" y1="58025" x2="23928" y2="58025"/>
                        <a14:foregroundMark x1="23928" y1="58025" x2="23928" y2="58025"/>
                        <a14:foregroundMark x1="23928" y1="56173" x2="23928" y2="56173"/>
                        <a14:foregroundMark x1="23928" y1="56173" x2="23928" y2="56173"/>
                        <a14:foregroundMark x1="33634" y1="55864" x2="37472" y2="88272"/>
                        <a14:foregroundMark x1="33860" y1="56173" x2="37472" y2="60802"/>
                        <a14:foregroundMark x1="36343" y1="57407" x2="36343" y2="57407"/>
                        <a14:foregroundMark x1="36343" y1="57407" x2="36343" y2="57407"/>
                        <a14:foregroundMark x1="36343" y1="56173" x2="36343" y2="56173"/>
                        <a14:foregroundMark x1="36343" y1="56173" x2="36343" y2="56173"/>
                        <a14:foregroundMark x1="33634" y1="55864" x2="33634" y2="55864"/>
                        <a14:foregroundMark x1="33634" y1="55864" x2="33634" y2="55864"/>
                        <a14:foregroundMark x1="38149" y1="68210" x2="38149" y2="68210"/>
                        <a14:foregroundMark x1="38149" y1="68210" x2="38149" y2="68210"/>
                        <a14:foregroundMark x1="39052" y1="68210" x2="39052" y2="68210"/>
                        <a14:foregroundMark x1="39052" y1="68210" x2="39052" y2="68210"/>
                        <a14:foregroundMark x1="39052" y1="70370" x2="39052" y2="70370"/>
                        <a14:foregroundMark x1="39052" y1="70370" x2="39052" y2="70370"/>
                        <a14:foregroundMark x1="39052" y1="73148" x2="39052" y2="73148"/>
                        <a14:foregroundMark x1="39052" y1="73148" x2="39052" y2="73148"/>
                        <a14:foregroundMark x1="39503" y1="75000" x2="39503" y2="75000"/>
                        <a14:foregroundMark x1="39503" y1="75000" x2="39503" y2="75000"/>
                        <a14:foregroundMark x1="32280" y1="76852" x2="32280" y2="76852"/>
                        <a14:foregroundMark x1="32280" y1="76852" x2="32280" y2="76852"/>
                        <a14:foregroundMark x1="32280" y1="71605" x2="32280" y2="71605"/>
                        <a14:foregroundMark x1="32280" y1="71605" x2="32280" y2="71605"/>
                        <a14:foregroundMark x1="32280" y1="73765" x2="32280" y2="73765"/>
                        <a14:foregroundMark x1="32280" y1="73765" x2="32280" y2="73765"/>
                        <a14:foregroundMark x1="32280" y1="75000" x2="32280" y2="75000"/>
                        <a14:foregroundMark x1="32280" y1="75000" x2="32280" y2="75000"/>
                        <a14:foregroundMark x1="32054" y1="68519" x2="32054" y2="68519"/>
                        <a14:foregroundMark x1="32054" y1="68519" x2="32054" y2="68519"/>
                        <a14:foregroundMark x1="32280" y1="66667" x2="32280" y2="66667"/>
                        <a14:foregroundMark x1="32280" y1="66667" x2="32280" y2="66667"/>
                        <a14:foregroundMark x1="44921" y1="54938" x2="42664" y2="78086"/>
                        <a14:foregroundMark x1="42664" y1="78086" x2="48984" y2="63889"/>
                        <a14:foregroundMark x1="48984" y1="63889" x2="44695" y2="54630"/>
                        <a14:foregroundMark x1="45598" y1="54938" x2="47178" y2="60802"/>
                        <a14:foregroundMark x1="46501" y1="55556" x2="46501" y2="55556"/>
                        <a14:foregroundMark x1="46501" y1="55556" x2="48081" y2="60185"/>
                        <a14:foregroundMark x1="43567" y1="57716" x2="43567" y2="65123"/>
                        <a14:foregroundMark x1="2032" y1="75309" x2="3612" y2="90741"/>
                        <a14:foregroundMark x1="13093" y1="66358" x2="13544" y2="72840"/>
                        <a14:foregroundMark x1="51919" y1="13580" x2="51467" y2="17284"/>
                        <a14:foregroundMark x1="46501" y1="23765" x2="49436" y2="27469"/>
                        <a14:foregroundMark x1="44695" y1="83025" x2="44695" y2="91667"/>
                        <a14:foregroundMark x1="17833" y1="57716" x2="19413" y2="64815"/>
                        <a14:foregroundMark x1="18059" y1="71605" x2="18059" y2="75617"/>
                        <a14:foregroundMark x1="15124" y1="71296" x2="15124" y2="76852"/>
                        <a14:foregroundMark x1="50790" y1="16667" x2="50790" y2="20679"/>
                        <a14:backgroundMark x1="37923" y1="15123" x2="37923" y2="15123"/>
                        <a14:backgroundMark x1="37923" y1="15123" x2="37923" y2="15123"/>
                        <a14:backgroundMark x1="35892" y1="17593" x2="35892" y2="17593"/>
                        <a14:backgroundMark x1="35892" y1="17593" x2="35892" y2="17593"/>
                        <a14:backgroundMark x1="37698" y1="24074" x2="37698" y2="24074"/>
                        <a14:backgroundMark x1="37698" y1="24074" x2="37698" y2="24074"/>
                        <a14:backgroundMark x1="16930" y1="12654" x2="16930" y2="12654"/>
                        <a14:backgroundMark x1="16930" y1="12654" x2="16930" y2="12654"/>
                        <a14:backgroundMark x1="48436" y1="20679" x2="48645" y2="21345"/>
                        <a14:backgroundMark x1="32957" y1="40432" x2="32957" y2="43827"/>
                        <a14:backgroundMark x1="32054" y1="37037" x2="32957" y2="40432"/>
                        <a14:backgroundMark x1="21219" y1="38580" x2="21219" y2="43519"/>
                        <a14:backgroundMark x1="14673" y1="58642" x2="14764" y2="58956"/>
                        <a14:backgroundMark x1="5121" y1="90453" x2="4966" y2="92284"/>
                        <a14:backgroundMark x1="6490" y1="74461" x2="7060" y2="73681"/>
                        <a14:backgroundMark x1="49661" y1="23765" x2="48081" y2="21296"/>
                      </a14:backgroundRemoval>
                    </a14:imgEffect>
                  </a14:imgLayer>
                </a14:imgProps>
              </a:ext>
            </a:extLst>
          </a:blip>
          <a:srcRect l="1226" t="3563" r="47321" b="2414"/>
          <a:stretch>
            <a:fillRect/>
          </a:stretch>
        </p:blipFill>
        <p:spPr>
          <a:xfrm>
            <a:off x="3918947" y="2122321"/>
            <a:ext cx="664064" cy="887507"/>
          </a:xfrm>
          <a:prstGeom prst="rect">
            <a:avLst/>
          </a:prstGeom>
        </p:spPr>
      </p:pic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4DD9F5-1D8D-4628-3C68-A47F38C1E0FA}"/>
              </a:ext>
            </a:extLst>
          </p:cNvPr>
          <p:cNvCxnSpPr/>
          <p:nvPr/>
        </p:nvCxnSpPr>
        <p:spPr>
          <a:xfrm>
            <a:off x="1637205" y="2841506"/>
            <a:ext cx="2072703" cy="1445499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916A41D-774E-2F2A-3751-9D1BC7969F08}"/>
              </a:ext>
            </a:extLst>
          </p:cNvPr>
          <p:cNvCxnSpPr>
            <a:cxnSpLocks/>
          </p:cNvCxnSpPr>
          <p:nvPr/>
        </p:nvCxnSpPr>
        <p:spPr>
          <a:xfrm flipH="1">
            <a:off x="4715758" y="2538557"/>
            <a:ext cx="564515" cy="0"/>
          </a:xfrm>
          <a:prstGeom prst="straightConnector1">
            <a:avLst/>
          </a:prstGeom>
          <a:ln w="25400">
            <a:solidFill>
              <a:srgbClr val="8B5587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31711B58-6025-C0A4-24C2-94F7006DBCA4}"/>
              </a:ext>
            </a:extLst>
          </p:cNvPr>
          <p:cNvSpPr txBox="1"/>
          <p:nvPr/>
        </p:nvSpPr>
        <p:spPr>
          <a:xfrm>
            <a:off x="4612852" y="2551164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8B558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선동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5D1068C-F867-B2D8-615F-5C3884A3AB17}"/>
              </a:ext>
            </a:extLst>
          </p:cNvPr>
          <p:cNvSpPr txBox="1"/>
          <p:nvPr/>
        </p:nvSpPr>
        <p:spPr>
          <a:xfrm>
            <a:off x="7941456" y="4474872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0B9115E-6666-88FB-0C52-99088388B212}"/>
              </a:ext>
            </a:extLst>
          </p:cNvPr>
          <p:cNvSpPr txBox="1"/>
          <p:nvPr/>
        </p:nvSpPr>
        <p:spPr>
          <a:xfrm>
            <a:off x="7942053" y="5929245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01E6617-FB9F-54C3-A67F-4995FFAA3A39}"/>
              </a:ext>
            </a:extLst>
          </p:cNvPr>
          <p:cNvSpPr txBox="1"/>
          <p:nvPr/>
        </p:nvSpPr>
        <p:spPr>
          <a:xfrm>
            <a:off x="6906443" y="2177857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8B5A051-100D-4757-FAAC-56BC80425B96}"/>
              </a:ext>
            </a:extLst>
          </p:cNvPr>
          <p:cNvCxnSpPr>
            <a:cxnSpLocks/>
          </p:cNvCxnSpPr>
          <p:nvPr/>
        </p:nvCxnSpPr>
        <p:spPr>
          <a:xfrm>
            <a:off x="4409776" y="4942558"/>
            <a:ext cx="0" cy="453285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F7809DB-5468-1815-3B25-DEA1F868B458}"/>
              </a:ext>
            </a:extLst>
          </p:cNvPr>
          <p:cNvCxnSpPr>
            <a:cxnSpLocks/>
          </p:cNvCxnSpPr>
          <p:nvPr/>
        </p:nvCxnSpPr>
        <p:spPr>
          <a:xfrm flipV="1">
            <a:off x="4792274" y="3244447"/>
            <a:ext cx="2299707" cy="796309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A97E2EA-CA09-20C2-A318-B34E99E1C336}"/>
              </a:ext>
            </a:extLst>
          </p:cNvPr>
          <p:cNvCxnSpPr>
            <a:cxnSpLocks/>
          </p:cNvCxnSpPr>
          <p:nvPr/>
        </p:nvCxnSpPr>
        <p:spPr>
          <a:xfrm>
            <a:off x="4792274" y="4218942"/>
            <a:ext cx="2325012" cy="490186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3E0C503-9FEF-38F7-ACA2-06CDFDE4EBC9}"/>
              </a:ext>
            </a:extLst>
          </p:cNvPr>
          <p:cNvCxnSpPr>
            <a:cxnSpLocks/>
          </p:cNvCxnSpPr>
          <p:nvPr/>
        </p:nvCxnSpPr>
        <p:spPr>
          <a:xfrm>
            <a:off x="4787381" y="4385821"/>
            <a:ext cx="2334798" cy="1790074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B47C9B3F-2FEF-BFE6-8091-E61CDD4AE90B}"/>
              </a:ext>
            </a:extLst>
          </p:cNvPr>
          <p:cNvCxnSpPr>
            <a:cxnSpLocks/>
            <a:stCxn id="31" idx="3"/>
          </p:cNvCxnSpPr>
          <p:nvPr/>
        </p:nvCxnSpPr>
        <p:spPr>
          <a:xfrm rot="16200000" flipH="1">
            <a:off x="4839232" y="1519957"/>
            <a:ext cx="2635790" cy="3798452"/>
          </a:xfrm>
          <a:prstGeom prst="bentConnector4">
            <a:avLst>
              <a:gd name="adj1" fmla="val -8673"/>
              <a:gd name="adj2" fmla="val 115394"/>
            </a:avLst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꺾임 83">
            <a:extLst>
              <a:ext uri="{FF2B5EF4-FFF2-40B4-BE49-F238E27FC236}">
                <a16:creationId xmlns:a16="http://schemas.microsoft.com/office/drawing/2014/main" id="{E3B758F1-0A7D-2E0E-53E0-C5AC358A55D9}"/>
              </a:ext>
            </a:extLst>
          </p:cNvPr>
          <p:cNvCxnSpPr>
            <a:cxnSpLocks/>
          </p:cNvCxnSpPr>
          <p:nvPr/>
        </p:nvCxnSpPr>
        <p:spPr>
          <a:xfrm rot="5400000">
            <a:off x="7681588" y="5224764"/>
            <a:ext cx="1372257" cy="561981"/>
          </a:xfrm>
          <a:prstGeom prst="bentConnector3">
            <a:avLst>
              <a:gd name="adj1" fmla="val 99976"/>
            </a:avLst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43E9CE7-82CA-1301-4EC2-7FCF115E003E}"/>
              </a:ext>
            </a:extLst>
          </p:cNvPr>
          <p:cNvCxnSpPr>
            <a:cxnSpLocks/>
          </p:cNvCxnSpPr>
          <p:nvPr/>
        </p:nvCxnSpPr>
        <p:spPr>
          <a:xfrm>
            <a:off x="7522313" y="1928871"/>
            <a:ext cx="0" cy="755650"/>
          </a:xfrm>
          <a:prstGeom prst="straightConnector1">
            <a:avLst/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81F5B9-B3C2-9672-C8F3-454B1AACB019}"/>
              </a:ext>
            </a:extLst>
          </p:cNvPr>
          <p:cNvCxnSpPr>
            <a:cxnSpLocks/>
          </p:cNvCxnSpPr>
          <p:nvPr/>
        </p:nvCxnSpPr>
        <p:spPr>
          <a:xfrm flipH="1">
            <a:off x="4787381" y="3216633"/>
            <a:ext cx="984152" cy="540539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93D0F91-70AE-DBFD-FDBD-A1B3E0A462F9}"/>
              </a:ext>
            </a:extLst>
          </p:cNvPr>
          <p:cNvSpPr txBox="1"/>
          <p:nvPr/>
        </p:nvSpPr>
        <p:spPr>
          <a:xfrm>
            <a:off x="4696852" y="3257273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pic>
        <p:nvPicPr>
          <p:cNvPr id="106" name="그림 105">
            <a:extLst>
              <a:ext uri="{FF2B5EF4-FFF2-40B4-BE49-F238E27FC236}">
                <a16:creationId xmlns:a16="http://schemas.microsoft.com/office/drawing/2014/main" id="{E4B3099E-44D0-32D1-319E-337AC05615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687731" y="6281624"/>
            <a:ext cx="1463138" cy="424132"/>
          </a:xfrm>
          <a:prstGeom prst="rect">
            <a:avLst/>
          </a:prstGeom>
        </p:spPr>
      </p:pic>
      <p:pic>
        <p:nvPicPr>
          <p:cNvPr id="107" name="그림 106">
            <a:extLst>
              <a:ext uri="{FF2B5EF4-FFF2-40B4-BE49-F238E27FC236}">
                <a16:creationId xmlns:a16="http://schemas.microsoft.com/office/drawing/2014/main" id="{59F4910E-EA59-353E-5E6B-F347946875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14858" y="5981386"/>
            <a:ext cx="1463138" cy="424132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874301DE-1522-1F79-14B3-C1E991A7A48F}"/>
              </a:ext>
            </a:extLst>
          </p:cNvPr>
          <p:cNvSpPr txBox="1"/>
          <p:nvPr/>
        </p:nvSpPr>
        <p:spPr>
          <a:xfrm>
            <a:off x="4005958" y="636031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기대한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E601906-3CCE-C7F3-7B12-EF96E4394E14}"/>
              </a:ext>
            </a:extLst>
          </p:cNvPr>
          <p:cNvSpPr txBox="1"/>
          <p:nvPr/>
        </p:nvSpPr>
        <p:spPr>
          <a:xfrm>
            <a:off x="615469" y="6067572"/>
            <a:ext cx="10619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강성과</a:t>
            </a: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9B4469D3-FA74-6873-CEF5-554CB2ED0A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515061" y="2850569"/>
            <a:ext cx="1463138" cy="424132"/>
          </a:xfrm>
          <a:prstGeom prst="rect">
            <a:avLst/>
          </a:prstGeom>
        </p:spPr>
      </p:pic>
      <p:pic>
        <p:nvPicPr>
          <p:cNvPr id="113" name="그림 112">
            <a:extLst>
              <a:ext uri="{FF2B5EF4-FFF2-40B4-BE49-F238E27FC236}">
                <a16:creationId xmlns:a16="http://schemas.microsoft.com/office/drawing/2014/main" id="{80EBEF2D-4195-0801-68A9-EFAC12E3671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5049488" y="2850569"/>
            <a:ext cx="1463138" cy="424132"/>
          </a:xfrm>
          <a:prstGeom prst="rect">
            <a:avLst/>
          </a:prstGeom>
        </p:spPr>
      </p:pic>
      <p:pic>
        <p:nvPicPr>
          <p:cNvPr id="114" name="그림 113">
            <a:extLst>
              <a:ext uri="{FF2B5EF4-FFF2-40B4-BE49-F238E27FC236}">
                <a16:creationId xmlns:a16="http://schemas.microsoft.com/office/drawing/2014/main" id="{4751DD48-6BFB-D2BA-AC51-51651C1BB9E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23786" y="3555744"/>
            <a:ext cx="1463138" cy="424132"/>
          </a:xfrm>
          <a:prstGeom prst="rect">
            <a:avLst/>
          </a:prstGeom>
        </p:spPr>
      </p:pic>
      <p:pic>
        <p:nvPicPr>
          <p:cNvPr id="115" name="그림 114">
            <a:extLst>
              <a:ext uri="{FF2B5EF4-FFF2-40B4-BE49-F238E27FC236}">
                <a16:creationId xmlns:a16="http://schemas.microsoft.com/office/drawing/2014/main" id="{AFF580A8-FE1F-2E82-10F0-75F9DF98624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47337" y="4989369"/>
            <a:ext cx="1463138" cy="424132"/>
          </a:xfrm>
          <a:prstGeom prst="rect">
            <a:avLst/>
          </a:prstGeom>
        </p:spPr>
      </p:pic>
      <p:pic>
        <p:nvPicPr>
          <p:cNvPr id="116" name="그림 115">
            <a:extLst>
              <a:ext uri="{FF2B5EF4-FFF2-40B4-BE49-F238E27FC236}">
                <a16:creationId xmlns:a16="http://schemas.microsoft.com/office/drawing/2014/main" id="{379EFBC1-540C-EA6B-FD65-D79F676533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41603" y="6427630"/>
            <a:ext cx="1463138" cy="424132"/>
          </a:xfrm>
          <a:prstGeom prst="rect">
            <a:avLst/>
          </a:prstGeom>
        </p:spPr>
      </p:pic>
      <p:sp>
        <p:nvSpPr>
          <p:cNvPr id="158" name="TextBox 157">
            <a:extLst>
              <a:ext uri="{FF2B5EF4-FFF2-40B4-BE49-F238E27FC236}">
                <a16:creationId xmlns:a16="http://schemas.microsoft.com/office/drawing/2014/main" id="{6217BF74-C59C-F842-5CC0-D20BD70C7841}"/>
              </a:ext>
            </a:extLst>
          </p:cNvPr>
          <p:cNvSpPr txBox="1"/>
          <p:nvPr/>
        </p:nvSpPr>
        <p:spPr>
          <a:xfrm>
            <a:off x="5371669" y="293054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서도이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28BD98D-B373-9387-96CD-94A98AE2DBA6}"/>
              </a:ext>
            </a:extLst>
          </p:cNvPr>
          <p:cNvSpPr txBox="1"/>
          <p:nvPr/>
        </p:nvSpPr>
        <p:spPr>
          <a:xfrm>
            <a:off x="7096182" y="3627195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일반 </a:t>
            </a:r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5846928E-BEBA-B5F1-C634-8A493CFD18B2}"/>
              </a:ext>
            </a:extLst>
          </p:cNvPr>
          <p:cNvSpPr txBox="1"/>
          <p:nvPr/>
        </p:nvSpPr>
        <p:spPr>
          <a:xfrm>
            <a:off x="7122179" y="6499263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적응체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65B5B11D-F2A0-8778-6911-0C5A41405928}"/>
              </a:ext>
            </a:extLst>
          </p:cNvPr>
          <p:cNvSpPr txBox="1"/>
          <p:nvPr/>
        </p:nvSpPr>
        <p:spPr>
          <a:xfrm>
            <a:off x="7117286" y="5060446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정예 </a:t>
            </a:r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938F1A-FFCE-92C7-7492-7CD557EF21A5}"/>
              </a:ext>
            </a:extLst>
          </p:cNvPr>
          <p:cNvSpPr txBox="1"/>
          <p:nvPr/>
        </p:nvSpPr>
        <p:spPr>
          <a:xfrm>
            <a:off x="3795862" y="2939149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마을 사람들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AB68D725-7105-EC1C-AC6E-216BD2F0BFE5}"/>
              </a:ext>
            </a:extLst>
          </p:cNvPr>
          <p:cNvGrpSpPr/>
          <p:nvPr/>
        </p:nvGrpSpPr>
        <p:grpSpPr>
          <a:xfrm>
            <a:off x="392008" y="1327208"/>
            <a:ext cx="2472147" cy="436563"/>
            <a:chOff x="690959" y="979487"/>
            <a:chExt cx="2472147" cy="436563"/>
          </a:xfrm>
        </p:grpSpPr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7E405656-1D57-05D3-72A3-D489B43E892E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01CBF771-A8F7-7D76-17BB-FB1FC919EF45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5526D88A-24D3-6390-7F7A-2241BAD82FFB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7E0862B9-627C-96BD-9509-7927B6259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C744B8C4-230B-5509-45D9-1288425B102B}"/>
              </a:ext>
            </a:extLst>
          </p:cNvPr>
          <p:cNvGrpSpPr/>
          <p:nvPr/>
        </p:nvGrpSpPr>
        <p:grpSpPr>
          <a:xfrm>
            <a:off x="3252356" y="1327208"/>
            <a:ext cx="2472147" cy="436563"/>
            <a:chOff x="690959" y="979487"/>
            <a:chExt cx="2472147" cy="436563"/>
          </a:xfrm>
        </p:grpSpPr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27F1F01E-2AB9-8B50-1360-C3165ED112DF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직선 연결선 184">
              <a:extLst>
                <a:ext uri="{FF2B5EF4-FFF2-40B4-BE49-F238E27FC236}">
                  <a16:creationId xmlns:a16="http://schemas.microsoft.com/office/drawing/2014/main" id="{ACB9B383-2324-3E7F-14ED-3A596BCE12F0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C999E4CD-5077-9124-003F-9E855A348E79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3C99B09E-720A-91A0-F511-19F076DB64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33D75B2A-207D-3D7E-0F08-EBF9914044C6}"/>
              </a:ext>
            </a:extLst>
          </p:cNvPr>
          <p:cNvGrpSpPr/>
          <p:nvPr/>
        </p:nvGrpSpPr>
        <p:grpSpPr>
          <a:xfrm>
            <a:off x="6271244" y="1327208"/>
            <a:ext cx="2472147" cy="436563"/>
            <a:chOff x="690959" y="979487"/>
            <a:chExt cx="2472147" cy="436563"/>
          </a:xfrm>
        </p:grpSpPr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F4657C8F-8CC2-272F-D792-671A779F7F6B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33CF1FDA-8604-9036-7250-C0E76183B69C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211F8EAB-D289-C804-3971-E1B83D1E1048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C3469585-E0BE-5169-D657-DDEE680A62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2" name="TextBox 201">
            <a:extLst>
              <a:ext uri="{FF2B5EF4-FFF2-40B4-BE49-F238E27FC236}">
                <a16:creationId xmlns:a16="http://schemas.microsoft.com/office/drawing/2014/main" id="{E62194DD-69A7-C593-9C16-83C35A0CC2FA}"/>
              </a:ext>
            </a:extLst>
          </p:cNvPr>
          <p:cNvSpPr txBox="1"/>
          <p:nvPr/>
        </p:nvSpPr>
        <p:spPr>
          <a:xfrm>
            <a:off x="3230638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A33B7FD6-546C-33A7-2C50-495F18C49CEB}"/>
              </a:ext>
            </a:extLst>
          </p:cNvPr>
          <p:cNvSpPr txBox="1"/>
          <p:nvPr/>
        </p:nvSpPr>
        <p:spPr>
          <a:xfrm>
            <a:off x="378894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5005CC-B0BA-120E-1938-5E89AE70DC78}"/>
              </a:ext>
            </a:extLst>
          </p:cNvPr>
          <p:cNvSpPr txBox="1"/>
          <p:nvPr/>
        </p:nvSpPr>
        <p:spPr>
          <a:xfrm>
            <a:off x="6243754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06" name="가로 글상자 69">
            <a:extLst>
              <a:ext uri="{FF2B5EF4-FFF2-40B4-BE49-F238E27FC236}">
                <a16:creationId xmlns:a16="http://schemas.microsoft.com/office/drawing/2014/main" id="{7405985D-3568-0496-86DD-1E8EC0335D0F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인물 관계도</a:t>
            </a:r>
          </a:p>
        </p:txBody>
      </p:sp>
      <p:pic>
        <p:nvPicPr>
          <p:cNvPr id="210" name="그림 209">
            <a:extLst>
              <a:ext uri="{FF2B5EF4-FFF2-40B4-BE49-F238E27FC236}">
                <a16:creationId xmlns:a16="http://schemas.microsoft.com/office/drawing/2014/main" id="{5AF48C7E-E8B4-8BE7-B077-EACE66DAD662}"/>
              </a:ext>
            </a:extLst>
          </p:cNvPr>
          <p:cNvPicPr>
            <a:picLocks noChangeAspect="1"/>
          </p:cNvPicPr>
          <p:nvPr/>
        </p:nvPicPr>
        <p:blipFill>
          <a:blip r:embed="rId28" cstate="print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2943" y1="27604" x2="32943" y2="27604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826" r="24682" b="59685"/>
          <a:stretch>
            <a:fillRect/>
          </a:stretch>
        </p:blipFill>
        <p:spPr>
          <a:xfrm>
            <a:off x="4082539" y="3763446"/>
            <a:ext cx="663017" cy="984934"/>
          </a:xfrm>
          <a:prstGeom prst="rect">
            <a:avLst/>
          </a:prstGeom>
        </p:spPr>
      </p:pic>
      <p:pic>
        <p:nvPicPr>
          <p:cNvPr id="111" name="그림 110">
            <a:extLst>
              <a:ext uri="{FF2B5EF4-FFF2-40B4-BE49-F238E27FC236}">
                <a16:creationId xmlns:a16="http://schemas.microsoft.com/office/drawing/2014/main" id="{61A4FCC2-44B9-EB31-51B0-26D7DA496ED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687731" y="4534779"/>
            <a:ext cx="1463138" cy="424132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798E6BE4-396E-6C7D-C392-254DC9F3A220}"/>
              </a:ext>
            </a:extLst>
          </p:cNvPr>
          <p:cNvSpPr txBox="1"/>
          <p:nvPr/>
        </p:nvSpPr>
        <p:spPr>
          <a:xfrm>
            <a:off x="4009912" y="4614709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차한해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218606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그림 54">
            <a:extLst>
              <a:ext uri="{FF2B5EF4-FFF2-40B4-BE49-F238E27FC236}">
                <a16:creationId xmlns:a16="http://schemas.microsoft.com/office/drawing/2014/main" id="{E1043C9D-0351-907E-BE8F-3336D1A3A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32790" y="3562971"/>
            <a:ext cx="1463138" cy="42413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CAD0BD-A93D-CE53-C5D5-525EB9B140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26898" r="13954" b="68192"/>
          <a:stretch>
            <a:fillRect/>
          </a:stretch>
        </p:blipFill>
        <p:spPr>
          <a:xfrm>
            <a:off x="2709740" y="1344257"/>
            <a:ext cx="1469640" cy="44208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252B6403-65F6-8B0F-DFE0-96C64C7CDA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243CA49A-3E06-37E4-8C4E-DD2444AE51F6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  <a:endParaRPr lang="ko-KR" altLang="en-US" sz="35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3AB1A4C9-AFE7-ACA3-7781-0325C6921E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662716" y="4602848"/>
            <a:ext cx="1403332" cy="381875"/>
          </a:xfrm>
          <a:prstGeom prst="rect">
            <a:avLst/>
          </a:prstGeom>
        </p:spPr>
      </p:pic>
      <p:pic>
        <p:nvPicPr>
          <p:cNvPr id="154" name="그림 153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853983" y="1357814"/>
            <a:ext cx="1469640" cy="1875092"/>
          </a:xfrm>
          <a:prstGeom prst="snip2DiagRect">
            <a:avLst/>
          </a:prstGeom>
          <a:solidFill>
            <a:srgbClr val="B6BFC6">
              <a:alpha val="15000"/>
            </a:srgbClr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55" name="직각 삼각형 154"/>
          <p:cNvSpPr/>
          <p:nvPr/>
        </p:nvSpPr>
        <p:spPr>
          <a:xfrm>
            <a:off x="838473" y="2945606"/>
            <a:ext cx="302386" cy="302386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각 삼각형 48"/>
          <p:cNvSpPr/>
          <p:nvPr/>
        </p:nvSpPr>
        <p:spPr>
          <a:xfrm>
            <a:off x="825977" y="2985283"/>
            <a:ext cx="412702" cy="412702"/>
          </a:xfrm>
          <a:prstGeom prst="rtTriangl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2933700" y="1389666"/>
            <a:ext cx="5721350" cy="19236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b="1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차한해</a:t>
            </a:r>
            <a:endParaRPr lang="en-US" altLang="ko-KR" sz="1900" b="1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767779"/>
                </a:solidFill>
              </a:rPr>
              <a:t>평범한 일상 속에서 자연스럽게 선행을 해오던 인물</a:t>
            </a:r>
            <a:endParaRPr lang="en-US" altLang="ko-KR" sz="1000" dirty="0">
              <a:solidFill>
                <a:srgbClr val="ECEDF1"/>
              </a:solidFill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스스로를 특별히 착하다고 여기지 않지만</a:t>
            </a:r>
            <a:r>
              <a:rPr lang="en-US" altLang="ko-KR" sz="1000" dirty="0">
                <a:solidFill>
                  <a:srgbClr val="ECEDF1"/>
                </a:solidFill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</a:rPr>
              <a:t>주변 사람들은</a:t>
            </a:r>
            <a:r>
              <a:rPr lang="en-US" altLang="ko-KR" sz="1000" dirty="0">
                <a:solidFill>
                  <a:srgbClr val="ECEDF1"/>
                </a:solidFill>
              </a:rPr>
              <a:t> </a:t>
            </a:r>
            <a:r>
              <a:rPr lang="ko-KR" altLang="en-US" sz="1000" dirty="0">
                <a:solidFill>
                  <a:srgbClr val="ECEDF1"/>
                </a:solidFill>
              </a:rPr>
              <a:t>그를 언제나 </a:t>
            </a:r>
            <a:r>
              <a:rPr lang="en-US" altLang="ko-KR" sz="1000" dirty="0">
                <a:solidFill>
                  <a:srgbClr val="ECEDF1"/>
                </a:solidFill>
              </a:rPr>
              <a:t>‘</a:t>
            </a:r>
            <a:r>
              <a:rPr lang="ko-KR" altLang="en-US" sz="1000" dirty="0">
                <a:solidFill>
                  <a:srgbClr val="ECEDF1"/>
                </a:solidFill>
              </a:rPr>
              <a:t>가장 착한 사람</a:t>
            </a:r>
            <a:r>
              <a:rPr lang="en-US" altLang="ko-KR" sz="1000" dirty="0">
                <a:solidFill>
                  <a:srgbClr val="ECEDF1"/>
                </a:solidFill>
              </a:rPr>
              <a:t>’</a:t>
            </a:r>
            <a:r>
              <a:rPr lang="ko-KR" altLang="en-US" sz="1000" dirty="0">
                <a:solidFill>
                  <a:srgbClr val="ECEDF1"/>
                </a:solidFill>
              </a:rPr>
              <a:t>으로 규정해 왔다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바이러스 확산으로 세계가 붕괴된 이후</a:t>
            </a:r>
            <a:r>
              <a:rPr lang="en-US" altLang="ko-KR" sz="1000" dirty="0">
                <a:solidFill>
                  <a:srgbClr val="ECEDF1"/>
                </a:solidFill>
              </a:rPr>
              <a:t>, </a:t>
            </a:r>
            <a:r>
              <a:rPr lang="ko-KR" altLang="en-US" sz="1000" dirty="0">
                <a:solidFill>
                  <a:srgbClr val="ECEDF1"/>
                </a:solidFill>
              </a:rPr>
              <a:t>그는 사람들과 함께</a:t>
            </a:r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살아남기 위해 고군분투한다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그러나</a:t>
            </a:r>
            <a:r>
              <a:rPr lang="en-US" altLang="ko-KR" sz="1000" dirty="0">
                <a:solidFill>
                  <a:srgbClr val="ECEDF1"/>
                </a:solidFill>
              </a:rPr>
              <a:t>, </a:t>
            </a:r>
            <a:r>
              <a:rPr lang="ko-KR" altLang="en-US" sz="1000" dirty="0">
                <a:solidFill>
                  <a:srgbClr val="ECEDF1"/>
                </a:solidFill>
              </a:rPr>
              <a:t>점점 그의 선행은 선택이 아닌 당연한 역할로 받아들여지기 시작한다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  <a:endParaRPr lang="ko-KR" altLang="en-US" sz="1000" dirty="0">
              <a:solidFill>
                <a:srgbClr val="ECEDF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978377" y="3568178"/>
            <a:ext cx="55427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성격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타인을 먼저 고려하며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고통과 불안을 쉽게 드러내지 않는다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r>
              <a:rPr lang="ko-KR" altLang="en-US" sz="1100" dirty="0">
                <a:solidFill>
                  <a:srgbClr val="ECEDF1"/>
                </a:solidFill>
              </a:rPr>
              <a:t>착함을 </a:t>
            </a:r>
            <a:r>
              <a:rPr lang="ko-KR" altLang="en-US" sz="1100" dirty="0" err="1">
                <a:solidFill>
                  <a:srgbClr val="ECEDF1"/>
                </a:solidFill>
              </a:rPr>
              <a:t>신념이라기보다</a:t>
            </a:r>
            <a:r>
              <a:rPr lang="ko-KR" altLang="en-US" sz="1100" dirty="0">
                <a:solidFill>
                  <a:srgbClr val="ECEDF1"/>
                </a:solidFill>
              </a:rPr>
              <a:t> </a:t>
            </a:r>
            <a:r>
              <a:rPr lang="ko-KR" altLang="en-US" sz="1100" dirty="0">
                <a:solidFill>
                  <a:srgbClr val="496F78"/>
                </a:solidFill>
              </a:rPr>
              <a:t>습관처럼 수행</a:t>
            </a:r>
            <a:r>
              <a:rPr lang="ko-KR" altLang="en-US" sz="1100" dirty="0">
                <a:solidFill>
                  <a:srgbClr val="ECEDF1"/>
                </a:solidFill>
              </a:rPr>
              <a:t>해온</a:t>
            </a:r>
            <a:r>
              <a:rPr lang="ko-KR" altLang="en-US" sz="1100" dirty="0">
                <a:solidFill>
                  <a:srgbClr val="496F78"/>
                </a:solidFill>
              </a:rPr>
              <a:t> </a:t>
            </a:r>
            <a:r>
              <a:rPr lang="ko-KR" altLang="en-US" sz="1100" dirty="0">
                <a:solidFill>
                  <a:srgbClr val="ECEDF1"/>
                </a:solidFill>
              </a:rPr>
              <a:t>인물이다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  <a:endParaRPr lang="ko-KR" altLang="en-US" sz="1100" dirty="0">
              <a:solidFill>
                <a:srgbClr val="ECEDF1"/>
              </a:solidFill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978376" y="4596498"/>
            <a:ext cx="7676673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목적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붕괴되어가는 세계를 </a:t>
            </a:r>
            <a:r>
              <a:rPr lang="ko-KR" altLang="en-US" sz="1100" dirty="0">
                <a:solidFill>
                  <a:srgbClr val="8B5587"/>
                </a:solidFill>
              </a:rPr>
              <a:t>탐색</a:t>
            </a:r>
            <a:r>
              <a:rPr lang="ko-KR" altLang="en-US" sz="1100" dirty="0">
                <a:solidFill>
                  <a:srgbClr val="ECEDF1"/>
                </a:solidFill>
              </a:rPr>
              <a:t>하며 단서를 수집하고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8B5587"/>
                </a:solidFill>
              </a:rPr>
              <a:t>몬스터</a:t>
            </a:r>
            <a:r>
              <a:rPr lang="ko-KR" altLang="en-US" sz="1100" dirty="0">
                <a:solidFill>
                  <a:srgbClr val="ECEDF1"/>
                </a:solidFill>
              </a:rPr>
              <a:t>와 </a:t>
            </a:r>
            <a:r>
              <a:rPr lang="ko-KR" altLang="en-US" sz="1100" dirty="0">
                <a:solidFill>
                  <a:srgbClr val="8B5587"/>
                </a:solidFill>
              </a:rPr>
              <a:t>퍼즐</a:t>
            </a:r>
            <a:r>
              <a:rPr lang="ko-KR" altLang="en-US" sz="1100" dirty="0">
                <a:solidFill>
                  <a:srgbClr val="ECEDF1"/>
                </a:solidFill>
              </a:rPr>
              <a:t>을 넘어 바이러스의 원인을 추적한다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주변 인물들과 상호작용하며 선택을 반복하는 가운데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점점 더 큰 기대와 책임을 떠안게 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마지막에는 세계를 구하기 위한 선택 앞에서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FCE891"/>
                </a:solidFill>
              </a:rPr>
              <a:t>자신의 희생</a:t>
            </a:r>
            <a:r>
              <a:rPr lang="ko-KR" altLang="en-US" sz="1100" dirty="0">
                <a:solidFill>
                  <a:srgbClr val="ECEDF1"/>
                </a:solidFill>
              </a:rPr>
              <a:t>을 </a:t>
            </a:r>
            <a:r>
              <a:rPr lang="ko-KR" altLang="en-US" sz="1100" dirty="0" err="1">
                <a:solidFill>
                  <a:srgbClr val="ECEDF1"/>
                </a:solidFill>
              </a:rPr>
              <a:t>요구받게</a:t>
            </a:r>
            <a:r>
              <a:rPr lang="ko-KR" altLang="en-US" sz="1100" dirty="0">
                <a:solidFill>
                  <a:srgbClr val="ECEDF1"/>
                </a:solidFill>
              </a:rPr>
              <a:t> 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  <a:endParaRPr lang="ko-KR" altLang="en-US" sz="1100" dirty="0">
              <a:solidFill>
                <a:srgbClr val="ECEDF1"/>
              </a:solidFill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450B6DE6-24FB-9BCF-2F48-804BA7A040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4245" y1="25446" x2="34245" y2="25446"/>
                        <a14:foregroundMark x1="35677" y1="25670" x2="35677" y2="25670"/>
                        <a14:foregroundMark x1="35286" y1="25818" x2="35286" y2="25818"/>
                        <a14:foregroundMark x1="35417" y1="25967" x2="35417" y2="25967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  <a14:backgroundMark x1="30208" y1="26711" x2="35286" y2="28051"/>
                        <a14:backgroundMark x1="32422" y1="26190" x2="36328" y2="27976"/>
                        <a14:backgroundMark x1="33203" y1="26190" x2="36979" y2="27976"/>
                        <a14:backgroundMark x1="35807" y1="27009" x2="37760" y2="27753"/>
                        <a14:backgroundMark x1="37500" y1="28051" x2="35286" y2="27902"/>
                        <a14:backgroundMark x1="38021" y1="27976" x2="38021" y2="27976"/>
                        <a14:backgroundMark x1="38021" y1="28051" x2="38021" y2="28051"/>
                        <a14:backgroundMark x1="38411" y1="28051" x2="38411" y2="28051"/>
                        <a14:backgroundMark x1="33594" y1="25967" x2="33594" y2="25967"/>
                        <a14:backgroundMark x1="33724" y1="25744" x2="33724" y2="257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215" t="1223" r="31632" b="71870"/>
          <a:stretch>
            <a:fillRect/>
          </a:stretch>
        </p:blipFill>
        <p:spPr>
          <a:xfrm>
            <a:off x="686383" y="1364670"/>
            <a:ext cx="1612707" cy="1845255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738F704-1E30-522A-35B8-1AC151D98A45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5804" b="97396" l="9896" r="89974">
                        <a14:foregroundMark x1="54297" y1="20536" x2="51172" y2="30357"/>
                        <a14:foregroundMark x1="51172" y1="30357" x2="53516" y2="34524"/>
                        <a14:foregroundMark x1="46615" y1="5804" x2="46615" y2="5804"/>
                        <a14:foregroundMark x1="47917" y1="81771" x2="47917" y2="81771"/>
                        <a14:foregroundMark x1="57682" y1="80729" x2="57682" y2="80729"/>
                        <a14:foregroundMark x1="59115" y1="79464" x2="55599" y2="87946"/>
                        <a14:foregroundMark x1="55599" y1="87946" x2="57552" y2="80729"/>
                        <a14:foregroundMark x1="57552" y1="80729" x2="58333" y2="79836"/>
                        <a14:foregroundMark x1="46001" y1="92336" x2="45703" y2="94717"/>
                        <a14:foregroundMark x1="46029" y1="92113" x2="46001" y2="92336"/>
                        <a14:foregroundMark x1="47656" y1="79092" x2="46029" y2="92113"/>
                        <a14:foregroundMark x1="45703" y1="94717" x2="53385" y2="89063"/>
                        <a14:foregroundMark x1="53385" y1="89063" x2="47917" y2="82217"/>
                        <a14:foregroundMark x1="47917" y1="82217" x2="47917" y2="80060"/>
                        <a14:foregroundMark x1="45703" y1="90774" x2="53385" y2="91369"/>
                        <a14:foregroundMark x1="51197" y1="94940" x2="50391" y2="97396"/>
                        <a14:foregroundMark x1="51953" y1="92634" x2="51197" y2="94940"/>
                        <a14:foregroundMark x1="56641" y1="90551" x2="61198" y2="94792"/>
                        <a14:foregroundMark x1="43815" y1="92336" x2="43359" y2="93304"/>
                        <a14:foregroundMark x1="43920" y1="92113" x2="43815" y2="92336"/>
                        <a14:foregroundMark x1="44271" y1="91369" x2="43920" y2="92113"/>
                        <a14:foregroundMark x1="45313" y1="89807" x2="45052" y2="89955"/>
                        <a14:foregroundMark x1="43750" y1="90551" x2="43750" y2="90551"/>
                        <a14:foregroundMark x1="42448" y1="92113" x2="42448" y2="92113"/>
                        <a14:foregroundMark x1="43099" y1="89509" x2="43099" y2="89509"/>
                        <a14:foregroundMark x1="43880" y1="88393" x2="43880" y2="88393"/>
                        <a14:foregroundMark x1="60677" y1="86979" x2="60677" y2="86979"/>
                        <a14:foregroundMark x1="61719" y1="87500" x2="61719" y2="87500"/>
                        <a14:foregroundMark x1="62891" y1="87723" x2="62891" y2="87723"/>
                        <a14:foregroundMark x1="63151" y1="86756" x2="63151" y2="86756"/>
                        <a14:foregroundMark x1="63542" y1="89063" x2="63542" y2="89063"/>
                        <a14:foregroundMark x1="64193" y1="89955" x2="64193" y2="89955"/>
                        <a14:foregroundMark x1="54297" y1="85565" x2="54297" y2="85565"/>
                        <a14:foregroundMark x1="54818" y1="82366" x2="54818" y2="82366"/>
                        <a14:foregroundMark x1="63281" y1="86979" x2="63281" y2="86979"/>
                        <a14:foregroundMark x1="63281" y1="90402" x2="63281" y2="90402"/>
                        <a14:foregroundMark x1="64063" y1="89509" x2="64063" y2="89509"/>
                        <a14:foregroundMark x1="64453" y1="91443" x2="64453" y2="91443"/>
                        <a14:foregroundMark x1="42839" y1="91815" x2="42839" y2="91815"/>
                        <a14:foregroundMark x1="42578" y1="92262" x2="42578" y2="92262"/>
                        <a14:foregroundMark x1="59635" y1="88616" x2="59635" y2="88616"/>
                        <a14:foregroundMark x1="36458" y1="20833" x2="36458" y2="20833"/>
                        <a14:foregroundMark x1="34505" y1="25446" x2="34505" y2="25446"/>
                        <a14:foregroundMark x1="32813" y1="27232" x2="32813" y2="27232"/>
                        <a14:backgroundMark x1="52083" y1="50074" x2="52083" y2="50074"/>
                        <a14:backgroundMark x1="51953" y1="48884" x2="51953" y2="48884"/>
                        <a14:backgroundMark x1="54557" y1="94940" x2="54557" y2="94940"/>
                        <a14:backgroundMark x1="62500" y1="87128" x2="62500" y2="87128"/>
                        <a14:backgroundMark x1="63672" y1="89881" x2="63672" y2="89881"/>
                        <a14:backgroundMark x1="42969" y1="92336" x2="42969" y2="92336"/>
                        <a14:backgroundMark x1="43229" y1="92113" x2="43229" y2="92113"/>
                        <a14:backgroundMark x1="32943" y1="28423" x2="32943" y2="28423"/>
                        <a14:backgroundMark x1="33594" y1="27381" x2="33594" y2="27381"/>
                        <a14:backgroundMark x1="35156" y1="25298" x2="35156" y2="25298"/>
                        <a14:backgroundMark x1="37630" y1="21726" x2="37630" y2="21726"/>
                        <a14:backgroundMark x1="39193" y1="18229" x2="39193" y2="18229"/>
                        <a14:backgroundMark x1="55990" y1="14955" x2="55990" y2="14955"/>
                        <a14:backgroundMark x1="55599" y1="14955" x2="55599" y2="1495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427" y="1212679"/>
            <a:ext cx="1990066" cy="3482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600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  <a:endParaRPr lang="ko-KR" altLang="en-US" sz="35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7F89F47-D01B-7AE8-46D5-4514FFB6C8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724" b="97135" l="9896" r="89881">
                        <a14:foregroundMark x1="50000" y1="8984" x2="50000" y2="8984"/>
                        <a14:foregroundMark x1="51414" y1="86068" x2="51414" y2="86068"/>
                        <a14:foregroundMark x1="51265" y1="83594" x2="50446" y2="95182"/>
                        <a14:foregroundMark x1="44717" y1="92708" x2="49777" y2="97135"/>
                        <a14:foregroundMark x1="49777" y1="97135" x2="52307" y2="95573"/>
                        <a14:foregroundMark x1="52455" y1="91146" x2="52753" y2="90365"/>
                        <a14:backgroundMark x1="51414" y1="22526" x2="51414" y2="2252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368" t="4717" r="40759"/>
          <a:stretch>
            <a:fillRect/>
          </a:stretch>
        </p:blipFill>
        <p:spPr>
          <a:xfrm>
            <a:off x="3181847" y="1275415"/>
            <a:ext cx="1817189" cy="497870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F13FCE8-8C3C-7A8E-35F1-4D30B6BF1B2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724" b="98958" l="9896" r="89881">
                        <a14:foregroundMark x1="48884" y1="8724" x2="48884" y2="8724"/>
                        <a14:foregroundMark x1="47247" y1="91667" x2="47247" y2="91667"/>
                        <a14:foregroundMark x1="51563" y1="94271" x2="51563" y2="94271"/>
                        <a14:foregroundMark x1="47173" y1="96615" x2="47173" y2="96615"/>
                        <a14:foregroundMark x1="47247" y1="98438" x2="47247" y2="98438"/>
                        <a14:foregroundMark x1="51414" y1="98698" x2="51414" y2="98698"/>
                        <a14:foregroundMark x1="46205" y1="98958" x2="46205" y2="98958"/>
                        <a14:backgroundMark x1="49628" y1="91797" x2="49628" y2="917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6584" r="37411" b="-5009"/>
          <a:stretch>
            <a:fillRect/>
          </a:stretch>
        </p:blipFill>
        <p:spPr>
          <a:xfrm>
            <a:off x="803935" y="1001031"/>
            <a:ext cx="2377913" cy="548688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0C18958-38AC-32D0-EA2E-D6DDCED2C94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7422" b="34635" l="45387" r="56399">
                        <a14:foregroundMark x1="47619" y1="17708" x2="47619" y2="17708"/>
                        <a14:foregroundMark x1="46429" y1="33073" x2="46429" y2="33073"/>
                        <a14:foregroundMark x1="51935" y1="32031" x2="51935" y2="32031"/>
                        <a14:foregroundMark x1="50223" y1="32813" x2="52902" y2="32682"/>
                        <a14:foregroundMark x1="53571" y1="32161" x2="53571" y2="32161"/>
                        <a14:foregroundMark x1="55580" y1="32943" x2="55580" y2="32943"/>
                        <a14:foregroundMark x1="55134" y1="30469" x2="55804" y2="33073"/>
                        <a14:foregroundMark x1="48512" y1="34635" x2="52158" y2="33854"/>
                        <a14:foregroundMark x1="47173" y1="19271" x2="48214" y2="177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4161" t="4699" r="42215" b="65709"/>
          <a:stretch>
            <a:fillRect/>
          </a:stretch>
        </p:blipFill>
        <p:spPr>
          <a:xfrm>
            <a:off x="6468755" y="1671870"/>
            <a:ext cx="1245793" cy="154621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31DC9E8B-C150-E474-2F8D-0EDF68C0260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7813" b="33073" l="46131" r="56101">
                        <a14:foregroundMark x1="47470" y1="31901" x2="54167" y2="30339"/>
                        <a14:foregroundMark x1="47470" y1="33073" x2="56101" y2="3216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4937" t="5061" r="42983" b="66794"/>
          <a:stretch>
            <a:fillRect/>
          </a:stretch>
        </p:blipFill>
        <p:spPr>
          <a:xfrm>
            <a:off x="5623606" y="3528964"/>
            <a:ext cx="1104645" cy="147064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E0D1513-DD03-E277-1E2B-B878E105E6C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4948" b="32682" l="42039" r="56399">
                        <a14:foregroundMark x1="45759" y1="30599" x2="54613" y2="31771"/>
                        <a14:foregroundMark x1="49256" y1="32422" x2="53199" y2="32422"/>
                        <a14:foregroundMark x1="45536" y1="32292" x2="47693" y2="32292"/>
                        <a14:foregroundMark x1="47098" y1="32422" x2="50223" y2="3268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276" t="2191" r="41804" b="67141"/>
          <a:stretch>
            <a:fillRect/>
          </a:stretch>
        </p:blipFill>
        <p:spPr>
          <a:xfrm>
            <a:off x="6990393" y="3433246"/>
            <a:ext cx="1638556" cy="1602469"/>
          </a:xfrm>
          <a:prstGeom prst="rect">
            <a:avLst/>
          </a:prstGeom>
        </p:spPr>
      </p:pic>
      <p:sp>
        <p:nvSpPr>
          <p:cNvPr id="25" name="한쪽 모서리가 잘린 사각형 24"/>
          <p:cNvSpPr/>
          <p:nvPr/>
        </p:nvSpPr>
        <p:spPr>
          <a:xfrm>
            <a:off x="5407378" y="1001031"/>
            <a:ext cx="3421622" cy="2803325"/>
          </a:xfrm>
          <a:prstGeom prst="snip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520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  <a:endParaRPr lang="ko-KR" altLang="en-US" sz="35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948" b="49219" l="13393" r="29762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4329" t="6264" r="70609" b="51606"/>
          <a:stretch/>
        </p:blipFill>
        <p:spPr>
          <a:xfrm>
            <a:off x="3177649" y="4360167"/>
            <a:ext cx="1377245" cy="220133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896" b="92969" l="9970" r="8995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8829" t="9044" r="27097" b="7994"/>
          <a:stretch/>
        </p:blipFill>
        <p:spPr>
          <a:xfrm>
            <a:off x="3177649" y="327377"/>
            <a:ext cx="3115733" cy="4334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37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900430"/>
              </p:ext>
            </p:extLst>
          </p:nvPr>
        </p:nvGraphicFramePr>
        <p:xfrm>
          <a:off x="2376141" y="1407758"/>
          <a:ext cx="6564659" cy="21485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33252">
                  <a:extLst>
                    <a:ext uri="{9D8B030D-6E8A-4147-A177-3AD203B41FA5}">
                      <a16:colId xmlns:a16="http://schemas.microsoft.com/office/drawing/2014/main" val="3332377546"/>
                    </a:ext>
                  </a:extLst>
                </a:gridCol>
                <a:gridCol w="4731407">
                  <a:extLst>
                    <a:ext uri="{9D8B030D-6E8A-4147-A177-3AD203B41FA5}">
                      <a16:colId xmlns:a16="http://schemas.microsoft.com/office/drawing/2014/main" val="3993814879"/>
                    </a:ext>
                  </a:extLst>
                </a:gridCol>
              </a:tblGrid>
              <a:tr h="468339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인상</a:t>
                      </a:r>
                      <a:endParaRPr lang="ko-KR" altLang="en-US" sz="1000" b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밝고 무해한 인상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  <a:r>
                        <a:rPr lang="en-US" altLang="ko-KR" sz="1000" b="0" baseline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baseline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쉽게 말을 걸 수 있는 분위기</a:t>
                      </a:r>
                      <a:endParaRPr lang="ko-KR" altLang="en-US" sz="1000" b="0" smtClean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6827730"/>
                  </a:ext>
                </a:extLst>
              </a:tr>
              <a:tr h="756744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시각적 키워드</a:t>
                      </a:r>
                      <a:endParaRPr lang="ko-KR" altLang="en-US" sz="1000" b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무해함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신뢰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평범함</a:t>
                      </a:r>
                      <a:endParaRPr lang="en-US" altLang="ko-KR" sz="1000" b="0" smtClean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특별하지 않아서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  <a:r>
                        <a:rPr lang="en-US" altLang="ko-KR" sz="1000" b="0" baseline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baseline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더 많은 기대를 받는 이미지</a:t>
                      </a:r>
                      <a:endParaRPr lang="ko-KR" altLang="en-US" sz="1000" b="0" smtClean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7273216"/>
                  </a:ext>
                </a:extLst>
              </a:tr>
              <a:tr h="470180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복장</a:t>
                      </a:r>
                      <a:endParaRPr lang="ko-KR" altLang="en-US" sz="1000" b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캐주얼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.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비니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박시한 후드 집업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짧은 반바지</a:t>
                      </a:r>
                      <a:endParaRPr lang="ko-KR" altLang="en-US" sz="1000" b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4668832"/>
                  </a:ext>
                </a:extLst>
              </a:tr>
              <a:tr h="453237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 색상</a:t>
                      </a:r>
                      <a:endParaRPr lang="ko-KR" altLang="en-US" sz="1000" b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남색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·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회색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.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튀지 않지만 안정적인 색 조합</a:t>
                      </a:r>
                      <a:endParaRPr lang="en-US" altLang="ko-KR" sz="1000" b="0" smtClean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326431"/>
                  </a:ext>
                </a:extLst>
              </a:tr>
            </a:tbl>
          </a:graphicData>
        </a:graphic>
      </p:graphicFrame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  <a:endParaRPr lang="ko-KR" altLang="en-US" sz="35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34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smtClean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기본 정보</a:t>
            </a:r>
            <a:endParaRPr lang="ko-KR" altLang="en-US" sz="1900" b="1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704" b="98333" l="13333" r="36875">
                        <a14:foregroundMark x1="23073" y1="86944" x2="23438" y2="9509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951" t="4184" r="63456" b="1221"/>
          <a:stretch/>
        </p:blipFill>
        <p:spPr>
          <a:xfrm>
            <a:off x="534976" y="1407758"/>
            <a:ext cx="1578783" cy="3718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555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1229155"/>
              </p:ext>
            </p:extLst>
          </p:nvPr>
        </p:nvGraphicFramePr>
        <p:xfrm>
          <a:off x="424071" y="1407758"/>
          <a:ext cx="8307706" cy="482370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122507">
                  <a:extLst>
                    <a:ext uri="{9D8B030D-6E8A-4147-A177-3AD203B41FA5}">
                      <a16:colId xmlns:a16="http://schemas.microsoft.com/office/drawing/2014/main" val="3332377546"/>
                    </a:ext>
                  </a:extLst>
                </a:gridCol>
                <a:gridCol w="1264355">
                  <a:extLst>
                    <a:ext uri="{9D8B030D-6E8A-4147-A177-3AD203B41FA5}">
                      <a16:colId xmlns:a16="http://schemas.microsoft.com/office/drawing/2014/main" val="3388464312"/>
                    </a:ext>
                  </a:extLst>
                </a:gridCol>
                <a:gridCol w="2483556">
                  <a:extLst>
                    <a:ext uri="{9D8B030D-6E8A-4147-A177-3AD203B41FA5}">
                      <a16:colId xmlns:a16="http://schemas.microsoft.com/office/drawing/2014/main" val="366351636"/>
                    </a:ext>
                  </a:extLst>
                </a:gridCol>
                <a:gridCol w="3437288">
                  <a:extLst>
                    <a:ext uri="{9D8B030D-6E8A-4147-A177-3AD203B41FA5}">
                      <a16:colId xmlns:a16="http://schemas.microsoft.com/office/drawing/2014/main" val="3993814879"/>
                    </a:ext>
                  </a:extLst>
                </a:gridCol>
              </a:tblGrid>
              <a:tr h="452573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핵심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 방식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목적</a:t>
                      </a:r>
                      <a:r>
                        <a:rPr lang="ko-KR" altLang="en-US" sz="1000" b="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en-US" altLang="ko-KR" sz="1000" b="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의미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6827730"/>
                  </a:ext>
                </a:extLst>
              </a:tr>
              <a:tr h="758691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인물 상호작용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주변 인물 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악인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와의 상호작용을 </a:t>
                      </a:r>
                      <a:r>
                        <a:rPr lang="ko-KR" altLang="en-US" sz="1000" b="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통해 사건 진행 </a:t>
                      </a:r>
                      <a:r>
                        <a:rPr lang="en-US" altLang="ko-KR" sz="1000" b="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</a:p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en-US" altLang="ko-KR" sz="1000" b="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b="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 먼저 플렝이어게 말을 걸기도 함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서사 전개 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주인공의 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‘</a:t>
                      </a:r>
                      <a:r>
                        <a:rPr lang="ko-KR" altLang="en-US" sz="1000" b="0" baseline="0" smtClean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쉽게 말을 걸 수 있는 분위기</a:t>
                      </a:r>
                      <a:r>
                        <a:rPr lang="en-US" altLang="ko-KR" sz="1000" b="0" baseline="0" smtClean="0">
                          <a:solidFill>
                            <a:srgbClr val="ECEDF1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’</a:t>
                      </a:r>
                      <a:r>
                        <a:rPr lang="ko-KR" altLang="en-US" sz="1000" b="0" baseline="0" smtClean="0">
                          <a:solidFill>
                            <a:srgbClr val="ECEDF1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와 부합하는 부분</a:t>
                      </a:r>
                      <a:endParaRPr lang="ko-KR" altLang="en-US" sz="1000" b="0" smtClean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507667"/>
                  </a:ext>
                </a:extLst>
              </a:tr>
              <a:tr h="440267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몬스터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회피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공격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피턴 대응 중심 전투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긴장감 제공 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 리듬 변화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4668832"/>
                  </a:ext>
                </a:extLst>
              </a:tr>
              <a:tr h="428978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퍼즐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오브젝트 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지형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관찰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순서 맞추기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  <a:r>
                        <a:rPr lang="en-US" altLang="ko-KR" sz="1000" b="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조건 충족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탐색 동기 부여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326431"/>
                  </a:ext>
                </a:extLst>
              </a:tr>
              <a:tr h="417689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탐색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맵 전반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숨겨진 요소 발결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세계관 체험 </a:t>
                      </a:r>
                      <a:r>
                        <a:rPr lang="en-US" altLang="ko-KR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다음 사건으로 연결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6439816"/>
                  </a:ext>
                </a:extLst>
              </a:tr>
              <a:tr h="2325511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893824"/>
                  </a:ext>
                </a:extLst>
              </a:tr>
            </a:tbl>
          </a:graphicData>
        </a:graphic>
      </p:graphicFrame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  <a:endParaRPr lang="ko-KR" altLang="en-US" sz="35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13603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34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smtClean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플레이 구성 요소</a:t>
            </a:r>
            <a:endParaRPr lang="ko-KR" altLang="en-US" sz="1900" b="1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 rotWithShape="1"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7700" b="53195" l="39617" r="60224">
                        <a14:foregroundMark x1="48403" y1="39936" x2="50639" y2="44089"/>
                        <a14:foregroundMark x1="41693" y1="46645" x2="44409" y2="51438"/>
                        <a14:foregroundMark x1="48722" y1="46805" x2="51438" y2="51438"/>
                      </a14:backgroundRemoval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800" t="37755" r="39928" b="47144"/>
          <a:stretch/>
        </p:blipFill>
        <p:spPr>
          <a:xfrm>
            <a:off x="5058492" y="5171133"/>
            <a:ext cx="1224003" cy="911842"/>
          </a:xfrm>
          <a:prstGeom prst="rect">
            <a:avLst/>
          </a:prstGeom>
        </p:spPr>
      </p:pic>
      <p:grpSp>
        <p:nvGrpSpPr>
          <p:cNvPr id="36" name="그룹 35"/>
          <p:cNvGrpSpPr/>
          <p:nvPr/>
        </p:nvGrpSpPr>
        <p:grpSpPr>
          <a:xfrm>
            <a:off x="1029695" y="4187467"/>
            <a:ext cx="1158743" cy="861611"/>
            <a:chOff x="822256" y="4388323"/>
            <a:chExt cx="1316135" cy="978643"/>
          </a:xfrm>
        </p:grpSpPr>
        <p:pic>
          <p:nvPicPr>
            <p:cNvPr id="37" name="그림 36"/>
            <p:cNvPicPr>
              <a:picLocks noChangeAspect="1"/>
            </p:cNvPicPr>
            <p:nvPr/>
          </p:nvPicPr>
          <p:blipFill rotWithShape="1">
            <a:blip r:embed="rId7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5463" b="47284" l="67891" r="784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341" t="37085" r="22926" b="53715"/>
            <a:stretch/>
          </p:blipFill>
          <p:spPr>
            <a:xfrm>
              <a:off x="1278746" y="4388323"/>
              <a:ext cx="400174" cy="476070"/>
            </a:xfrm>
            <a:prstGeom prst="rect">
              <a:avLst/>
            </a:prstGeom>
          </p:spPr>
        </p:pic>
        <p:pic>
          <p:nvPicPr>
            <p:cNvPr id="38" name="그림 37"/>
            <p:cNvPicPr>
              <a:picLocks noChangeAspect="1"/>
            </p:cNvPicPr>
            <p:nvPr/>
          </p:nvPicPr>
          <p:blipFill rotWithShape="1"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6454" b="27476" l="12939" r="2188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33" t="16949" r="78434" b="73851"/>
            <a:stretch/>
          </p:blipFill>
          <p:spPr>
            <a:xfrm>
              <a:off x="822256" y="4890897"/>
              <a:ext cx="400174" cy="476069"/>
            </a:xfrm>
            <a:prstGeom prst="rect">
              <a:avLst/>
            </a:prstGeom>
          </p:spPr>
        </p:pic>
        <p:pic>
          <p:nvPicPr>
            <p:cNvPr id="39" name="그림 38"/>
            <p:cNvPicPr>
              <a:picLocks noChangeAspect="1"/>
            </p:cNvPicPr>
            <p:nvPr/>
          </p:nvPicPr>
          <p:blipFill rotWithShape="1"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5942" b="47764" l="31629" r="407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336" t="36949" r="59931" b="53851"/>
            <a:stretch/>
          </p:blipFill>
          <p:spPr>
            <a:xfrm>
              <a:off x="1282581" y="4889255"/>
              <a:ext cx="400174" cy="476069"/>
            </a:xfrm>
            <a:prstGeom prst="rect">
              <a:avLst/>
            </a:prstGeom>
          </p:spPr>
        </p:pic>
        <p:pic>
          <p:nvPicPr>
            <p:cNvPr id="40" name="그림 39"/>
            <p:cNvPicPr>
              <a:picLocks noChangeAspect="1"/>
            </p:cNvPicPr>
            <p:nvPr/>
          </p:nvPicPr>
          <p:blipFill rotWithShape="1">
            <a:blip r:embed="rId11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5815" b="28115" l="40096" r="50958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587" t="16949" r="50680" b="73851"/>
            <a:stretch/>
          </p:blipFill>
          <p:spPr>
            <a:xfrm>
              <a:off x="1746515" y="4895654"/>
              <a:ext cx="391876" cy="466198"/>
            </a:xfrm>
            <a:prstGeom prst="rect">
              <a:avLst/>
            </a:prstGeom>
          </p:spPr>
        </p:pic>
      </p:grpSp>
      <p:pic>
        <p:nvPicPr>
          <p:cNvPr id="41" name="그림 40"/>
          <p:cNvPicPr>
            <a:picLocks noChangeAspect="1"/>
          </p:cNvPicPr>
          <p:nvPr/>
        </p:nvPicPr>
        <p:blipFill rotWithShape="1">
          <a:blip r:embed="rId12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7636" b="37061" l="46326" r="77796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875" t="27416" r="22450" b="63309"/>
          <a:stretch/>
        </p:blipFill>
        <p:spPr>
          <a:xfrm>
            <a:off x="2188438" y="5613530"/>
            <a:ext cx="1583443" cy="478794"/>
          </a:xfrm>
          <a:prstGeom prst="rect">
            <a:avLst/>
          </a:prstGeom>
        </p:spPr>
      </p:pic>
      <p:pic>
        <p:nvPicPr>
          <p:cNvPr id="42" name="그림 41"/>
          <p:cNvPicPr>
            <a:picLocks noChangeAspect="1"/>
          </p:cNvPicPr>
          <p:nvPr/>
        </p:nvPicPr>
        <p:blipFill rotWithShape="1">
          <a:blip r:embed="rId13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7891" b="26997" l="43450" r="61821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3883" t="18300" r="38141" b="73694"/>
          <a:stretch/>
        </p:blipFill>
        <p:spPr>
          <a:xfrm>
            <a:off x="3746647" y="5075121"/>
            <a:ext cx="1085385" cy="483357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389" b="98054" l="9375" r="89844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69208" y="4371618"/>
            <a:ext cx="670338" cy="134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418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424071" y="1407758"/>
          <a:ext cx="8516730" cy="460837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787214">
                  <a:extLst>
                    <a:ext uri="{9D8B030D-6E8A-4147-A177-3AD203B41FA5}">
                      <a16:colId xmlns:a16="http://schemas.microsoft.com/office/drawing/2014/main" val="3332377546"/>
                    </a:ext>
                  </a:extLst>
                </a:gridCol>
                <a:gridCol w="6729516">
                  <a:extLst>
                    <a:ext uri="{9D8B030D-6E8A-4147-A177-3AD203B41FA5}">
                      <a16:colId xmlns:a16="http://schemas.microsoft.com/office/drawing/2014/main" val="3993814879"/>
                    </a:ext>
                  </a:extLst>
                </a:gridCol>
              </a:tblGrid>
              <a:tr h="874043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키보드 조작</a:t>
                      </a: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 </a:t>
                      </a:r>
                      <a:r>
                        <a:rPr lang="en-US" altLang="ko-KR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상호작용</a:t>
                      </a:r>
                      <a:r>
                        <a:rPr lang="en-US" altLang="ko-KR" sz="190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/ </a:t>
                      </a:r>
                      <a:r>
                        <a:rPr lang="ko-KR" altLang="en-US" sz="190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 </a:t>
                      </a:r>
                      <a:r>
                        <a:rPr lang="en-US" altLang="ko-KR" sz="190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90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선택</a:t>
                      </a: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6827730"/>
                  </a:ext>
                </a:extLst>
              </a:tr>
              <a:tr h="1974110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507667"/>
                  </a:ext>
                </a:extLst>
              </a:tr>
              <a:tr h="886183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선택지</a:t>
                      </a: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플레이러 캐릭터 </a:t>
                      </a:r>
                      <a:r>
                        <a:rPr lang="en-US" altLang="ko-KR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내러티브 중심</a:t>
                      </a: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4668832"/>
                  </a:ext>
                </a:extLst>
              </a:tr>
              <a:tr h="874043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 포지션</a:t>
                      </a: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밝고 무해한 인상</a:t>
                      </a:r>
                      <a:r>
                        <a:rPr lang="en-US" altLang="ko-KR" sz="190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  <a:r>
                        <a:rPr lang="en-US" altLang="ko-KR" sz="190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900" baseline="0" smtClean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쉽게 말을 걸 수 있는 분위기</a:t>
                      </a: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326431"/>
                  </a:ext>
                </a:extLst>
              </a:tr>
            </a:tbl>
          </a:graphicData>
        </a:graphic>
      </p:graphicFrame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  <a:endParaRPr lang="ko-KR" altLang="en-US" sz="35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13603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34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smtClean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플레이 연계 설정</a:t>
            </a:r>
            <a:endParaRPr lang="ko-KR" altLang="en-US" sz="1900" b="1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7700" b="53195" l="39617" r="60224">
                        <a14:foregroundMark x1="48403" y1="39936" x2="50639" y2="44089"/>
                        <a14:foregroundMark x1="41693" y1="46645" x2="44409" y2="51438"/>
                        <a14:foregroundMark x1="48722" y1="46805" x2="51438" y2="51438"/>
                      </a14:backgroundRemoval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800" t="37755" r="39928" b="47144"/>
          <a:stretch/>
        </p:blipFill>
        <p:spPr>
          <a:xfrm>
            <a:off x="5431033" y="3006330"/>
            <a:ext cx="1390261" cy="1035698"/>
          </a:xfrm>
          <a:prstGeom prst="rect">
            <a:avLst/>
          </a:prstGeom>
        </p:spPr>
      </p:pic>
      <p:grpSp>
        <p:nvGrpSpPr>
          <p:cNvPr id="5" name="그룹 4"/>
          <p:cNvGrpSpPr/>
          <p:nvPr/>
        </p:nvGrpSpPr>
        <p:grpSpPr>
          <a:xfrm>
            <a:off x="985930" y="2550321"/>
            <a:ext cx="1316135" cy="978643"/>
            <a:chOff x="822256" y="4388323"/>
            <a:chExt cx="1316135" cy="978643"/>
          </a:xfrm>
        </p:grpSpPr>
        <p:pic>
          <p:nvPicPr>
            <p:cNvPr id="23" name="그림 22"/>
            <p:cNvPicPr>
              <a:picLocks noChangeAspect="1"/>
            </p:cNvPicPr>
            <p:nvPr/>
          </p:nvPicPr>
          <p:blipFill rotWithShape="1">
            <a:blip r:embed="rId7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5463" b="47284" l="67891" r="784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341" t="37085" r="22926" b="53715"/>
            <a:stretch/>
          </p:blipFill>
          <p:spPr>
            <a:xfrm>
              <a:off x="1278746" y="4388323"/>
              <a:ext cx="400174" cy="476070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 rotWithShape="1"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6454" b="27476" l="12939" r="2188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33" t="16949" r="78434" b="73851"/>
            <a:stretch/>
          </p:blipFill>
          <p:spPr>
            <a:xfrm>
              <a:off x="822256" y="4890897"/>
              <a:ext cx="400174" cy="476069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5942" b="47764" l="31629" r="407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336" t="36949" r="59931" b="53851"/>
            <a:stretch/>
          </p:blipFill>
          <p:spPr>
            <a:xfrm>
              <a:off x="1282581" y="4889255"/>
              <a:ext cx="400174" cy="476069"/>
            </a:xfrm>
            <a:prstGeom prst="rect">
              <a:avLst/>
            </a:prstGeom>
          </p:spPr>
        </p:pic>
        <p:pic>
          <p:nvPicPr>
            <p:cNvPr id="27" name="그림 26"/>
            <p:cNvPicPr>
              <a:picLocks noChangeAspect="1"/>
            </p:cNvPicPr>
            <p:nvPr/>
          </p:nvPicPr>
          <p:blipFill rotWithShape="1">
            <a:blip r:embed="rId11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5815" b="28115" l="40096" r="50958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587" t="16949" r="50680" b="73851"/>
            <a:stretch/>
          </p:blipFill>
          <p:spPr>
            <a:xfrm>
              <a:off x="1746515" y="4895654"/>
              <a:ext cx="391876" cy="466198"/>
            </a:xfrm>
            <a:prstGeom prst="rect">
              <a:avLst/>
            </a:prstGeom>
          </p:spPr>
        </p:pic>
      </p:grpSp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12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7636" b="37061" l="46326" r="77796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875" t="27416" r="22450" b="63309"/>
          <a:stretch/>
        </p:blipFill>
        <p:spPr>
          <a:xfrm>
            <a:off x="2365825" y="3498199"/>
            <a:ext cx="1798525" cy="543829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 rotWithShape="1">
          <a:blip r:embed="rId13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7891" b="26997" l="43450" r="61821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3883" t="18300" r="38141" b="73694"/>
          <a:stretch/>
        </p:blipFill>
        <p:spPr>
          <a:xfrm>
            <a:off x="4164350" y="3035474"/>
            <a:ext cx="1232816" cy="549013"/>
          </a:xfrm>
          <a:prstGeom prst="rect">
            <a:avLst/>
          </a:prstGeom>
        </p:spPr>
      </p:pic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916A41D-774E-2F2A-3751-9D1BC7969F08}"/>
              </a:ext>
            </a:extLst>
          </p:cNvPr>
          <p:cNvCxnSpPr>
            <a:cxnSpLocks/>
          </p:cNvCxnSpPr>
          <p:nvPr/>
        </p:nvCxnSpPr>
        <p:spPr>
          <a:xfrm flipH="1">
            <a:off x="1846429" y="1816068"/>
            <a:ext cx="410790" cy="633621"/>
          </a:xfrm>
          <a:prstGeom prst="straightConnector1">
            <a:avLst/>
          </a:prstGeom>
          <a:ln w="25400">
            <a:solidFill>
              <a:srgbClr val="496F78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389" b="98054" l="9375" r="89844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81893" y="2477208"/>
            <a:ext cx="761391" cy="152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952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026" name="Picture 2" descr="게임 직업이 되다 - 게임잡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58" y="394509"/>
            <a:ext cx="8182483" cy="5782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571286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매력적인 캐릭터 시트를 제작해보자! : 하루소식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" y="804672"/>
            <a:ext cx="9029700" cy="4743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8104172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074" name="Picture 2" descr="CAPCOM: STREET FIGHTER X TEKKEN | 공식 Web 매뉴얼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302" y="256032"/>
            <a:ext cx="8655101" cy="6281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5191559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BBBA8C-9757-CEEA-39A0-1EAA1006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그림 62">
            <a:extLst>
              <a:ext uri="{FF2B5EF4-FFF2-40B4-BE49-F238E27FC236}">
                <a16:creationId xmlns:a16="http://schemas.microsoft.com/office/drawing/2014/main" id="{13F0DA23-3FB7-DF97-CE42-35CCEB5DBB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49" t="22513" r="52344" b="73167"/>
          <a:stretch>
            <a:fillRect/>
          </a:stretch>
        </p:blipFill>
        <p:spPr>
          <a:xfrm>
            <a:off x="2725431" y="1392517"/>
            <a:ext cx="1381442" cy="3818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5486A0E9-6953-5A3D-6F69-1A82E79235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32790" y="3562971"/>
            <a:ext cx="1463138" cy="42413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86DC5293-66AB-DB9C-9908-DCAC6DDD93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E6456AA0-39FD-350E-DF36-A4D90280ACA5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악인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C4C9993-EBE7-16CA-6AEE-30726E54F5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662716" y="4602848"/>
            <a:ext cx="1403332" cy="381875"/>
          </a:xfrm>
          <a:prstGeom prst="rect">
            <a:avLst/>
          </a:prstGeom>
        </p:spPr>
      </p:pic>
      <p:pic>
        <p:nvPicPr>
          <p:cNvPr id="154" name="그림 153">
            <a:extLst>
              <a:ext uri="{FF2B5EF4-FFF2-40B4-BE49-F238E27FC236}">
                <a16:creationId xmlns:a16="http://schemas.microsoft.com/office/drawing/2014/main" id="{1E48C7A6-A40D-759B-F32B-6F61A1DBC54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853983" y="1357814"/>
            <a:ext cx="1469640" cy="1875092"/>
          </a:xfrm>
          <a:prstGeom prst="snip2DiagRect">
            <a:avLst/>
          </a:prstGeom>
          <a:solidFill>
            <a:srgbClr val="B6BFC6">
              <a:alpha val="15000"/>
            </a:srgbClr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타원 14">
            <a:extLst>
              <a:ext uri="{FF2B5EF4-FFF2-40B4-BE49-F238E27FC236}">
                <a16:creationId xmlns:a16="http://schemas.microsoft.com/office/drawing/2014/main" id="{BD42AA2F-BF4D-A952-8CC6-66F8409E7753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04C218A-6ECD-EB45-A3E0-6B1CA073C2AE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3C17F71-846C-B095-BA67-075FB1ACDDFA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60CDE6D-8E44-67ED-BC63-416F54782F3C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F42E82-B2BE-C382-730A-726A26C79903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796B4F6-EC9C-836D-0B76-08993FE7D91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DE89997-C964-5856-D280-D47CCDA97FE4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57D4A0-5307-0E83-9EE8-6E11E6C10D13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9C810DE-EB89-B95F-CB63-679139031A6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7DE242A1-1C11-E695-5389-84911E002637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55" name="직각 삼각형 154">
            <a:extLst>
              <a:ext uri="{FF2B5EF4-FFF2-40B4-BE49-F238E27FC236}">
                <a16:creationId xmlns:a16="http://schemas.microsoft.com/office/drawing/2014/main" id="{AF210730-4CB3-F1F6-15CF-FF6F0D996C79}"/>
              </a:ext>
            </a:extLst>
          </p:cNvPr>
          <p:cNvSpPr/>
          <p:nvPr/>
        </p:nvSpPr>
        <p:spPr>
          <a:xfrm>
            <a:off x="838473" y="2945606"/>
            <a:ext cx="302386" cy="302386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각 삼각형 48">
            <a:extLst>
              <a:ext uri="{FF2B5EF4-FFF2-40B4-BE49-F238E27FC236}">
                <a16:creationId xmlns:a16="http://schemas.microsoft.com/office/drawing/2014/main" id="{7A40490C-19D5-A30A-65DD-39128F1B00E1}"/>
              </a:ext>
            </a:extLst>
          </p:cNvPr>
          <p:cNvSpPr/>
          <p:nvPr/>
        </p:nvSpPr>
        <p:spPr>
          <a:xfrm>
            <a:off x="825977" y="2985283"/>
            <a:ext cx="412702" cy="412702"/>
          </a:xfrm>
          <a:prstGeom prst="rtTriangl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A4D814DD-2667-AE8D-EA47-98AC9885886E}"/>
              </a:ext>
            </a:extLst>
          </p:cNvPr>
          <p:cNvSpPr txBox="1"/>
          <p:nvPr/>
        </p:nvSpPr>
        <p:spPr>
          <a:xfrm>
            <a:off x="978376" y="3568178"/>
            <a:ext cx="623522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성격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자신의 신념을 절대적으로 믿으며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그 실현을 위해 비윤리적인 선택도 마다하지 않는다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  <a:endParaRPr lang="ko-KR" altLang="en-US" sz="1100" dirty="0">
              <a:solidFill>
                <a:srgbClr val="ECEDF1"/>
              </a:solidFill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DB5FD37-455C-9CD4-3087-E840CD0FF5E2}"/>
              </a:ext>
            </a:extLst>
          </p:cNvPr>
          <p:cNvSpPr txBox="1"/>
          <p:nvPr/>
        </p:nvSpPr>
        <p:spPr>
          <a:xfrm>
            <a:off x="978376" y="4596498"/>
            <a:ext cx="7753248" cy="173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목적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강성과의 목적은 인류를 구하는 것이 아니라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인간의 수를 줄여 지구를 유지하는 것이다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그는 현재의 인간이 환경을 파괴하는 존재라고 믿으며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변화한 세계에 적응하지 못하는 인간은 사라져야 한다고 생각한다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이를 위해 그는 인간을 </a:t>
            </a:r>
            <a:r>
              <a:rPr lang="ko-KR" altLang="en-US" sz="1100" dirty="0" err="1">
                <a:solidFill>
                  <a:srgbClr val="ECEDF1"/>
                </a:solidFill>
              </a:rPr>
              <a:t>변이시키는</a:t>
            </a:r>
            <a:r>
              <a:rPr lang="ko-KR" altLang="en-US" sz="1100" dirty="0">
                <a:solidFill>
                  <a:srgbClr val="ECEDF1"/>
                </a:solidFill>
              </a:rPr>
              <a:t> 바이러스를 만들어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살아남을 수 있는 존재만 남기는 실험을 시작했다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확산 이후에는 그는 이를 비극이 아닌 과정으로 받아들이며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자신의 계획을 끝까지 완성하려 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  <a:endParaRPr lang="ko-KR" altLang="en-US" sz="1100" dirty="0">
              <a:solidFill>
                <a:srgbClr val="ECEDF1"/>
              </a:solidFill>
            </a:endParaRP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F0958B2E-04E5-6639-03A4-460E493A07F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529" y="911970"/>
            <a:ext cx="2198893" cy="3848062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A9A8EA17-D6CD-DA99-C31C-1DD6C05978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23" b="28274" l="33594" r="75260">
                        <a14:foregroundMark x1="51693" y1="3423" x2="51693" y2="3423"/>
                        <a14:foregroundMark x1="37240" y1="10863" x2="37240" y2="10863"/>
                        <a14:foregroundMark x1="37370" y1="11384" x2="37370" y2="11384"/>
                        <a14:foregroundMark x1="63021" y1="10565" x2="63021" y2="10565"/>
                        <a14:foregroundMark x1="63802" y1="12202" x2="63802" y2="12202"/>
                        <a14:foregroundMark x1="63672" y1="11310" x2="63672" y2="11310"/>
                        <a14:foregroundMark x1="63802" y1="11979" x2="63802" y2="11979"/>
                        <a14:foregroundMark x1="63802" y1="12426" x2="60807" y2="15030"/>
                        <a14:foregroundMark x1="61849" y1="15402" x2="62891" y2="15253"/>
                        <a14:foregroundMark x1="58203" y1="16071" x2="56250" y2="16443"/>
                        <a14:foregroundMark x1="57422" y1="17783" x2="56120" y2="16815"/>
                        <a14:foregroundMark x1="39453" y1="14286" x2="44010" y2="17336"/>
                        <a14:foregroundMark x1="38021" y1="15923" x2="45182" y2="17857"/>
                        <a14:foregroundMark x1="45964" y1="18378" x2="45964" y2="18378"/>
                        <a14:foregroundMark x1="46484" y1="18155" x2="36068" y2="22619"/>
                        <a14:foregroundMark x1="36068" y1="22619" x2="36068" y2="22693"/>
                        <a14:foregroundMark x1="36370" y1="23548" x2="35677" y2="23810"/>
                        <a14:foregroundMark x1="44141" y1="20610" x2="37421" y2="23151"/>
                        <a14:foregroundMark x1="53125" y1="18006" x2="63151" y2="22768"/>
                        <a14:foregroundMark x1="63151" y1="22768" x2="64974" y2="23214"/>
                        <a14:foregroundMark x1="65625" y1="22619" x2="65495" y2="26563"/>
                        <a14:foregroundMark x1="33594" y1="24702" x2="33867" y2="24844"/>
                        <a14:foregroundMark x1="54688" y1="26488" x2="64714" y2="28348"/>
                        <a14:foregroundMark x1="54557" y1="27827" x2="66797" y2="28125"/>
                        <a14:foregroundMark x1="35156" y1="25298" x2="35156" y2="25298"/>
                        <a14:foregroundMark x1="35677" y1="25818" x2="35677" y2="25818"/>
                        <a14:foregroundMark x1="36328" y1="26116" x2="36328" y2="26116"/>
                        <a14:foregroundMark x1="36589" y1="26414" x2="36589" y2="26414"/>
                        <a14:foregroundMark x1="75260" y1="21577" x2="75260" y2="21577"/>
                        <a14:backgroundMark x1="35371" y1="26414" x2="38672" y2="28125"/>
                        <a14:backgroundMark x1="34796" y1="26116" x2="35371" y2="26414"/>
                        <a14:backgroundMark x1="34221" y1="25818" x2="34796" y2="26116"/>
                        <a14:backgroundMark x1="33073" y1="25223" x2="34221" y2="258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309" t="1246" r="33082" b="72539"/>
          <a:stretch>
            <a:fillRect/>
          </a:stretch>
        </p:blipFill>
        <p:spPr>
          <a:xfrm>
            <a:off x="942601" y="1356427"/>
            <a:ext cx="1363980" cy="1861899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A410126-F3C6-70D6-D855-7DAFDB27EF67}"/>
              </a:ext>
            </a:extLst>
          </p:cNvPr>
          <p:cNvSpPr txBox="1"/>
          <p:nvPr/>
        </p:nvSpPr>
        <p:spPr>
          <a:xfrm>
            <a:off x="2933700" y="1389666"/>
            <a:ext cx="5721350" cy="19236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강성과</a:t>
            </a:r>
            <a:endParaRPr lang="en-US" altLang="ko-KR" sz="1900" b="1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767779"/>
                </a:solidFill>
              </a:rPr>
              <a:t>은하 병원 산하 감염병</a:t>
            </a:r>
            <a:r>
              <a:rPr lang="en-US" altLang="ko-KR" sz="1000" dirty="0">
                <a:solidFill>
                  <a:srgbClr val="767779"/>
                </a:solidFill>
              </a:rPr>
              <a:t> </a:t>
            </a:r>
            <a:r>
              <a:rPr lang="ko-KR" altLang="en-US" sz="1000" dirty="0">
                <a:solidFill>
                  <a:srgbClr val="767779"/>
                </a:solidFill>
              </a:rPr>
              <a:t>연구를 총괄하던 연구 책임자</a:t>
            </a:r>
            <a:endParaRPr lang="en-US" altLang="ko-KR" sz="1000" dirty="0">
              <a:solidFill>
                <a:srgbClr val="ECEDF1"/>
              </a:solidFill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인류 과잉과 환경 파괴를 문제 삼으며</a:t>
            </a:r>
            <a:r>
              <a:rPr lang="en-US" altLang="ko-KR" sz="1000" dirty="0">
                <a:solidFill>
                  <a:srgbClr val="ECEDF1"/>
                </a:solidFill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</a:rPr>
              <a:t>인간의 수를 줄여야 지구가 유지될 수 있다고 믿는다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그는 이를 실현하기 위해 인간을 </a:t>
            </a:r>
            <a:r>
              <a:rPr lang="ko-KR" altLang="en-US" sz="1000" dirty="0" err="1">
                <a:solidFill>
                  <a:srgbClr val="ECEDF1"/>
                </a:solidFill>
              </a:rPr>
              <a:t>변이시키는</a:t>
            </a:r>
            <a:r>
              <a:rPr lang="ko-KR" altLang="en-US" sz="1000" dirty="0">
                <a:solidFill>
                  <a:srgbClr val="ECEDF1"/>
                </a:solidFill>
              </a:rPr>
              <a:t> 바이러스를 개발한다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예기치 못한 바이러스 확산 이후에도 그는 이를 실패가 아닌</a:t>
            </a:r>
            <a:r>
              <a:rPr lang="en-US" altLang="ko-KR" sz="1000" dirty="0">
                <a:solidFill>
                  <a:srgbClr val="ECEDF1"/>
                </a:solidFill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</a:rPr>
              <a:t>새로운 생태계의 시작으로 받아들이며 실험을 계속한다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  <a:endParaRPr lang="ko-KR" altLang="en-US" sz="1000" dirty="0">
              <a:solidFill>
                <a:srgbClr val="ECEDF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9325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03563" y="3077770"/>
            <a:ext cx="602667" cy="1080000"/>
          </a:xfrm>
          <a:prstGeom prst="rect">
            <a:avLst/>
          </a:prstGeom>
          <a:ln>
            <a:noFill/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7668D30-01B7-7877-4120-B454A2CDBF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4524347" y="1786180"/>
            <a:ext cx="1403332" cy="38187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5DFD310-68D4-87D7-6086-B72CF5492F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49" t="22513" r="52344" b="73167"/>
          <a:stretch>
            <a:fillRect/>
          </a:stretch>
        </p:blipFill>
        <p:spPr>
          <a:xfrm>
            <a:off x="4524347" y="1312106"/>
            <a:ext cx="1381442" cy="38187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35B3F0-B4F7-9DFE-34FD-C3851BFA9D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52" t="27705" r="52102" b="68055"/>
          <a:stretch>
            <a:fillRect/>
          </a:stretch>
        </p:blipFill>
        <p:spPr>
          <a:xfrm>
            <a:off x="4524346" y="801351"/>
            <a:ext cx="1376697" cy="37212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5BBA2CBB-06A6-6ADC-BFC3-F7622BEF6B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572000" y="2260254"/>
            <a:ext cx="1463138" cy="42413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38B8E580-4501-EE84-45D4-6ABF821C95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26898" r="13954" b="68192"/>
          <a:stretch>
            <a:fillRect/>
          </a:stretch>
        </p:blipFill>
        <p:spPr>
          <a:xfrm>
            <a:off x="4524346" y="2675568"/>
            <a:ext cx="1544599" cy="46463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513A861E-38B2-8060-D0E6-4C78751EB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62" t="32365" r="14861" b="63196"/>
          <a:stretch>
            <a:fillRect/>
          </a:stretch>
        </p:blipFill>
        <p:spPr>
          <a:xfrm>
            <a:off x="4481952" y="3256970"/>
            <a:ext cx="1488121" cy="411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070825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983D-C3B7-9C71-7112-24AD271EA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C406ECD-D5AA-0BD7-2EF9-AADE6229C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03563" y="3077770"/>
            <a:ext cx="602667" cy="1080000"/>
          </a:xfrm>
          <a:prstGeom prst="rect">
            <a:avLst/>
          </a:prstGeom>
          <a:ln>
            <a:noFill/>
          </a:ln>
        </p:spPr>
      </p:pic>
      <p:pic>
        <p:nvPicPr>
          <p:cNvPr id="3" name="그림 2" descr="텍스트, 스크린샷, 폰트, 대수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D777A2-19EE-2190-8DB5-053A59ACBA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0"/>
            <a:ext cx="9144000" cy="650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566348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76888-BF62-C120-A75B-0A7285D7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1A247D-4CA2-4F4D-5D59-516BB99CB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F0E6A2-B03F-2B4B-D46D-8558EBCAD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9344"/>
            <a:ext cx="9144000" cy="643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848577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212018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글자 크기</a:t>
            </a:r>
          </a:p>
          <a:p>
            <a:pPr lvl="0">
              <a:defRPr/>
            </a:pPr>
            <a:r>
              <a:rPr lang="ko-KR" altLang="en-US" sz="3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(35)</a:t>
            </a:r>
          </a:p>
          <a:p>
            <a:pPr lvl="0">
              <a:defRPr/>
            </a:pPr>
            <a:r>
              <a:rPr lang="ko-KR" altLang="en-US" sz="19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(19)</a:t>
            </a:r>
          </a:p>
          <a:p>
            <a:pPr lvl="0">
              <a:defRPr/>
            </a:pP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22874" y="1680233"/>
            <a:ext cx="1965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</a:t>
            </a:r>
          </a:p>
          <a:p>
            <a:pPr lvl="0">
              <a:defRPr/>
            </a:pPr>
            <a:r>
              <a:rPr lang="en-US" altLang="ko-KR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KoddiUD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Regular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BBB28CE-2C65-D529-BBD5-78BEF3069E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250" y="0"/>
            <a:ext cx="6858000" cy="68580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6EE5026-B08A-046A-B7CD-82917E47ED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408199" y="1843849"/>
            <a:ext cx="2241551" cy="10848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3B92F14-7172-7634-BC1D-7E326F23DE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9" t="3509" r="67223" b="76879"/>
          <a:stretch>
            <a:fillRect/>
          </a:stretch>
        </p:blipFill>
        <p:spPr>
          <a:xfrm>
            <a:off x="4978400" y="433038"/>
            <a:ext cx="2101850" cy="1344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그림 38">
            <a:extLst>
              <a:ext uri="{FF2B5EF4-FFF2-40B4-BE49-F238E27FC236}">
                <a16:creationId xmlns:a16="http://schemas.microsoft.com/office/drawing/2014/main" id="{045A01A6-28E6-505A-0B74-17121E1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2943" y1="27604" x2="32943" y2="27604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9453" y="-181246"/>
            <a:ext cx="3918857" cy="68580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3EEB8E62-0DC5-D87D-FDB9-5E4421D26A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804" b="97396" l="9896" r="89974">
                        <a14:foregroundMark x1="54297" y1="20536" x2="51172" y2="30357"/>
                        <a14:foregroundMark x1="51172" y1="30357" x2="53516" y2="34524"/>
                        <a14:foregroundMark x1="46615" y1="5804" x2="46615" y2="5804"/>
                        <a14:foregroundMark x1="47917" y1="81771" x2="47917" y2="81771"/>
                        <a14:foregroundMark x1="57682" y1="80729" x2="57682" y2="80729"/>
                        <a14:foregroundMark x1="59115" y1="79464" x2="55599" y2="87946"/>
                        <a14:foregroundMark x1="55599" y1="87946" x2="57552" y2="80729"/>
                        <a14:foregroundMark x1="57552" y1="80729" x2="58333" y2="79836"/>
                        <a14:foregroundMark x1="46001" y1="92336" x2="45703" y2="94717"/>
                        <a14:foregroundMark x1="46029" y1="92113" x2="46001" y2="92336"/>
                        <a14:foregroundMark x1="47656" y1="79092" x2="46029" y2="92113"/>
                        <a14:foregroundMark x1="45703" y1="94717" x2="53385" y2="89063"/>
                        <a14:foregroundMark x1="53385" y1="89063" x2="47917" y2="82217"/>
                        <a14:foregroundMark x1="47917" y1="82217" x2="47917" y2="80060"/>
                        <a14:foregroundMark x1="45703" y1="90774" x2="53385" y2="91369"/>
                        <a14:foregroundMark x1="51197" y1="94940" x2="50391" y2="97396"/>
                        <a14:foregroundMark x1="51953" y1="92634" x2="51197" y2="94940"/>
                        <a14:foregroundMark x1="56641" y1="90551" x2="61198" y2="94792"/>
                        <a14:foregroundMark x1="43815" y1="92336" x2="43359" y2="93304"/>
                        <a14:foregroundMark x1="43920" y1="92113" x2="43815" y2="92336"/>
                        <a14:foregroundMark x1="44271" y1="91369" x2="43920" y2="92113"/>
                        <a14:foregroundMark x1="45313" y1="89807" x2="45052" y2="89955"/>
                        <a14:foregroundMark x1="43750" y1="90551" x2="43750" y2="90551"/>
                        <a14:foregroundMark x1="42448" y1="92113" x2="42448" y2="92113"/>
                        <a14:foregroundMark x1="43099" y1="89509" x2="43099" y2="89509"/>
                        <a14:foregroundMark x1="43880" y1="88393" x2="43880" y2="88393"/>
                        <a14:foregroundMark x1="60677" y1="86979" x2="60677" y2="86979"/>
                        <a14:foregroundMark x1="61719" y1="87500" x2="61719" y2="87500"/>
                        <a14:foregroundMark x1="62891" y1="87723" x2="62891" y2="87723"/>
                        <a14:foregroundMark x1="63151" y1="86756" x2="63151" y2="86756"/>
                        <a14:foregroundMark x1="63542" y1="89063" x2="63542" y2="89063"/>
                        <a14:foregroundMark x1="64193" y1="89955" x2="64193" y2="89955"/>
                        <a14:foregroundMark x1="54297" y1="85565" x2="54297" y2="85565"/>
                        <a14:foregroundMark x1="54818" y1="82366" x2="54818" y2="82366"/>
                        <a14:foregroundMark x1="63281" y1="86979" x2="63281" y2="86979"/>
                        <a14:foregroundMark x1="63281" y1="90402" x2="63281" y2="90402"/>
                        <a14:foregroundMark x1="64063" y1="89509" x2="64063" y2="89509"/>
                        <a14:foregroundMark x1="64453" y1="91443" x2="64453" y2="91443"/>
                        <a14:foregroundMark x1="42839" y1="91815" x2="42839" y2="91815"/>
                        <a14:foregroundMark x1="42578" y1="92262" x2="42578" y2="92262"/>
                        <a14:foregroundMark x1="59635" y1="88616" x2="59635" y2="88616"/>
                        <a14:foregroundMark x1="36458" y1="20833" x2="36458" y2="20833"/>
                        <a14:foregroundMark x1="34505" y1="25446" x2="34505" y2="25446"/>
                        <a14:foregroundMark x1="32813" y1="27232" x2="32813" y2="27232"/>
                        <a14:backgroundMark x1="52083" y1="50074" x2="52083" y2="50074"/>
                        <a14:backgroundMark x1="51953" y1="48884" x2="51953" y2="48884"/>
                        <a14:backgroundMark x1="54557" y1="94940" x2="54557" y2="94940"/>
                        <a14:backgroundMark x1="62500" y1="87128" x2="62500" y2="87128"/>
                        <a14:backgroundMark x1="63672" y1="89881" x2="63672" y2="89881"/>
                        <a14:backgroundMark x1="42969" y1="92336" x2="42969" y2="92336"/>
                        <a14:backgroundMark x1="43229" y1="92113" x2="43229" y2="92113"/>
                        <a14:backgroundMark x1="32943" y1="28423" x2="32943" y2="28423"/>
                        <a14:backgroundMark x1="33594" y1="27381" x2="33594" y2="27381"/>
                        <a14:backgroundMark x1="35156" y1="25298" x2="35156" y2="25298"/>
                        <a14:backgroundMark x1="37630" y1="21726" x2="37630" y2="21726"/>
                        <a14:backgroundMark x1="39193" y1="18229" x2="39193" y2="18229"/>
                        <a14:backgroundMark x1="55990" y1="14955" x2="55990" y2="14955"/>
                        <a14:backgroundMark x1="55599" y1="14955" x2="55599" y2="1495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6457" y="-79829"/>
            <a:ext cx="3918857" cy="6858000"/>
          </a:xfrm>
          <a:prstGeom prst="rect">
            <a:avLst/>
          </a:prstGeom>
        </p:spPr>
      </p:pic>
      <p:pic>
        <p:nvPicPr>
          <p:cNvPr id="208" name="그림 207">
            <a:extLst>
              <a:ext uri="{FF2B5EF4-FFF2-40B4-BE49-F238E27FC236}">
                <a16:creationId xmlns:a16="http://schemas.microsoft.com/office/drawing/2014/main" id="{77609F00-0992-0E5D-2F00-49BCA61D7F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5573" b="97135" l="10000" r="90000">
                        <a14:foregroundMark x1="44259" y1="5573" x2="50000" y2="8333"/>
                        <a14:foregroundMark x1="53611" y1="24635" x2="53611" y2="34792"/>
                        <a14:foregroundMark x1="48704" y1="79167" x2="49537" y2="94740"/>
                        <a14:foregroundMark x1="44352" y1="88229" x2="47315" y2="86719"/>
                        <a14:foregroundMark x1="44074" y1="87292" x2="47130" y2="86667"/>
                        <a14:foregroundMark x1="45463" y1="89583" x2="48148" y2="97135"/>
                        <a14:foregroundMark x1="48148" y1="97135" x2="52593" y2="89896"/>
                        <a14:foregroundMark x1="52593" y1="89896" x2="52593" y2="89635"/>
                        <a14:foregroundMark x1="57963" y1="89115" x2="63426" y2="86198"/>
                        <a14:foregroundMark x1="56389" y1="89688" x2="63241" y2="87240"/>
                        <a14:foregroundMark x1="55926" y1="89948" x2="63426" y2="94010"/>
                        <a14:foregroundMark x1="58241" y1="93698" x2="64352" y2="94531"/>
                        <a14:foregroundMark x1="58611" y1="94635" x2="66019" y2="94219"/>
                        <a14:foregroundMark x1="58704" y1="94844" x2="65000" y2="94635"/>
                        <a14:foregroundMark x1="62130" y1="85469" x2="64722" y2="86458"/>
                        <a14:foregroundMark x1="63981" y1="87865" x2="65093" y2="89115"/>
                        <a14:foregroundMark x1="50833" y1="83750" x2="50833" y2="83750"/>
                        <a14:foregroundMark x1="54907" y1="84531" x2="54907" y2="84531"/>
                        <a14:backgroundMark x1="53519" y1="52812" x2="53241" y2="55677"/>
                        <a14:backgroundMark x1="53056" y1="56979" x2="53241" y2="60885"/>
                        <a14:backgroundMark x1="53611" y1="62865" x2="53056" y2="67135"/>
                        <a14:backgroundMark x1="53611" y1="73490" x2="53148" y2="76823"/>
                        <a14:backgroundMark x1="53796" y1="80417" x2="54352" y2="82344"/>
                        <a14:backgroundMark x1="53451" y1="83750" x2="53148" y2="84219"/>
                        <a14:backgroundMark x1="53889" y1="83073" x2="53451" y2="83750"/>
                        <a14:backgroundMark x1="43519" y1="15885" x2="42315" y2="16615"/>
                        <a14:backgroundMark x1="40648" y1="18021" x2="39722" y2="1906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22"/>
          <a:stretch>
            <a:fillRect/>
          </a:stretch>
        </p:blipFill>
        <p:spPr>
          <a:xfrm>
            <a:off x="2226785" y="-79828"/>
            <a:ext cx="3784468" cy="6665900"/>
          </a:xfrm>
          <a:prstGeom prst="rect">
            <a:avLst/>
          </a:prstGeom>
          <a:effectLst>
            <a:softEdge rad="1905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B1E64E6-E2A9-E2AF-3773-21A4D3BB930C}"/>
              </a:ext>
            </a:extLst>
          </p:cNvPr>
          <p:cNvSpPr txBox="1"/>
          <p:nvPr/>
        </p:nvSpPr>
        <p:spPr>
          <a:xfrm>
            <a:off x="4900706" y="209176"/>
            <a:ext cx="117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픽셀 </a:t>
            </a:r>
            <a:r>
              <a:rPr lang="en-US" altLang="ko-KR" dirty="0"/>
              <a:t>45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767908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1665</TotalTime>
  <Words>942</Words>
  <Application>Microsoft Office PowerPoint</Application>
  <PresentationFormat>화면 슬라이드 쇼(4:3)</PresentationFormat>
  <Paragraphs>278</Paragraphs>
  <Slides>24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2" baseType="lpstr">
      <vt:lpstr>GalmuriMono7 Regular</vt:lpstr>
      <vt:lpstr>Calibri</vt:lpstr>
      <vt:lpstr>맑은 고딕</vt:lpstr>
      <vt:lpstr>Yu Gothic UI</vt:lpstr>
      <vt:lpstr>KoddiUD 온고딕 Regular</vt:lpstr>
      <vt:lpstr>Arial</vt:lpstr>
      <vt:lpstr>넥슨Lv2고딕 OTF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FullName</cp:lastModifiedBy>
  <cp:revision>212</cp:revision>
  <dcterms:created xsi:type="dcterms:W3CDTF">2026-01-12T05:12:27Z</dcterms:created>
  <dcterms:modified xsi:type="dcterms:W3CDTF">2026-01-23T06:51:41Z</dcterms:modified>
  <cp:version/>
</cp:coreProperties>
</file>