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96" r:id="rId2"/>
    <p:sldId id="303" r:id="rId3"/>
    <p:sldId id="304" r:id="rId4"/>
    <p:sldId id="305" r:id="rId5"/>
    <p:sldId id="297" r:id="rId6"/>
    <p:sldId id="298" r:id="rId7"/>
    <p:sldId id="301" r:id="rId8"/>
    <p:sldId id="306" r:id="rId9"/>
    <p:sldId id="309" r:id="rId10"/>
    <p:sldId id="310" r:id="rId11"/>
    <p:sldId id="316" r:id="rId12"/>
    <p:sldId id="328" r:id="rId13"/>
    <p:sldId id="315" r:id="rId14"/>
    <p:sldId id="329" r:id="rId15"/>
    <p:sldId id="330" r:id="rId16"/>
    <p:sldId id="318" r:id="rId17"/>
    <p:sldId id="319" r:id="rId18"/>
    <p:sldId id="320" r:id="rId19"/>
    <p:sldId id="311" r:id="rId20"/>
    <p:sldId id="312" r:id="rId21"/>
    <p:sldId id="299" r:id="rId22"/>
    <p:sldId id="314" r:id="rId23"/>
  </p:sldIdLst>
  <p:sldSz cx="9144000" cy="6858000" type="screen4x3"/>
  <p:notesSz cx="6858000" cy="9144000"/>
  <p:embeddedFontLst>
    <p:embeddedFont>
      <p:font typeface="넥슨Lv2고딕 OTF Light" panose="020B0600000101010101" charset="-127"/>
      <p:regular r:id="rId25"/>
    </p:embeddedFont>
    <p:embeddedFont>
      <p:font typeface="GalmuriMono7 Regular" panose="020B0503020202000000" pitchFamily="50" charset="-127"/>
      <p:regular r:id="rId26"/>
    </p:embeddedFont>
    <p:embeddedFont>
      <p:font typeface="KoddiUD 온고딕 Regular" panose="020B0503000000000000" pitchFamily="50" charset="-127"/>
      <p:regular r:id="rId27"/>
    </p:embeddedFont>
    <p:embeddedFont>
      <p:font typeface="Yu Gothic UI" panose="020B0500000000000000" pitchFamily="34" charset="-128"/>
      <p:regular r:id="rId28"/>
      <p:bold r:id="rId29"/>
    </p:embeddedFont>
    <p:embeddedFont>
      <p:font typeface="맑은 고딕" panose="020B0503020000020004" pitchFamily="50" charset="-127"/>
      <p:regular r:id="rId30"/>
      <p:bold r:id="rId3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891"/>
    <a:srgbClr val="ECEDF1"/>
    <a:srgbClr val="0D0D0B"/>
    <a:srgbClr val="1E0D20"/>
    <a:srgbClr val="496F78"/>
    <a:srgbClr val="8B5587"/>
    <a:srgbClr val="EB657E"/>
    <a:srgbClr val="767779"/>
    <a:srgbClr val="E9E8E4"/>
    <a:srgbClr val="E9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0E6EBE-1A7F-4A76-B6DA-04C668EF27A4}" v="3663" dt="2026-01-25T13:44:29.5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19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81" y="30"/>
      </p:cViewPr>
      <p:guideLst>
        <p:guide orient="horz" pos="215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redo custSel addSld delSld modSld sldOrd">
      <pc:chgData name="musukie52@gmail.com" userId="017bd91f96aa8751" providerId="LiveId" clId="{5B2C3894-F97E-4CAB-8812-5BB4D83AAC6A}" dt="2026-01-25T13:46:48.385" v="23455" actId="20577"/>
      <pc:docMkLst>
        <pc:docMk/>
      </pc:docMkLst>
      <pc:sldChg chg="addSp delSp modSp mod">
        <pc:chgData name="musukie52@gmail.com" userId="017bd91f96aa8751" providerId="LiveId" clId="{5B2C3894-F97E-4CAB-8812-5BB4D83AAC6A}" dt="2026-01-22T14:16:33.891" v="6876" actId="1076"/>
        <pc:sldMkLst>
          <pc:docMk/>
          <pc:sldMk cId="761492686" sldId="296"/>
        </pc:sldMkLst>
        <pc:spChg chg="add mod">
          <ac:chgData name="musukie52@gmail.com" userId="017bd91f96aa8751" providerId="LiveId" clId="{5B2C3894-F97E-4CAB-8812-5BB4D83AAC6A}" dt="2026-01-22T14:16:31.741" v="6875" actId="1076"/>
          <ac:spMkLst>
            <pc:docMk/>
            <pc:sldMk cId="761492686" sldId="296"/>
            <ac:spMk id="2" creationId="{6FE70AED-C309-3CCB-1508-5684C7C8581D}"/>
          </ac:spMkLst>
        </pc:spChg>
        <pc:spChg chg="add mod">
          <ac:chgData name="musukie52@gmail.com" userId="017bd91f96aa8751" providerId="LiveId" clId="{5B2C3894-F97E-4CAB-8812-5BB4D83AAC6A}" dt="2026-01-22T14:15:59.211" v="6865"/>
          <ac:spMkLst>
            <pc:docMk/>
            <pc:sldMk cId="761492686" sldId="296"/>
            <ac:spMk id="3" creationId="{1B2F219D-23C8-8079-1495-381B82B71E8D}"/>
          </ac:spMkLst>
        </pc:spChg>
        <pc:spChg chg="add mod">
          <ac:chgData name="musukie52@gmail.com" userId="017bd91f96aa8751" providerId="LiveId" clId="{5B2C3894-F97E-4CAB-8812-5BB4D83AAC6A}" dt="2026-01-22T14:15:59.211" v="6865"/>
          <ac:spMkLst>
            <pc:docMk/>
            <pc:sldMk cId="761492686" sldId="296"/>
            <ac:spMk id="5" creationId="{5C5DA784-FC79-FE71-71BA-4EA1E2F7DB05}"/>
          </ac:spMkLst>
        </pc:spChg>
        <pc:spChg chg="add mod">
          <ac:chgData name="musukie52@gmail.com" userId="017bd91f96aa8751" providerId="LiveId" clId="{5B2C3894-F97E-4CAB-8812-5BB4D83AAC6A}" dt="2026-01-22T14:16:16.163" v="6870" actId="1076"/>
          <ac:spMkLst>
            <pc:docMk/>
            <pc:sldMk cId="761492686" sldId="296"/>
            <ac:spMk id="6" creationId="{787AFFA3-2520-71C1-10AD-6CBED69BAA57}"/>
          </ac:spMkLst>
        </pc:spChg>
        <pc:spChg chg="add mod">
          <ac:chgData name="musukie52@gmail.com" userId="017bd91f96aa8751" providerId="LiveId" clId="{5B2C3894-F97E-4CAB-8812-5BB4D83AAC6A}" dt="2026-01-22T14:16:23.056" v="6871" actId="1076"/>
          <ac:spMkLst>
            <pc:docMk/>
            <pc:sldMk cId="761492686" sldId="296"/>
            <ac:spMk id="7" creationId="{312D6613-FF00-9879-F543-3A92FF019B7C}"/>
          </ac:spMkLst>
        </pc:spChg>
        <pc:spChg chg="add mod">
          <ac:chgData name="musukie52@gmail.com" userId="017bd91f96aa8751" providerId="LiveId" clId="{5B2C3894-F97E-4CAB-8812-5BB4D83AAC6A}" dt="2026-01-22T14:16:27.751" v="6873" actId="1076"/>
          <ac:spMkLst>
            <pc:docMk/>
            <pc:sldMk cId="761492686" sldId="296"/>
            <ac:spMk id="8" creationId="{6B4F61F5-DA99-0C9C-AC84-8443034F2E85}"/>
          </ac:spMkLst>
        </pc:spChg>
        <pc:spChg chg="add mod">
          <ac:chgData name="musukie52@gmail.com" userId="017bd91f96aa8751" providerId="LiveId" clId="{5B2C3894-F97E-4CAB-8812-5BB4D83AAC6A}" dt="2026-01-22T14:16:25.682" v="6872" actId="1076"/>
          <ac:spMkLst>
            <pc:docMk/>
            <pc:sldMk cId="761492686" sldId="296"/>
            <ac:spMk id="9" creationId="{3365DE8A-45BB-4E56-62F1-2A70847F5C2B}"/>
          </ac:spMkLst>
        </pc:spChg>
        <pc:spChg chg="add mod">
          <ac:chgData name="musukie52@gmail.com" userId="017bd91f96aa8751" providerId="LiveId" clId="{5B2C3894-F97E-4CAB-8812-5BB4D83AAC6A}" dt="2026-01-22T14:16:33.891" v="6876" actId="1076"/>
          <ac:spMkLst>
            <pc:docMk/>
            <pc:sldMk cId="761492686" sldId="296"/>
            <ac:spMk id="10" creationId="{BEF1783F-2AE1-0C97-DFAA-FA0813AF8175}"/>
          </ac:spMkLst>
        </pc:spChg>
        <pc:spChg chg="add mod">
          <ac:chgData name="musukie52@gmail.com" userId="017bd91f96aa8751" providerId="LiveId" clId="{5B2C3894-F97E-4CAB-8812-5BB4D83AAC6A}" dt="2026-01-22T14:15:59.211" v="6865"/>
          <ac:spMkLst>
            <pc:docMk/>
            <pc:sldMk cId="761492686" sldId="296"/>
            <ac:spMk id="11" creationId="{2CF5622E-26DB-6B4C-F395-E6E6D8D12B83}"/>
          </ac:spMkLst>
        </pc:spChg>
        <pc:spChg chg="add mod">
          <ac:chgData name="musukie52@gmail.com" userId="017bd91f96aa8751" providerId="LiveId" clId="{5B2C3894-F97E-4CAB-8812-5BB4D83AAC6A}" dt="2026-01-19T10:00:26.318" v="363"/>
          <ac:spMkLst>
            <pc:docMk/>
            <pc:sldMk cId="761492686" sldId="296"/>
            <ac:spMk id="50" creationId="{B4B0D09F-A1DC-A188-B36C-15D02FB0080C}"/>
          </ac:spMkLst>
        </pc:spChg>
        <pc:picChg chg="mod ord">
          <ac:chgData name="musukie52@gmail.com" userId="017bd91f96aa8751" providerId="LiveId" clId="{5B2C3894-F97E-4CAB-8812-5BB4D83AAC6A}" dt="2026-01-19T10:05:10.784" v="437" actId="167"/>
          <ac:picMkLst>
            <pc:docMk/>
            <pc:sldMk cId="761492686" sldId="296"/>
            <ac:picMk id="4" creationId="{00000000-0000-0000-0000-000000000000}"/>
          </ac:picMkLst>
        </pc:picChg>
      </pc:sldChg>
      <pc:sldChg chg="addSp delSp modSp mod">
        <pc:chgData name="musukie52@gmail.com" userId="017bd91f96aa8751" providerId="LiveId" clId="{5B2C3894-F97E-4CAB-8812-5BB4D83AAC6A}" dt="2026-01-22T15:23:07.617" v="8017" actId="692"/>
        <pc:sldMkLst>
          <pc:docMk/>
          <pc:sldMk cId="571944720" sldId="297"/>
        </pc:sldMkLst>
        <pc:spChg chg="mod ord">
          <ac:chgData name="musukie52@gmail.com" userId="017bd91f96aa8751" providerId="LiveId" clId="{5B2C3894-F97E-4CAB-8812-5BB4D83AAC6A}" dt="2026-01-22T14:35:19.171" v="7215" actId="167"/>
          <ac:spMkLst>
            <pc:docMk/>
            <pc:sldMk cId="571944720" sldId="297"/>
            <ac:spMk id="26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2T12:21:16.787" v="5019" actId="2711"/>
          <ac:spMkLst>
            <pc:docMk/>
            <pc:sldMk cId="571944720" sldId="297"/>
            <ac:spMk id="63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2T12:21:22.646" v="5020" actId="14100"/>
          <ac:spMkLst>
            <pc:docMk/>
            <pc:sldMk cId="571944720" sldId="297"/>
            <ac:spMk id="64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2T12:21:16.787" v="5019" actId="2711"/>
          <ac:spMkLst>
            <pc:docMk/>
            <pc:sldMk cId="571944720" sldId="297"/>
            <ac:spMk id="65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2T12:21:25.687" v="5021" actId="14100"/>
          <ac:spMkLst>
            <pc:docMk/>
            <pc:sldMk cId="571944720" sldId="297"/>
            <ac:spMk id="66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2T15:23:07.617" v="8017" actId="692"/>
          <ac:spMkLst>
            <pc:docMk/>
            <pc:sldMk cId="571944720" sldId="297"/>
            <ac:spMk id="73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2T12:23:39.589" v="5062" actId="1076"/>
          <ac:spMkLst>
            <pc:docMk/>
            <pc:sldMk cId="571944720" sldId="297"/>
            <ac:spMk id="77" creationId="{00000000-0000-0000-0000-000000000000}"/>
          </ac:spMkLst>
        </pc:spChg>
        <pc:picChg chg="add mod ord">
          <ac:chgData name="musukie52@gmail.com" userId="017bd91f96aa8751" providerId="LiveId" clId="{5B2C3894-F97E-4CAB-8812-5BB4D83AAC6A}" dt="2026-01-22T14:35:58.812" v="7238" actId="1035"/>
          <ac:picMkLst>
            <pc:docMk/>
            <pc:sldMk cId="571944720" sldId="297"/>
            <ac:picMk id="3" creationId="{9394E205-494A-0381-AEC8-D3425B3B1BCE}"/>
          </ac:picMkLst>
        </pc:picChg>
        <pc:picChg chg="mod modCrop">
          <ac:chgData name="musukie52@gmail.com" userId="017bd91f96aa8751" providerId="LiveId" clId="{5B2C3894-F97E-4CAB-8812-5BB4D83AAC6A}" dt="2026-01-22T12:23:43.113" v="5071" actId="1038"/>
          <ac:picMkLst>
            <pc:docMk/>
            <pc:sldMk cId="571944720" sldId="297"/>
            <ac:picMk id="75" creationId="{00000000-0000-0000-0000-000000000000}"/>
          </ac:picMkLst>
        </pc:picChg>
        <pc:cxnChg chg="mod">
          <ac:chgData name="musukie52@gmail.com" userId="017bd91f96aa8751" providerId="LiveId" clId="{5B2C3894-F97E-4CAB-8812-5BB4D83AAC6A}" dt="2026-01-22T14:39:31.338" v="7253" actId="692"/>
          <ac:cxnSpMkLst>
            <pc:docMk/>
            <pc:sldMk cId="571944720" sldId="297"/>
            <ac:cxnSpMk id="76" creationId="{00000000-0000-0000-0000-000000000000}"/>
          </ac:cxnSpMkLst>
        </pc:cxnChg>
      </pc:sldChg>
      <pc:sldChg chg="addSp delSp modSp mod">
        <pc:chgData name="musukie52@gmail.com" userId="017bd91f96aa8751" providerId="LiveId" clId="{5B2C3894-F97E-4CAB-8812-5BB4D83AAC6A}" dt="2026-01-22T15:32:13.237" v="8139" actId="167"/>
        <pc:sldMkLst>
          <pc:docMk/>
          <pc:sldMk cId="2178783012" sldId="298"/>
        </pc:sldMkLst>
        <pc:spChg chg="mod">
          <ac:chgData name="musukie52@gmail.com" userId="017bd91f96aa8751" providerId="LiveId" clId="{5B2C3894-F97E-4CAB-8812-5BB4D83AAC6A}" dt="2026-01-20T09:45:00.173" v="1910" actId="1076"/>
          <ac:spMkLst>
            <pc:docMk/>
            <pc:sldMk cId="2178783012" sldId="298"/>
            <ac:spMk id="26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09:44:51.802" v="1909" actId="1076"/>
          <ac:spMkLst>
            <pc:docMk/>
            <pc:sldMk cId="2178783012" sldId="298"/>
            <ac:spMk id="37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09:44:51.802" v="1909" actId="1076"/>
          <ac:spMkLst>
            <pc:docMk/>
            <pc:sldMk cId="2178783012" sldId="298"/>
            <ac:spMk id="38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09:44:51.802" v="1909" actId="1076"/>
          <ac:spMkLst>
            <pc:docMk/>
            <pc:sldMk cId="2178783012" sldId="298"/>
            <ac:spMk id="39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09:44:51.802" v="1909" actId="1076"/>
          <ac:spMkLst>
            <pc:docMk/>
            <pc:sldMk cId="2178783012" sldId="298"/>
            <ac:spMk id="40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09:45:00.173" v="1910" actId="1076"/>
          <ac:spMkLst>
            <pc:docMk/>
            <pc:sldMk cId="2178783012" sldId="298"/>
            <ac:spMk id="41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09:45:00.173" v="1910" actId="1076"/>
          <ac:spMkLst>
            <pc:docMk/>
            <pc:sldMk cId="2178783012" sldId="298"/>
            <ac:spMk id="42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09:45:00.173" v="1910" actId="1076"/>
          <ac:spMkLst>
            <pc:docMk/>
            <pc:sldMk cId="2178783012" sldId="298"/>
            <ac:spMk id="43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09:45:00.173" v="1910" actId="1076"/>
          <ac:spMkLst>
            <pc:docMk/>
            <pc:sldMk cId="2178783012" sldId="298"/>
            <ac:spMk id="56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09:44:51.802" v="1909" actId="1076"/>
          <ac:spMkLst>
            <pc:docMk/>
            <pc:sldMk cId="2178783012" sldId="298"/>
            <ac:spMk id="58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2T12:27:45.321" v="5777" actId="14861"/>
          <ac:spMkLst>
            <pc:docMk/>
            <pc:sldMk cId="2178783012" sldId="298"/>
            <ac:spMk id="70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2T12:26:58.095" v="5428" actId="1076"/>
          <ac:spMkLst>
            <pc:docMk/>
            <pc:sldMk cId="2178783012" sldId="298"/>
            <ac:spMk id="88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09:44:51.802" v="1909" actId="1076"/>
          <ac:spMkLst>
            <pc:docMk/>
            <pc:sldMk cId="2178783012" sldId="298"/>
            <ac:spMk id="99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09:45:00.173" v="1910" actId="1076"/>
          <ac:spMkLst>
            <pc:docMk/>
            <pc:sldMk cId="2178783012" sldId="298"/>
            <ac:spMk id="100" creationId="{00000000-0000-0000-0000-000000000000}"/>
          </ac:spMkLst>
        </pc:spChg>
        <pc:picChg chg="add mod ord">
          <ac:chgData name="musukie52@gmail.com" userId="017bd91f96aa8751" providerId="LiveId" clId="{5B2C3894-F97E-4CAB-8812-5BB4D83AAC6A}" dt="2026-01-22T15:32:13.237" v="8139" actId="167"/>
          <ac:picMkLst>
            <pc:docMk/>
            <pc:sldMk cId="2178783012" sldId="298"/>
            <ac:picMk id="16" creationId="{2963627A-7E8B-88C3-A286-1C9433DDE150}"/>
          </ac:picMkLst>
        </pc:picChg>
        <pc:cxnChg chg="mod">
          <ac:chgData name="musukie52@gmail.com" userId="017bd91f96aa8751" providerId="LiveId" clId="{5B2C3894-F97E-4CAB-8812-5BB4D83AAC6A}" dt="2026-01-22T14:40:03.623" v="7254" actId="692"/>
          <ac:cxnSpMkLst>
            <pc:docMk/>
            <pc:sldMk cId="2178783012" sldId="298"/>
            <ac:cxnSpMk id="91" creationId="{00000000-0000-0000-0000-000000000000}"/>
          </ac:cxnSpMkLst>
        </pc:cxnChg>
      </pc:sldChg>
      <pc:sldChg chg="addSp delSp modSp mod">
        <pc:chgData name="musukie52@gmail.com" userId="017bd91f96aa8751" providerId="LiveId" clId="{5B2C3894-F97E-4CAB-8812-5BB4D83AAC6A}" dt="2026-01-22T14:34:04.825" v="7188" actId="1076"/>
        <pc:sldMkLst>
          <pc:docMk/>
          <pc:sldMk cId="2845714888" sldId="299"/>
        </pc:sldMkLst>
        <pc:spChg chg="add del mod">
          <ac:chgData name="musukie52@gmail.com" userId="017bd91f96aa8751" providerId="LiveId" clId="{5B2C3894-F97E-4CAB-8812-5BB4D83AAC6A}" dt="2026-01-22T14:15:13.026" v="6859" actId="14100"/>
          <ac:spMkLst>
            <pc:docMk/>
            <pc:sldMk cId="2845714888" sldId="299"/>
            <ac:spMk id="16" creationId="{00000000-0000-0000-0000-000000000000}"/>
          </ac:spMkLst>
        </pc:spChg>
        <pc:spChg chg="add del mod">
          <ac:chgData name="musukie52@gmail.com" userId="017bd91f96aa8751" providerId="LiveId" clId="{5B2C3894-F97E-4CAB-8812-5BB4D83AAC6A}" dt="2026-01-22T14:15:19.888" v="6861" actId="1076"/>
          <ac:spMkLst>
            <pc:docMk/>
            <pc:sldMk cId="2845714888" sldId="299"/>
            <ac:spMk id="23" creationId="{00000000-0000-0000-0000-000000000000}"/>
          </ac:spMkLst>
        </pc:spChg>
        <pc:picChg chg="add mod">
          <ac:chgData name="musukie52@gmail.com" userId="017bd91f96aa8751" providerId="LiveId" clId="{5B2C3894-F97E-4CAB-8812-5BB4D83AAC6A}" dt="2026-01-22T14:15:37.252" v="6863" actId="1076"/>
          <ac:picMkLst>
            <pc:docMk/>
            <pc:sldMk cId="2845714888" sldId="299"/>
            <ac:picMk id="2" creationId="{8BBB28CE-2C65-D529-BBD5-78BEF3069E97}"/>
          </ac:picMkLst>
        </pc:picChg>
        <pc:picChg chg="add mod">
          <ac:chgData name="musukie52@gmail.com" userId="017bd91f96aa8751" providerId="LiveId" clId="{5B2C3894-F97E-4CAB-8812-5BB4D83AAC6A}" dt="2026-01-22T14:34:04.825" v="7188" actId="1076"/>
          <ac:picMkLst>
            <pc:docMk/>
            <pc:sldMk cId="2845714888" sldId="299"/>
            <ac:picMk id="3" creationId="{B6EE5026-B08A-046A-B7CD-82917E47ED8E}"/>
          </ac:picMkLst>
        </pc:picChg>
        <pc:picChg chg="add mod modCrop">
          <ac:chgData name="musukie52@gmail.com" userId="017bd91f96aa8751" providerId="LiveId" clId="{5B2C3894-F97E-4CAB-8812-5BB4D83AAC6A}" dt="2026-01-22T14:34:03.719" v="7187" actId="1076"/>
          <ac:picMkLst>
            <pc:docMk/>
            <pc:sldMk cId="2845714888" sldId="299"/>
            <ac:picMk id="24" creationId="{93B92F14-7172-7634-BC1D-7E326F23DE27}"/>
          </ac:picMkLst>
        </pc:picChg>
      </pc:sldChg>
      <pc:sldChg chg="addSp delSp modSp mod">
        <pc:chgData name="musukie52@gmail.com" userId="017bd91f96aa8751" providerId="LiveId" clId="{5B2C3894-F97E-4CAB-8812-5BB4D83AAC6A}" dt="2026-01-22T15:30:46.225" v="8111"/>
        <pc:sldMkLst>
          <pc:docMk/>
          <pc:sldMk cId="2445378882" sldId="301"/>
        </pc:sldMkLst>
        <pc:spChg chg="add mod">
          <ac:chgData name="musukie52@gmail.com" userId="017bd91f96aa8751" providerId="LiveId" clId="{5B2C3894-F97E-4CAB-8812-5BB4D83AAC6A}" dt="2026-01-20T09:46:42.365" v="1943" actId="2711"/>
          <ac:spMkLst>
            <pc:docMk/>
            <pc:sldMk cId="2445378882" sldId="301"/>
            <ac:spMk id="2" creationId="{DD8A1A92-2DA5-C5F0-AB60-5AAAC0EB3D2C}"/>
          </ac:spMkLst>
        </pc:spChg>
        <pc:spChg chg="mod">
          <ac:chgData name="musukie52@gmail.com" userId="017bd91f96aa8751" providerId="LiveId" clId="{5B2C3894-F97E-4CAB-8812-5BB4D83AAC6A}" dt="2026-01-20T09:49:06.594" v="1966" actId="404"/>
          <ac:spMkLst>
            <pc:docMk/>
            <pc:sldMk cId="2445378882" sldId="301"/>
            <ac:spMk id="26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09:48:46.846" v="1960" actId="404"/>
          <ac:spMkLst>
            <pc:docMk/>
            <pc:sldMk cId="2445378882" sldId="301"/>
            <ac:spMk id="37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09:48:46.846" v="1960" actId="404"/>
          <ac:spMkLst>
            <pc:docMk/>
            <pc:sldMk cId="2445378882" sldId="301"/>
            <ac:spMk id="38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09:49:09.745" v="1968" actId="404"/>
          <ac:spMkLst>
            <pc:docMk/>
            <pc:sldMk cId="2445378882" sldId="301"/>
            <ac:spMk id="41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09:49:02.886" v="1964" actId="404"/>
          <ac:spMkLst>
            <pc:docMk/>
            <pc:sldMk cId="2445378882" sldId="301"/>
            <ac:spMk id="56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09:48:46.846" v="1960" actId="404"/>
          <ac:spMkLst>
            <pc:docMk/>
            <pc:sldMk cId="2445378882" sldId="301"/>
            <ac:spMk id="58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09:48:59.504" v="1962" actId="404"/>
          <ac:spMkLst>
            <pc:docMk/>
            <pc:sldMk cId="2445378882" sldId="301"/>
            <ac:spMk id="59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09:48:46.846" v="1960" actId="404"/>
          <ac:spMkLst>
            <pc:docMk/>
            <pc:sldMk cId="2445378882" sldId="301"/>
            <ac:spMk id="61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09:46:42.365" v="1943" actId="2711"/>
          <ac:spMkLst>
            <pc:docMk/>
            <pc:sldMk cId="2445378882" sldId="301"/>
            <ac:spMk id="100" creationId="{00000000-0000-0000-0000-000000000000}"/>
          </ac:spMkLst>
        </pc:spChg>
        <pc:picChg chg="add mod ord">
          <ac:chgData name="musukie52@gmail.com" userId="017bd91f96aa8751" providerId="LiveId" clId="{5B2C3894-F97E-4CAB-8812-5BB4D83AAC6A}" dt="2026-01-22T15:29:51.277" v="8076" actId="167"/>
          <ac:picMkLst>
            <pc:docMk/>
            <pc:sldMk cId="2445378882" sldId="301"/>
            <ac:picMk id="4" creationId="{9A857349-5D10-3D35-82F9-28274E9B83F2}"/>
          </ac:picMkLst>
        </pc:picChg>
        <pc:cxnChg chg="mod">
          <ac:chgData name="musukie52@gmail.com" userId="017bd91f96aa8751" providerId="LiveId" clId="{5B2C3894-F97E-4CAB-8812-5BB4D83AAC6A}" dt="2026-01-22T14:40:45.603" v="7262" actId="1036"/>
          <ac:cxnSpMkLst>
            <pc:docMk/>
            <pc:sldMk cId="2445378882" sldId="301"/>
            <ac:cxnSpMk id="98" creationId="{00000000-0000-0000-0000-000000000000}"/>
          </ac:cxnSpMkLst>
        </pc:cxnChg>
      </pc:sldChg>
      <pc:sldChg chg="addSp delSp modSp add mod setBg">
        <pc:chgData name="musukie52@gmail.com" userId="017bd91f96aa8751" providerId="LiveId" clId="{5B2C3894-F97E-4CAB-8812-5BB4D83AAC6A}" dt="2026-01-22T14:13:39.678" v="6803" actId="478"/>
        <pc:sldMkLst>
          <pc:docMk/>
          <pc:sldMk cId="345221784" sldId="303"/>
        </pc:sldMkLst>
        <pc:spChg chg="add del mod topLvl">
          <ac:chgData name="musukie52@gmail.com" userId="017bd91f96aa8751" providerId="LiveId" clId="{5B2C3894-F97E-4CAB-8812-5BB4D83AAC6A}" dt="2026-01-22T13:58:31.961" v="6521" actId="165"/>
          <ac:spMkLst>
            <pc:docMk/>
            <pc:sldMk cId="345221784" sldId="303"/>
            <ac:spMk id="48" creationId="{1FE550B8-E378-85E2-A018-B13765305DE0}"/>
          </ac:spMkLst>
        </pc:spChg>
        <pc:spChg chg="mod topLvl">
          <ac:chgData name="musukie52@gmail.com" userId="017bd91f96aa8751" providerId="LiveId" clId="{5B2C3894-F97E-4CAB-8812-5BB4D83AAC6A}" dt="2026-01-22T14:00:07.445" v="6547" actId="1076"/>
          <ac:spMkLst>
            <pc:docMk/>
            <pc:sldMk cId="345221784" sldId="303"/>
            <ac:spMk id="59" creationId="{83C1D46C-33BD-6A4C-F646-460AE757E10B}"/>
          </ac:spMkLst>
        </pc:spChg>
        <pc:spChg chg="mod topLvl">
          <ac:chgData name="musukie52@gmail.com" userId="017bd91f96aa8751" providerId="LiveId" clId="{5B2C3894-F97E-4CAB-8812-5BB4D83AAC6A}" dt="2026-01-22T13:59:10.086" v="6531" actId="1076"/>
          <ac:spMkLst>
            <pc:docMk/>
            <pc:sldMk cId="345221784" sldId="303"/>
            <ac:spMk id="62" creationId="{2B3C3499-A3F8-32A5-5F90-8E0F18575EDD}"/>
          </ac:spMkLst>
        </pc:spChg>
        <pc:spChg chg="mod topLvl">
          <ac:chgData name="musukie52@gmail.com" userId="017bd91f96aa8751" providerId="LiveId" clId="{5B2C3894-F97E-4CAB-8812-5BB4D83AAC6A}" dt="2026-01-22T13:59:55.079" v="6544" actId="1076"/>
          <ac:spMkLst>
            <pc:docMk/>
            <pc:sldMk cId="345221784" sldId="303"/>
            <ac:spMk id="65" creationId="{9AFFB39F-7713-1991-E626-699E5EFAC8F4}"/>
          </ac:spMkLst>
        </pc:spChg>
        <pc:spChg chg="mod topLvl">
          <ac:chgData name="musukie52@gmail.com" userId="017bd91f96aa8751" providerId="LiveId" clId="{5B2C3894-F97E-4CAB-8812-5BB4D83AAC6A}" dt="2026-01-19T14:09:37.023" v="1025" actId="1038"/>
          <ac:spMkLst>
            <pc:docMk/>
            <pc:sldMk cId="345221784" sldId="303"/>
            <ac:spMk id="68" creationId="{89292C34-6A8A-D1F7-1A42-D7131A54FA00}"/>
          </ac:spMkLst>
        </pc:spChg>
        <pc:spChg chg="mod topLvl">
          <ac:chgData name="musukie52@gmail.com" userId="017bd91f96aa8751" providerId="LiveId" clId="{5B2C3894-F97E-4CAB-8812-5BB4D83AAC6A}" dt="2026-01-22T13:57:52.200" v="6509" actId="165"/>
          <ac:spMkLst>
            <pc:docMk/>
            <pc:sldMk cId="345221784" sldId="303"/>
            <ac:spMk id="71" creationId="{CB0D69BC-BC84-8917-5DF1-3A69AFE9DBE8}"/>
          </ac:spMkLst>
        </pc:spChg>
        <pc:picChg chg="mod">
          <ac:chgData name="musukie52@gmail.com" userId="017bd91f96aa8751" providerId="LiveId" clId="{5B2C3894-F97E-4CAB-8812-5BB4D83AAC6A}" dt="2026-01-22T13:59:57.711" v="6546" actId="1076"/>
          <ac:picMkLst>
            <pc:docMk/>
            <pc:sldMk cId="345221784" sldId="303"/>
            <ac:picMk id="4" creationId="{BE2884DC-5E16-EAF2-33FC-F0480971CADF}"/>
          </ac:picMkLst>
        </pc:picChg>
        <pc:picChg chg="add mod modCrop">
          <ac:chgData name="musukie52@gmail.com" userId="017bd91f96aa8751" providerId="LiveId" clId="{5B2C3894-F97E-4CAB-8812-5BB4D83AAC6A}" dt="2026-01-22T13:57:44.566" v="6506" actId="1076"/>
          <ac:picMkLst>
            <pc:docMk/>
            <pc:sldMk cId="345221784" sldId="303"/>
            <ac:picMk id="6" creationId="{25BD0088-EA1F-76FE-E0AF-C58BBCD545EC}"/>
          </ac:picMkLst>
        </pc:picChg>
        <pc:picChg chg="add mod">
          <ac:chgData name="musukie52@gmail.com" userId="017bd91f96aa8751" providerId="LiveId" clId="{5B2C3894-F97E-4CAB-8812-5BB4D83AAC6A}" dt="2026-01-22T13:58:17.307" v="6517" actId="1076"/>
          <ac:picMkLst>
            <pc:docMk/>
            <pc:sldMk cId="345221784" sldId="303"/>
            <ac:picMk id="11" creationId="{638D4047-2B67-2B3C-DB59-6B95D978C9CC}"/>
          </ac:picMkLst>
        </pc:picChg>
        <pc:picChg chg="add mod">
          <ac:chgData name="musukie52@gmail.com" userId="017bd91f96aa8751" providerId="LiveId" clId="{5B2C3894-F97E-4CAB-8812-5BB4D83AAC6A}" dt="2026-01-22T13:58:39.834" v="6525" actId="1076"/>
          <ac:picMkLst>
            <pc:docMk/>
            <pc:sldMk cId="345221784" sldId="303"/>
            <ac:picMk id="13" creationId="{03C48E0F-ABB0-CE28-1ECF-ADFBB564C8AA}"/>
          </ac:picMkLst>
        </pc:picChg>
        <pc:picChg chg="add mod">
          <ac:chgData name="musukie52@gmail.com" userId="017bd91f96aa8751" providerId="LiveId" clId="{5B2C3894-F97E-4CAB-8812-5BB4D83AAC6A}" dt="2026-01-22T13:59:10.086" v="6531" actId="1076"/>
          <ac:picMkLst>
            <pc:docMk/>
            <pc:sldMk cId="345221784" sldId="303"/>
            <ac:picMk id="14" creationId="{695A39F3-7721-4277-46F0-DCF86A9F14AC}"/>
          </ac:picMkLst>
        </pc:picChg>
        <pc:picChg chg="add mod">
          <ac:chgData name="musukie52@gmail.com" userId="017bd91f96aa8751" providerId="LiveId" clId="{5B2C3894-F97E-4CAB-8812-5BB4D83AAC6A}" dt="2026-01-22T13:59:55.079" v="6544" actId="1076"/>
          <ac:picMkLst>
            <pc:docMk/>
            <pc:sldMk cId="345221784" sldId="303"/>
            <ac:picMk id="15" creationId="{4A18B012-78FA-BC34-5121-A6770A710D13}"/>
          </ac:picMkLst>
        </pc:picChg>
        <pc:picChg chg="add mod">
          <ac:chgData name="musukie52@gmail.com" userId="017bd91f96aa8751" providerId="LiveId" clId="{5B2C3894-F97E-4CAB-8812-5BB4D83AAC6A}" dt="2026-01-22T14:00:07.445" v="6547" actId="1076"/>
          <ac:picMkLst>
            <pc:docMk/>
            <pc:sldMk cId="345221784" sldId="303"/>
            <ac:picMk id="16" creationId="{E1F0E055-96B1-45E0-208A-5AF90DF4545C}"/>
          </ac:picMkLst>
        </pc:picChg>
        <pc:picChg chg="add mod">
          <ac:chgData name="musukie52@gmail.com" userId="017bd91f96aa8751" providerId="LiveId" clId="{5B2C3894-F97E-4CAB-8812-5BB4D83AAC6A}" dt="2026-01-22T13:59:48.790" v="6543" actId="1076"/>
          <ac:picMkLst>
            <pc:docMk/>
            <pc:sldMk cId="345221784" sldId="303"/>
            <ac:picMk id="17" creationId="{8A462B32-A4C8-9B03-D3FD-15A9507276AD}"/>
          </ac:picMkLst>
        </pc:picChg>
      </pc:sldChg>
      <pc:sldChg chg="addSp delSp modSp add mod setBg">
        <pc:chgData name="musukie52@gmail.com" userId="017bd91f96aa8751" providerId="LiveId" clId="{5B2C3894-F97E-4CAB-8812-5BB4D83AAC6A}" dt="2026-01-22T14:13:36.224" v="6802" actId="478"/>
        <pc:sldMkLst>
          <pc:docMk/>
          <pc:sldMk cId="3964875354" sldId="304"/>
        </pc:sldMkLst>
        <pc:spChg chg="mod">
          <ac:chgData name="musukie52@gmail.com" userId="017bd91f96aa8751" providerId="LiveId" clId="{5B2C3894-F97E-4CAB-8812-5BB4D83AAC6A}" dt="2026-01-22T14:03:18.845" v="6590" actId="1076"/>
          <ac:spMkLst>
            <pc:docMk/>
            <pc:sldMk cId="3964875354" sldId="304"/>
            <ac:spMk id="2" creationId="{11C2F9B5-064A-41E6-5D12-25DAABFEF1C3}"/>
          </ac:spMkLst>
        </pc:spChg>
        <pc:spChg chg="mod">
          <ac:chgData name="musukie52@gmail.com" userId="017bd91f96aa8751" providerId="LiveId" clId="{5B2C3894-F97E-4CAB-8812-5BB4D83AAC6A}" dt="2026-01-22T14:03:18.845" v="6590" actId="1076"/>
          <ac:spMkLst>
            <pc:docMk/>
            <pc:sldMk cId="3964875354" sldId="304"/>
            <ac:spMk id="3" creationId="{508ECA50-C85F-86F0-550A-BFBB6F51F87E}"/>
          </ac:spMkLst>
        </pc:spChg>
        <pc:spChg chg="mod topLvl">
          <ac:chgData name="musukie52@gmail.com" userId="017bd91f96aa8751" providerId="LiveId" clId="{5B2C3894-F97E-4CAB-8812-5BB4D83AAC6A}" dt="2026-01-22T14:02:25.509" v="6579" actId="1076"/>
          <ac:spMkLst>
            <pc:docMk/>
            <pc:sldMk cId="3964875354" sldId="304"/>
            <ac:spMk id="59" creationId="{DC7C627C-3BBE-F050-C729-EEE5D076E391}"/>
          </ac:spMkLst>
        </pc:spChg>
        <pc:spChg chg="mod topLvl">
          <ac:chgData name="musukie52@gmail.com" userId="017bd91f96aa8751" providerId="LiveId" clId="{5B2C3894-F97E-4CAB-8812-5BB4D83AAC6A}" dt="2026-01-22T14:01:51.717" v="6568" actId="1076"/>
          <ac:spMkLst>
            <pc:docMk/>
            <pc:sldMk cId="3964875354" sldId="304"/>
            <ac:spMk id="62" creationId="{C2DEFB34-BA2E-53AE-FE71-8C3CFD733711}"/>
          </ac:spMkLst>
        </pc:spChg>
        <pc:spChg chg="mod">
          <ac:chgData name="musukie52@gmail.com" userId="017bd91f96aa8751" providerId="LiveId" clId="{5B2C3894-F97E-4CAB-8812-5BB4D83AAC6A}" dt="2026-01-22T14:02:08.046" v="6573" actId="1076"/>
          <ac:spMkLst>
            <pc:docMk/>
            <pc:sldMk cId="3964875354" sldId="304"/>
            <ac:spMk id="65" creationId="{78EFF843-7B55-04D3-AC37-122615118C8E}"/>
          </ac:spMkLst>
        </pc:spChg>
        <pc:picChg chg="ord">
          <ac:chgData name="musukie52@gmail.com" userId="017bd91f96aa8751" providerId="LiveId" clId="{5B2C3894-F97E-4CAB-8812-5BB4D83AAC6A}" dt="2026-01-22T14:01:28.011" v="6560" actId="167"/>
          <ac:picMkLst>
            <pc:docMk/>
            <pc:sldMk cId="3964875354" sldId="304"/>
            <ac:picMk id="4" creationId="{7343678C-FC41-0834-7E95-F3BAB4AD9DF9}"/>
          </ac:picMkLst>
        </pc:picChg>
        <pc:picChg chg="add mod">
          <ac:chgData name="musukie52@gmail.com" userId="017bd91f96aa8751" providerId="LiveId" clId="{5B2C3894-F97E-4CAB-8812-5BB4D83AAC6A}" dt="2026-01-22T14:01:51.717" v="6568" actId="1076"/>
          <ac:picMkLst>
            <pc:docMk/>
            <pc:sldMk cId="3964875354" sldId="304"/>
            <ac:picMk id="6" creationId="{B90B8727-3034-51B5-3AB7-0EE290A568F8}"/>
          </ac:picMkLst>
        </pc:picChg>
        <pc:picChg chg="add mod modCrop">
          <ac:chgData name="musukie52@gmail.com" userId="017bd91f96aa8751" providerId="LiveId" clId="{5B2C3894-F97E-4CAB-8812-5BB4D83AAC6A}" dt="2026-01-22T14:03:18.845" v="6590" actId="1076"/>
          <ac:picMkLst>
            <pc:docMk/>
            <pc:sldMk cId="3964875354" sldId="304"/>
            <ac:picMk id="7" creationId="{BE6E7C05-FF37-A6D5-C176-E370B8E1752C}"/>
          </ac:picMkLst>
        </pc:picChg>
        <pc:picChg chg="add mod">
          <ac:chgData name="musukie52@gmail.com" userId="017bd91f96aa8751" providerId="LiveId" clId="{5B2C3894-F97E-4CAB-8812-5BB4D83AAC6A}" dt="2026-01-22T14:02:08.046" v="6573" actId="1076"/>
          <ac:picMkLst>
            <pc:docMk/>
            <pc:sldMk cId="3964875354" sldId="304"/>
            <ac:picMk id="8" creationId="{84CF9996-6D79-EA2B-A534-198CEFC5B2D7}"/>
          </ac:picMkLst>
        </pc:picChg>
        <pc:picChg chg="add mod">
          <ac:chgData name="musukie52@gmail.com" userId="017bd91f96aa8751" providerId="LiveId" clId="{5B2C3894-F97E-4CAB-8812-5BB4D83AAC6A}" dt="2026-01-22T14:02:25.509" v="6579" actId="1076"/>
          <ac:picMkLst>
            <pc:docMk/>
            <pc:sldMk cId="3964875354" sldId="304"/>
            <ac:picMk id="9" creationId="{CD23FA49-40C2-84E4-FA8C-0883736DDD1A}"/>
          </ac:picMkLst>
        </pc:picChg>
      </pc:sldChg>
      <pc:sldChg chg="addSp delSp modSp add mod setBg">
        <pc:chgData name="musukie52@gmail.com" userId="017bd91f96aa8751" providerId="LiveId" clId="{5B2C3894-F97E-4CAB-8812-5BB4D83AAC6A}" dt="2026-01-22T14:30:48.672" v="7151" actId="1076"/>
        <pc:sldMkLst>
          <pc:docMk/>
          <pc:sldMk cId="48787319" sldId="305"/>
        </pc:sldMkLst>
        <pc:spChg chg="add mod">
          <ac:chgData name="musukie52@gmail.com" userId="017bd91f96aa8751" providerId="LiveId" clId="{5B2C3894-F97E-4CAB-8812-5BB4D83AAC6A}" dt="2026-01-22T14:28:30.958" v="7131" actId="1076"/>
          <ac:spMkLst>
            <pc:docMk/>
            <pc:sldMk cId="48787319" sldId="305"/>
            <ac:spMk id="9" creationId="{EA89ABAC-CBEA-212F-3E4B-8E4038A8F87F}"/>
          </ac:spMkLst>
        </pc:spChg>
        <pc:spChg chg="add mod">
          <ac:chgData name="musukie52@gmail.com" userId="017bd91f96aa8751" providerId="LiveId" clId="{5B2C3894-F97E-4CAB-8812-5BB4D83AAC6A}" dt="2026-01-22T14:28:30.958" v="7131" actId="1076"/>
          <ac:spMkLst>
            <pc:docMk/>
            <pc:sldMk cId="48787319" sldId="305"/>
            <ac:spMk id="10" creationId="{3DE1BC92-6CC4-A0EF-7C5A-4C936D3A5EF9}"/>
          </ac:spMkLst>
        </pc:spChg>
        <pc:spChg chg="mod topLvl">
          <ac:chgData name="musukie52@gmail.com" userId="017bd91f96aa8751" providerId="LiveId" clId="{5B2C3894-F97E-4CAB-8812-5BB4D83AAC6A}" dt="2026-01-22T14:28:30.958" v="7131" actId="1076"/>
          <ac:spMkLst>
            <pc:docMk/>
            <pc:sldMk cId="48787319" sldId="305"/>
            <ac:spMk id="16" creationId="{154F65EA-554E-E43B-F80F-AC07F558543E}"/>
          </ac:spMkLst>
        </pc:spChg>
        <pc:spChg chg="mod topLvl">
          <ac:chgData name="musukie52@gmail.com" userId="017bd91f96aa8751" providerId="LiveId" clId="{5B2C3894-F97E-4CAB-8812-5BB4D83AAC6A}" dt="2026-01-22T14:28:30.958" v="7131" actId="1076"/>
          <ac:spMkLst>
            <pc:docMk/>
            <pc:sldMk cId="48787319" sldId="305"/>
            <ac:spMk id="19" creationId="{0CD35147-4E12-C4B4-B288-F1BF52826D58}"/>
          </ac:spMkLst>
        </pc:spChg>
        <pc:spChg chg="mod topLvl">
          <ac:chgData name="musukie52@gmail.com" userId="017bd91f96aa8751" providerId="LiveId" clId="{5B2C3894-F97E-4CAB-8812-5BB4D83AAC6A}" dt="2026-01-22T14:28:30.958" v="7131" actId="1076"/>
          <ac:spMkLst>
            <pc:docMk/>
            <pc:sldMk cId="48787319" sldId="305"/>
            <ac:spMk id="27" creationId="{834438C7-4EF4-921C-3974-B5893E752EE3}"/>
          </ac:spMkLst>
        </pc:spChg>
        <pc:spChg chg="mod">
          <ac:chgData name="musukie52@gmail.com" userId="017bd91f96aa8751" providerId="LiveId" clId="{5B2C3894-F97E-4CAB-8812-5BB4D83AAC6A}" dt="2026-01-19T14:31:22.531" v="1412"/>
          <ac:spMkLst>
            <pc:docMk/>
            <pc:sldMk cId="48787319" sldId="305"/>
            <ac:spMk id="52" creationId="{DF7CE06C-62D9-6E2F-FDD1-0C940A40DF99}"/>
          </ac:spMkLst>
        </pc:spChg>
        <pc:spChg chg="mod">
          <ac:chgData name="musukie52@gmail.com" userId="017bd91f96aa8751" providerId="LiveId" clId="{5B2C3894-F97E-4CAB-8812-5BB4D83AAC6A}" dt="2026-01-19T14:31:22.531" v="1412"/>
          <ac:spMkLst>
            <pc:docMk/>
            <pc:sldMk cId="48787319" sldId="305"/>
            <ac:spMk id="53" creationId="{C3074205-948C-61F3-1AD7-6C19681D1216}"/>
          </ac:spMkLst>
        </pc:spChg>
        <pc:grpChg chg="add mod ord">
          <ac:chgData name="musukie52@gmail.com" userId="017bd91f96aa8751" providerId="LiveId" clId="{5B2C3894-F97E-4CAB-8812-5BB4D83AAC6A}" dt="2026-01-22T14:26:25.357" v="7109" actId="1076"/>
          <ac:grpSpMkLst>
            <pc:docMk/>
            <pc:sldMk cId="48787319" sldId="305"/>
            <ac:grpSpMk id="50" creationId="{3AC8C9D1-8654-8E97-0FC3-993E2797C933}"/>
          </ac:grpSpMkLst>
        </pc:grpChg>
        <pc:picChg chg="add mod ord">
          <ac:chgData name="musukie52@gmail.com" userId="017bd91f96aa8751" providerId="LiveId" clId="{5B2C3894-F97E-4CAB-8812-5BB4D83AAC6A}" dt="2026-01-22T14:28:30.958" v="7131" actId="1076"/>
          <ac:picMkLst>
            <pc:docMk/>
            <pc:sldMk cId="48787319" sldId="305"/>
            <ac:picMk id="7" creationId="{C9A54E68-3543-5194-8CB8-01A5EBC3C880}"/>
          </ac:picMkLst>
        </pc:picChg>
        <pc:picChg chg="add mod">
          <ac:chgData name="musukie52@gmail.com" userId="017bd91f96aa8751" providerId="LiveId" clId="{5B2C3894-F97E-4CAB-8812-5BB4D83AAC6A}" dt="2026-01-22T14:28:30.958" v="7131" actId="1076"/>
          <ac:picMkLst>
            <pc:docMk/>
            <pc:sldMk cId="48787319" sldId="305"/>
            <ac:picMk id="12" creationId="{B33CA61A-08AE-4EB6-54A8-AE03B733AAD9}"/>
          </ac:picMkLst>
        </pc:picChg>
        <pc:picChg chg="add del mod ord">
          <ac:chgData name="musukie52@gmail.com" userId="017bd91f96aa8751" providerId="LiveId" clId="{5B2C3894-F97E-4CAB-8812-5BB4D83AAC6A}" dt="2026-01-22T14:29:48.514" v="7137" actId="478"/>
          <ac:picMkLst>
            <pc:docMk/>
            <pc:sldMk cId="48787319" sldId="305"/>
            <ac:picMk id="13" creationId="{1265B80C-75B2-D72B-5DAF-9A99CA73651E}"/>
          </ac:picMkLst>
        </pc:picChg>
        <pc:picChg chg="add mod">
          <ac:chgData name="musukie52@gmail.com" userId="017bd91f96aa8751" providerId="LiveId" clId="{5B2C3894-F97E-4CAB-8812-5BB4D83AAC6A}" dt="2026-01-22T14:28:30.958" v="7131" actId="1076"/>
          <ac:picMkLst>
            <pc:docMk/>
            <pc:sldMk cId="48787319" sldId="305"/>
            <ac:picMk id="20" creationId="{5B25FF86-2DA1-1887-5674-8A12CA548099}"/>
          </ac:picMkLst>
        </pc:picChg>
        <pc:picChg chg="add mod">
          <ac:chgData name="musukie52@gmail.com" userId="017bd91f96aa8751" providerId="LiveId" clId="{5B2C3894-F97E-4CAB-8812-5BB4D83AAC6A}" dt="2026-01-22T14:27:34.618" v="7128" actId="1035"/>
          <ac:picMkLst>
            <pc:docMk/>
            <pc:sldMk cId="48787319" sldId="305"/>
            <ac:picMk id="34" creationId="{14A59A8E-E95F-CFCF-382E-B9781F00B1CA}"/>
          </ac:picMkLst>
        </pc:picChg>
        <pc:picChg chg="add mod">
          <ac:chgData name="musukie52@gmail.com" userId="017bd91f96aa8751" providerId="LiveId" clId="{5B2C3894-F97E-4CAB-8812-5BB4D83AAC6A}" dt="2026-01-22T14:30:48.672" v="7151" actId="1076"/>
          <ac:picMkLst>
            <pc:docMk/>
            <pc:sldMk cId="48787319" sldId="305"/>
            <ac:picMk id="47" creationId="{9C15B966-1B02-2DFD-FF87-CE65B7BEFA26}"/>
          </ac:picMkLst>
        </pc:picChg>
        <pc:picChg chg="mod">
          <ac:chgData name="musukie52@gmail.com" userId="017bd91f96aa8751" providerId="LiveId" clId="{5B2C3894-F97E-4CAB-8812-5BB4D83AAC6A}" dt="2026-01-19T14:31:22.531" v="1412"/>
          <ac:picMkLst>
            <pc:docMk/>
            <pc:sldMk cId="48787319" sldId="305"/>
            <ac:picMk id="51" creationId="{18513693-A47E-7398-01A7-AD4D8F51D5ED}"/>
          </ac:picMkLst>
        </pc:picChg>
        <pc:picChg chg="mod ord topLvl">
          <ac:chgData name="musukie52@gmail.com" userId="017bd91f96aa8751" providerId="LiveId" clId="{5B2C3894-F97E-4CAB-8812-5BB4D83AAC6A}" dt="2026-01-22T14:26:26.047" v="7111" actId="1076"/>
          <ac:picMkLst>
            <pc:docMk/>
            <pc:sldMk cId="48787319" sldId="305"/>
            <ac:picMk id="78" creationId="{0890A313-693C-C554-1F30-66D2EE7D2F08}"/>
          </ac:picMkLst>
        </pc:picChg>
      </pc:sldChg>
      <pc:sldChg chg="addSp delSp modSp mod">
        <pc:chgData name="musukie52@gmail.com" userId="017bd91f96aa8751" providerId="LiveId" clId="{5B2C3894-F97E-4CAB-8812-5BB4D83AAC6A}" dt="2026-01-25T13:16:50.325" v="22257" actId="166"/>
        <pc:sldMkLst>
          <pc:docMk/>
          <pc:sldMk cId="1132775393" sldId="306"/>
        </pc:sldMkLst>
        <pc:spChg chg="add mod">
          <ac:chgData name="musukie52@gmail.com" userId="017bd91f96aa8751" providerId="LiveId" clId="{5B2C3894-F97E-4CAB-8812-5BB4D83AAC6A}" dt="2026-01-20T10:09:10.743" v="2191" actId="164"/>
          <ac:spMkLst>
            <pc:docMk/>
            <pc:sldMk cId="1132775393" sldId="306"/>
            <ac:spMk id="9" creationId="{ECE9255D-6760-3CA8-857A-670F8266E5F5}"/>
          </ac:spMkLst>
        </pc:spChg>
        <pc:spChg chg="add mod">
          <ac:chgData name="musukie52@gmail.com" userId="017bd91f96aa8751" providerId="LiveId" clId="{5B2C3894-F97E-4CAB-8812-5BB4D83AAC6A}" dt="2026-01-20T09:59:58.436" v="2113" actId="1076"/>
          <ac:spMkLst>
            <pc:docMk/>
            <pc:sldMk cId="1132775393" sldId="306"/>
            <ac:spMk id="11" creationId="{0A6A1E58-3645-ABD7-65A7-EE828E15B927}"/>
          </ac:spMkLst>
        </pc:spChg>
        <pc:spChg chg="add del mod">
          <ac:chgData name="musukie52@gmail.com" userId="017bd91f96aa8751" providerId="LiveId" clId="{5B2C3894-F97E-4CAB-8812-5BB4D83AAC6A}" dt="2026-01-24T08:11:57.601" v="16862" actId="2711"/>
          <ac:spMkLst>
            <pc:docMk/>
            <pc:sldMk cId="1132775393" sldId="306"/>
            <ac:spMk id="27" creationId="{00000000-0000-0000-0000-000000000000}"/>
          </ac:spMkLst>
        </pc:spChg>
        <pc:spChg chg="add del mod">
          <ac:chgData name="musukie52@gmail.com" userId="017bd91f96aa8751" providerId="LiveId" clId="{5B2C3894-F97E-4CAB-8812-5BB4D83AAC6A}" dt="2026-01-22T11:23:45.625" v="4845" actId="14861"/>
          <ac:spMkLst>
            <pc:docMk/>
            <pc:sldMk cId="1132775393" sldId="306"/>
            <ac:spMk id="28" creationId="{00000000-0000-0000-0000-000000000000}"/>
          </ac:spMkLst>
        </pc:spChg>
        <pc:spChg chg="add del mod">
          <ac:chgData name="musukie52@gmail.com" userId="017bd91f96aa8751" providerId="LiveId" clId="{5B2C3894-F97E-4CAB-8812-5BB4D83AAC6A}" dt="2026-01-22T11:23:45.625" v="4845" actId="14861"/>
          <ac:spMkLst>
            <pc:docMk/>
            <pc:sldMk cId="1132775393" sldId="306"/>
            <ac:spMk id="29" creationId="{00000000-0000-0000-0000-000000000000}"/>
          </ac:spMkLst>
        </pc:spChg>
        <pc:spChg chg="add mod">
          <ac:chgData name="musukie52@gmail.com" userId="017bd91f96aa8751" providerId="LiveId" clId="{5B2C3894-F97E-4CAB-8812-5BB4D83AAC6A}" dt="2026-01-22T11:23:45.625" v="4845" actId="14861"/>
          <ac:spMkLst>
            <pc:docMk/>
            <pc:sldMk cId="1132775393" sldId="306"/>
            <ac:spMk id="30" creationId="{5F3220DF-42F7-178C-6F4F-8650D7780A27}"/>
          </ac:spMkLst>
        </pc:spChg>
        <pc:spChg chg="add mod">
          <ac:chgData name="musukie52@gmail.com" userId="017bd91f96aa8751" providerId="LiveId" clId="{5B2C3894-F97E-4CAB-8812-5BB4D83AAC6A}" dt="2026-01-22T11:23:45.625" v="4845" actId="14861"/>
          <ac:spMkLst>
            <pc:docMk/>
            <pc:sldMk cId="1132775393" sldId="306"/>
            <ac:spMk id="33" creationId="{F461C705-4548-C42A-E049-FE8CF5509873}"/>
          </ac:spMkLst>
        </pc:spChg>
        <pc:spChg chg="add mod">
          <ac:chgData name="musukie52@gmail.com" userId="017bd91f96aa8751" providerId="LiveId" clId="{5B2C3894-F97E-4CAB-8812-5BB4D83AAC6A}" dt="2026-01-22T11:23:45.625" v="4845" actId="14861"/>
          <ac:spMkLst>
            <pc:docMk/>
            <pc:sldMk cId="1132775393" sldId="306"/>
            <ac:spMk id="34" creationId="{1B7705C0-E6AC-F089-9F23-12D5B313B87E}"/>
          </ac:spMkLst>
        </pc:spChg>
        <pc:spChg chg="add mod topLvl">
          <ac:chgData name="musukie52@gmail.com" userId="017bd91f96aa8751" providerId="LiveId" clId="{5B2C3894-F97E-4CAB-8812-5BB4D83AAC6A}" dt="2026-01-20T10:18:18.453" v="2395" actId="164"/>
          <ac:spMkLst>
            <pc:docMk/>
            <pc:sldMk cId="1132775393" sldId="306"/>
            <ac:spMk id="39" creationId="{00000000-0000-0000-0000-000000000000}"/>
          </ac:spMkLst>
        </pc:spChg>
        <pc:spChg chg="add mod topLvl">
          <ac:chgData name="musukie52@gmail.com" userId="017bd91f96aa8751" providerId="LiveId" clId="{5B2C3894-F97E-4CAB-8812-5BB4D83AAC6A}" dt="2026-01-20T10:18:18.453" v="2395" actId="164"/>
          <ac:spMkLst>
            <pc:docMk/>
            <pc:sldMk cId="1132775393" sldId="306"/>
            <ac:spMk id="41" creationId="{B9256C07-9088-B797-DD80-5144B1E4AA5B}"/>
          </ac:spMkLst>
        </pc:spChg>
        <pc:spChg chg="add mod">
          <ac:chgData name="musukie52@gmail.com" userId="017bd91f96aa8751" providerId="LiveId" clId="{5B2C3894-F97E-4CAB-8812-5BB4D83AAC6A}" dt="2026-01-22T15:30:12.747" v="8106"/>
          <ac:spMkLst>
            <pc:docMk/>
            <pc:sldMk cId="1132775393" sldId="306"/>
            <ac:spMk id="49" creationId="{230E50DB-64F9-4818-EAD5-15021BE775E9}"/>
          </ac:spMkLst>
        </pc:spChg>
        <pc:spChg chg="mod">
          <ac:chgData name="musukie52@gmail.com" userId="017bd91f96aa8751" providerId="LiveId" clId="{5B2C3894-F97E-4CAB-8812-5BB4D83AAC6A}" dt="2026-01-24T08:11:57.601" v="16862" actId="2711"/>
          <ac:spMkLst>
            <pc:docMk/>
            <pc:sldMk cId="1132775393" sldId="306"/>
            <ac:spMk id="59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4T08:11:57.601" v="16862" actId="2711"/>
          <ac:spMkLst>
            <pc:docMk/>
            <pc:sldMk cId="1132775393" sldId="306"/>
            <ac:spMk id="65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4T08:11:57.601" v="16862" actId="2711"/>
          <ac:spMkLst>
            <pc:docMk/>
            <pc:sldMk cId="1132775393" sldId="306"/>
            <ac:spMk id="67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4T08:11:57.601" v="16862" actId="2711"/>
          <ac:spMkLst>
            <pc:docMk/>
            <pc:sldMk cId="1132775393" sldId="306"/>
            <ac:spMk id="73" creationId="{00000000-0000-0000-0000-000000000000}"/>
          </ac:spMkLst>
        </pc:spChg>
        <pc:spChg chg="add mod">
          <ac:chgData name="musukie52@gmail.com" userId="017bd91f96aa8751" providerId="LiveId" clId="{5B2C3894-F97E-4CAB-8812-5BB4D83AAC6A}" dt="2026-01-20T10:16:58.369" v="2380" actId="14100"/>
          <ac:spMkLst>
            <pc:docMk/>
            <pc:sldMk cId="1132775393" sldId="306"/>
            <ac:spMk id="74" creationId="{958CCD5F-0A1D-98AF-CB85-4218EE456C61}"/>
          </ac:spMkLst>
        </pc:spChg>
        <pc:spChg chg="add mod">
          <ac:chgData name="musukie52@gmail.com" userId="017bd91f96aa8751" providerId="LiveId" clId="{5B2C3894-F97E-4CAB-8812-5BB4D83AAC6A}" dt="2026-01-20T10:17:59.529" v="2392" actId="164"/>
          <ac:spMkLst>
            <pc:docMk/>
            <pc:sldMk cId="1132775393" sldId="306"/>
            <ac:spMk id="77" creationId="{00000000-0000-0000-0000-000000000000}"/>
          </ac:spMkLst>
        </pc:spChg>
        <pc:spChg chg="add mod">
          <ac:chgData name="musukie52@gmail.com" userId="017bd91f96aa8751" providerId="LiveId" clId="{5B2C3894-F97E-4CAB-8812-5BB4D83AAC6A}" dt="2026-01-20T10:17:59.529" v="2392" actId="164"/>
          <ac:spMkLst>
            <pc:docMk/>
            <pc:sldMk cId="1132775393" sldId="306"/>
            <ac:spMk id="78" creationId="{EA392294-33B9-D24C-C8E5-DF7D6C450063}"/>
          </ac:spMkLst>
        </pc:spChg>
        <pc:spChg chg="add del">
          <ac:chgData name="musukie52@gmail.com" userId="017bd91f96aa8751" providerId="LiveId" clId="{5B2C3894-F97E-4CAB-8812-5BB4D83AAC6A}" dt="2026-01-20T10:11:13.570" v="2254" actId="478"/>
          <ac:spMkLst>
            <pc:docMk/>
            <pc:sldMk cId="1132775393" sldId="306"/>
            <ac:spMk id="83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10:09:10.743" v="2191" actId="164"/>
          <ac:spMkLst>
            <pc:docMk/>
            <pc:sldMk cId="1132775393" sldId="306"/>
            <ac:spMk id="87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10:18:38.854" v="2398"/>
          <ac:spMkLst>
            <pc:docMk/>
            <pc:sldMk cId="1132775393" sldId="306"/>
            <ac:spMk id="89" creationId="{5FAABA3B-15B5-FECC-BAD9-5307F1E73799}"/>
          </ac:spMkLst>
        </pc:spChg>
        <pc:spChg chg="mod">
          <ac:chgData name="musukie52@gmail.com" userId="017bd91f96aa8751" providerId="LiveId" clId="{5B2C3894-F97E-4CAB-8812-5BB4D83AAC6A}" dt="2026-01-20T10:18:44.266" v="2409" actId="20577"/>
          <ac:spMkLst>
            <pc:docMk/>
            <pc:sldMk cId="1132775393" sldId="306"/>
            <ac:spMk id="91" creationId="{DE47222A-4C97-EFB3-C62D-D55A051DE3B1}"/>
          </ac:spMkLst>
        </pc:spChg>
        <pc:spChg chg="mod ord topLvl">
          <ac:chgData name="musukie52@gmail.com" userId="017bd91f96aa8751" providerId="LiveId" clId="{5B2C3894-F97E-4CAB-8812-5BB4D83AAC6A}" dt="2026-01-25T13:16:50.325" v="22257" actId="166"/>
          <ac:spMkLst>
            <pc:docMk/>
            <pc:sldMk cId="1132775393" sldId="306"/>
            <ac:spMk id="96" creationId="{22B8E053-7A4D-DA2F-4810-EB8EA3C4D7BE}"/>
          </ac:spMkLst>
        </pc:spChg>
        <pc:spChg chg="mod ord topLvl">
          <ac:chgData name="musukie52@gmail.com" userId="017bd91f96aa8751" providerId="LiveId" clId="{5B2C3894-F97E-4CAB-8812-5BB4D83AAC6A}" dt="2026-01-25T13:16:50.325" v="22257" actId="166"/>
          <ac:spMkLst>
            <pc:docMk/>
            <pc:sldMk cId="1132775393" sldId="306"/>
            <ac:spMk id="97" creationId="{D746AE60-DC8A-03AC-FEFD-856EE6F74609}"/>
          </ac:spMkLst>
        </pc:spChg>
        <pc:spChg chg="mod topLvl">
          <ac:chgData name="musukie52@gmail.com" userId="017bd91f96aa8751" providerId="LiveId" clId="{5B2C3894-F97E-4CAB-8812-5BB4D83AAC6A}" dt="2026-01-22T11:14:18.136" v="4105" actId="164"/>
          <ac:spMkLst>
            <pc:docMk/>
            <pc:sldMk cId="1132775393" sldId="306"/>
            <ac:spMk id="102" creationId="{96E2A81D-67E1-9AC5-DA67-DFF93FDEF448}"/>
          </ac:spMkLst>
        </pc:spChg>
        <pc:spChg chg="add del">
          <ac:chgData name="musukie52@gmail.com" userId="017bd91f96aa8751" providerId="LiveId" clId="{5B2C3894-F97E-4CAB-8812-5BB4D83AAC6A}" dt="2026-01-20T10:11:12.998" v="2253" actId="478"/>
          <ac:spMkLst>
            <pc:docMk/>
            <pc:sldMk cId="1132775393" sldId="306"/>
            <ac:spMk id="103" creationId="{00000000-0000-0000-0000-000000000000}"/>
          </ac:spMkLst>
        </pc:spChg>
        <pc:spChg chg="del">
          <ac:chgData name="musukie52@gmail.com" userId="017bd91f96aa8751" providerId="LiveId" clId="{5B2C3894-F97E-4CAB-8812-5BB4D83AAC6A}" dt="2026-01-20T10:10:49.887" v="2214" actId="478"/>
          <ac:spMkLst>
            <pc:docMk/>
            <pc:sldMk cId="1132775393" sldId="306"/>
            <ac:spMk id="104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4T08:11:57.601" v="16862" actId="2711"/>
          <ac:spMkLst>
            <pc:docMk/>
            <pc:sldMk cId="1132775393" sldId="306"/>
            <ac:spMk id="105" creationId="{00000000-0000-0000-0000-000000000000}"/>
          </ac:spMkLst>
        </pc:spChg>
        <pc:spChg chg="mod topLvl">
          <ac:chgData name="musukie52@gmail.com" userId="017bd91f96aa8751" providerId="LiveId" clId="{5B2C3894-F97E-4CAB-8812-5BB4D83AAC6A}" dt="2026-01-22T11:14:18.136" v="4105" actId="164"/>
          <ac:spMkLst>
            <pc:docMk/>
            <pc:sldMk cId="1132775393" sldId="306"/>
            <ac:spMk id="108" creationId="{EF59877E-8813-9093-FA89-FCE7C9B19E77}"/>
          </ac:spMkLst>
        </pc:spChg>
        <pc:spChg chg="mod">
          <ac:chgData name="musukie52@gmail.com" userId="017bd91f96aa8751" providerId="LiveId" clId="{5B2C3894-F97E-4CAB-8812-5BB4D83AAC6A}" dt="2026-01-22T15:53:10.124" v="8204" actId="20577"/>
          <ac:spMkLst>
            <pc:docMk/>
            <pc:sldMk cId="1132775393" sldId="306"/>
            <ac:spMk id="109" creationId="{ECE9255D-6760-3CA8-857A-670F8266E5F5}"/>
          </ac:spMkLst>
        </pc:spChg>
        <pc:spChg chg="mod">
          <ac:chgData name="musukie52@gmail.com" userId="017bd91f96aa8751" providerId="LiveId" clId="{5B2C3894-F97E-4CAB-8812-5BB4D83AAC6A}" dt="2026-01-20T09:49:19.627" v="1969" actId="2711"/>
          <ac:spMkLst>
            <pc:docMk/>
            <pc:sldMk cId="1132775393" sldId="306"/>
            <ac:spMk id="112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4T08:11:57.601" v="16862" actId="2711"/>
          <ac:spMkLst>
            <pc:docMk/>
            <pc:sldMk cId="1132775393" sldId="306"/>
            <ac:spMk id="113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09:49:19.627" v="1969" actId="2711"/>
          <ac:spMkLst>
            <pc:docMk/>
            <pc:sldMk cId="1132775393" sldId="306"/>
            <ac:spMk id="114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0T09:49:19.627" v="1969" actId="2711"/>
          <ac:spMkLst>
            <pc:docMk/>
            <pc:sldMk cId="1132775393" sldId="306"/>
            <ac:spMk id="117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4T08:11:57.601" v="16862" actId="2711"/>
          <ac:spMkLst>
            <pc:docMk/>
            <pc:sldMk cId="1132775393" sldId="306"/>
            <ac:spMk id="121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1-22T11:23:49.164" v="4847" actId="1076"/>
          <ac:spMkLst>
            <pc:docMk/>
            <pc:sldMk cId="1132775393" sldId="306"/>
            <ac:spMk id="122" creationId="{2AC7E1FC-2268-93F7-B643-2C8B2EDBEBDA}"/>
          </ac:spMkLst>
        </pc:spChg>
        <pc:spChg chg="mod">
          <ac:chgData name="musukie52@gmail.com" userId="017bd91f96aa8751" providerId="LiveId" clId="{5B2C3894-F97E-4CAB-8812-5BB4D83AAC6A}" dt="2026-01-22T11:23:49.164" v="4847" actId="1076"/>
          <ac:spMkLst>
            <pc:docMk/>
            <pc:sldMk cId="1132775393" sldId="306"/>
            <ac:spMk id="123" creationId="{A0C0A5BD-D0EC-AAD3-732C-B6D42E62756D}"/>
          </ac:spMkLst>
        </pc:spChg>
        <pc:spChg chg="mod">
          <ac:chgData name="musukie52@gmail.com" userId="017bd91f96aa8751" providerId="LiveId" clId="{5B2C3894-F97E-4CAB-8812-5BB4D83AAC6A}" dt="2026-01-24T08:11:57.601" v="16862" actId="2711"/>
          <ac:spMkLst>
            <pc:docMk/>
            <pc:sldMk cId="1132775393" sldId="306"/>
            <ac:spMk id="125" creationId="{A04B6891-FB5D-8FD9-8827-CDB170C37D0A}"/>
          </ac:spMkLst>
        </pc:spChg>
        <pc:spChg chg="mod">
          <ac:chgData name="musukie52@gmail.com" userId="017bd91f96aa8751" providerId="LiveId" clId="{5B2C3894-F97E-4CAB-8812-5BB4D83AAC6A}" dt="2026-01-20T10:25:09.728" v="2505" actId="20577"/>
          <ac:spMkLst>
            <pc:docMk/>
            <pc:sldMk cId="1132775393" sldId="306"/>
            <ac:spMk id="126" creationId="{AF06CCEA-0D8D-F4E7-58C6-19E811B74749}"/>
          </ac:spMkLst>
        </pc:spChg>
        <pc:spChg chg="mod topLvl">
          <ac:chgData name="musukie52@gmail.com" userId="017bd91f96aa8751" providerId="LiveId" clId="{5B2C3894-F97E-4CAB-8812-5BB4D83AAC6A}" dt="2026-01-20T10:27:06.945" v="2528" actId="165"/>
          <ac:spMkLst>
            <pc:docMk/>
            <pc:sldMk cId="1132775393" sldId="306"/>
            <ac:spMk id="129" creationId="{339C604F-BDF1-F318-C22C-4C7DFD54955C}"/>
          </ac:spMkLst>
        </pc:spChg>
        <pc:spChg chg="mod topLvl">
          <ac:chgData name="musukie52@gmail.com" userId="017bd91f96aa8751" providerId="LiveId" clId="{5B2C3894-F97E-4CAB-8812-5BB4D83AAC6A}" dt="2026-01-20T10:27:06.945" v="2528" actId="165"/>
          <ac:spMkLst>
            <pc:docMk/>
            <pc:sldMk cId="1132775393" sldId="306"/>
            <ac:spMk id="130" creationId="{1A1A5F6A-E58A-294F-BD12-C8B6B12A024C}"/>
          </ac:spMkLst>
        </pc:spChg>
        <pc:spChg chg="mod">
          <ac:chgData name="musukie52@gmail.com" userId="017bd91f96aa8751" providerId="LiveId" clId="{5B2C3894-F97E-4CAB-8812-5BB4D83AAC6A}" dt="2026-01-24T08:11:57.601" v="16862" actId="2711"/>
          <ac:spMkLst>
            <pc:docMk/>
            <pc:sldMk cId="1132775393" sldId="306"/>
            <ac:spMk id="133" creationId="{ECE9255D-6760-3CA8-857A-670F8266E5F5}"/>
          </ac:spMkLst>
        </pc:spChg>
        <pc:grpChg chg="mod">
          <ac:chgData name="musukie52@gmail.com" userId="017bd91f96aa8751" providerId="LiveId" clId="{5B2C3894-F97E-4CAB-8812-5BB4D83AAC6A}" dt="2026-01-22T11:23:47.467" v="4846" actId="1076"/>
          <ac:grpSpMkLst>
            <pc:docMk/>
            <pc:sldMk cId="1132775393" sldId="306"/>
            <ac:grpSpMk id="2" creationId="{00000000-0000-0000-0000-000000000000}"/>
          </ac:grpSpMkLst>
        </pc:grpChg>
        <pc:grpChg chg="mod">
          <ac:chgData name="musukie52@gmail.com" userId="017bd91f96aa8751" providerId="LiveId" clId="{5B2C3894-F97E-4CAB-8812-5BB4D83AAC6A}" dt="2026-01-25T13:16:33.740" v="22256" actId="1076"/>
          <ac:grpSpMkLst>
            <pc:docMk/>
            <pc:sldMk cId="1132775393" sldId="306"/>
            <ac:grpSpMk id="3" creationId="{00000000-0000-0000-0000-000000000000}"/>
          </ac:grpSpMkLst>
        </pc:grpChg>
        <pc:grpChg chg="mod">
          <ac:chgData name="musukie52@gmail.com" userId="017bd91f96aa8751" providerId="LiveId" clId="{5B2C3894-F97E-4CAB-8812-5BB4D83AAC6A}" dt="2026-01-22T11:23:49.164" v="4847" actId="1076"/>
          <ac:grpSpMkLst>
            <pc:docMk/>
            <pc:sldMk cId="1132775393" sldId="306"/>
            <ac:grpSpMk id="6" creationId="{00000000-0000-0000-0000-000000000000}"/>
          </ac:grpSpMkLst>
        </pc:grpChg>
        <pc:grpChg chg="mod">
          <ac:chgData name="musukie52@gmail.com" userId="017bd91f96aa8751" providerId="LiveId" clId="{5B2C3894-F97E-4CAB-8812-5BB4D83AAC6A}" dt="2026-01-22T11:23:49.164" v="4847" actId="1076"/>
          <ac:grpSpMkLst>
            <pc:docMk/>
            <pc:sldMk cId="1132775393" sldId="306"/>
            <ac:grpSpMk id="14" creationId="{00000000-0000-0000-0000-000000000000}"/>
          </ac:grpSpMkLst>
        </pc:grpChg>
        <pc:grpChg chg="mod">
          <ac:chgData name="musukie52@gmail.com" userId="017bd91f96aa8751" providerId="LiveId" clId="{5B2C3894-F97E-4CAB-8812-5BB4D83AAC6A}" dt="2026-01-22T11:23:49.164" v="4847" actId="1076"/>
          <ac:grpSpMkLst>
            <pc:docMk/>
            <pc:sldMk cId="1132775393" sldId="306"/>
            <ac:grpSpMk id="25" creationId="{00000000-0000-0000-0000-000000000000}"/>
          </ac:grpSpMkLst>
        </pc:grpChg>
        <pc:grpChg chg="add mod">
          <ac:chgData name="musukie52@gmail.com" userId="017bd91f96aa8751" providerId="LiveId" clId="{5B2C3894-F97E-4CAB-8812-5BB4D83AAC6A}" dt="2026-01-22T11:14:21.771" v="4106" actId="14861"/>
          <ac:grpSpMkLst>
            <pc:docMk/>
            <pc:sldMk cId="1132775393" sldId="306"/>
            <ac:grpSpMk id="26" creationId="{6B0EBBA4-6149-9B2F-3F06-67625EE9C135}"/>
          </ac:grpSpMkLst>
        </pc:grpChg>
        <pc:grpChg chg="mod">
          <ac:chgData name="musukie52@gmail.com" userId="017bd91f96aa8751" providerId="LiveId" clId="{5B2C3894-F97E-4CAB-8812-5BB4D83AAC6A}" dt="2026-01-22T11:15:05.154" v="4107" actId="14861"/>
          <ac:grpSpMkLst>
            <pc:docMk/>
            <pc:sldMk cId="1132775393" sldId="306"/>
            <ac:grpSpMk id="32" creationId="{00000000-0000-0000-0000-000000000000}"/>
          </ac:grpSpMkLst>
        </pc:grpChg>
        <pc:grpChg chg="del">
          <ac:chgData name="musukie52@gmail.com" userId="017bd91f96aa8751" providerId="LiveId" clId="{5B2C3894-F97E-4CAB-8812-5BB4D83AAC6A}" dt="2026-01-25T13:15:15.928" v="22245" actId="165"/>
          <ac:grpSpMkLst>
            <pc:docMk/>
            <pc:sldMk cId="1132775393" sldId="306"/>
            <ac:grpSpMk id="35" creationId="{00000000-0000-0000-0000-000000000000}"/>
          </ac:grpSpMkLst>
        </pc:grpChg>
        <pc:grpChg chg="mod">
          <ac:chgData name="musukie52@gmail.com" userId="017bd91f96aa8751" providerId="LiveId" clId="{5B2C3894-F97E-4CAB-8812-5BB4D83AAC6A}" dt="2026-01-22T11:23:49.164" v="4847" actId="1076"/>
          <ac:grpSpMkLst>
            <pc:docMk/>
            <pc:sldMk cId="1132775393" sldId="306"/>
            <ac:grpSpMk id="36" creationId="{00000000-0000-0000-0000-000000000000}"/>
          </ac:grpSpMkLst>
        </pc:grpChg>
        <pc:grpChg chg="add mod">
          <ac:chgData name="musukie52@gmail.com" userId="017bd91f96aa8751" providerId="LiveId" clId="{5B2C3894-F97E-4CAB-8812-5BB4D83AAC6A}" dt="2026-01-20T10:09:13.170" v="2192" actId="1076"/>
          <ac:grpSpMkLst>
            <pc:docMk/>
            <pc:sldMk cId="1132775393" sldId="306"/>
            <ac:grpSpMk id="38" creationId="{12098D9E-64F4-12D2-8684-D6EA90C35C91}"/>
          </ac:grpSpMkLst>
        </pc:grpChg>
        <pc:grpChg chg="add mod">
          <ac:chgData name="musukie52@gmail.com" userId="017bd91f96aa8751" providerId="LiveId" clId="{5B2C3894-F97E-4CAB-8812-5BB4D83AAC6A}" dt="2026-01-22T11:23:49.164" v="4847" actId="1076"/>
          <ac:grpSpMkLst>
            <pc:docMk/>
            <pc:sldMk cId="1132775393" sldId="306"/>
            <ac:grpSpMk id="80" creationId="{BC321C18-83DF-4B49-1473-FD02C423E2A4}"/>
          </ac:grpSpMkLst>
        </pc:grpChg>
        <pc:grpChg chg="add mod">
          <ac:chgData name="musukie52@gmail.com" userId="017bd91f96aa8751" providerId="LiveId" clId="{5B2C3894-F97E-4CAB-8812-5BB4D83AAC6A}" dt="2026-01-20T10:18:18.453" v="2395" actId="164"/>
          <ac:grpSpMkLst>
            <pc:docMk/>
            <pc:sldMk cId="1132775393" sldId="306"/>
            <ac:grpSpMk id="84" creationId="{1293FE68-7B2A-F738-1EC2-E31084AB17F1}"/>
          </ac:grpSpMkLst>
        </pc:grpChg>
        <pc:grpChg chg="add mod">
          <ac:chgData name="musukie52@gmail.com" userId="017bd91f96aa8751" providerId="LiveId" clId="{5B2C3894-F97E-4CAB-8812-5BB4D83AAC6A}" dt="2026-01-22T11:23:49.164" v="4847" actId="1076"/>
          <ac:grpSpMkLst>
            <pc:docMk/>
            <pc:sldMk cId="1132775393" sldId="306"/>
            <ac:grpSpMk id="88" creationId="{2CF9DFB5-FA4C-3611-7D19-236B33F11900}"/>
          </ac:grpSpMkLst>
        </pc:grpChg>
        <pc:grpChg chg="add mod">
          <ac:chgData name="musukie52@gmail.com" userId="017bd91f96aa8751" providerId="LiveId" clId="{5B2C3894-F97E-4CAB-8812-5BB4D83AAC6A}" dt="2026-01-20T10:25:23.055" v="2507" actId="164"/>
          <ac:grpSpMkLst>
            <pc:docMk/>
            <pc:sldMk cId="1132775393" sldId="306"/>
            <ac:grpSpMk id="124" creationId="{635F9D30-2AA2-ED29-DAB2-68FE07CCBB59}"/>
          </ac:grpSpMkLst>
        </pc:grpChg>
        <pc:grpChg chg="add mod">
          <ac:chgData name="musukie52@gmail.com" userId="017bd91f96aa8751" providerId="LiveId" clId="{5B2C3894-F97E-4CAB-8812-5BB4D83AAC6A}" dt="2026-01-22T11:23:49.164" v="4847" actId="1076"/>
          <ac:grpSpMkLst>
            <pc:docMk/>
            <pc:sldMk cId="1132775393" sldId="306"/>
            <ac:grpSpMk id="127" creationId="{2A03A898-55D9-84C1-B330-FAAF9E76FBC7}"/>
          </ac:grpSpMkLst>
        </pc:grpChg>
        <pc:picChg chg="add mod ord">
          <ac:chgData name="musukie52@gmail.com" userId="017bd91f96aa8751" providerId="LiveId" clId="{5B2C3894-F97E-4CAB-8812-5BB4D83AAC6A}" dt="2026-01-25T13:16:50.325" v="22257" actId="166"/>
          <ac:picMkLst>
            <pc:docMk/>
            <pc:sldMk cId="1132775393" sldId="306"/>
            <ac:picMk id="4" creationId="{119DFBCB-EA86-5749-4495-B96C83E457E7}"/>
          </ac:picMkLst>
        </pc:picChg>
        <pc:picChg chg="mod">
          <ac:chgData name="musukie52@gmail.com" userId="017bd91f96aa8751" providerId="LiveId" clId="{5B2C3894-F97E-4CAB-8812-5BB4D83AAC6A}" dt="2026-01-22T11:23:49.164" v="4847" actId="1076"/>
          <ac:picMkLst>
            <pc:docMk/>
            <pc:sldMk cId="1132775393" sldId="306"/>
            <ac:picMk id="46" creationId="{00000000-0000-0000-0000-000000000000}"/>
          </ac:picMkLst>
        </pc:picChg>
        <pc:picChg chg="add mod ord">
          <ac:chgData name="musukie52@gmail.com" userId="017bd91f96aa8751" providerId="LiveId" clId="{5B2C3894-F97E-4CAB-8812-5BB4D83AAC6A}" dt="2026-01-22T15:30:29.858" v="8108" actId="14100"/>
          <ac:picMkLst>
            <pc:docMk/>
            <pc:sldMk cId="1132775393" sldId="306"/>
            <ac:picMk id="47" creationId="{DC206CD3-724B-D915-26C8-E722C98297D7}"/>
          </ac:picMkLst>
        </pc:picChg>
        <pc:picChg chg="mod">
          <ac:chgData name="musukie52@gmail.com" userId="017bd91f96aa8751" providerId="LiveId" clId="{5B2C3894-F97E-4CAB-8812-5BB4D83AAC6A}" dt="2026-01-20T10:09:10.743" v="2191" actId="164"/>
          <ac:picMkLst>
            <pc:docMk/>
            <pc:sldMk cId="1132775393" sldId="306"/>
            <ac:picMk id="86" creationId="{00000000-0000-0000-0000-000000000000}"/>
          </ac:picMkLst>
        </pc:picChg>
        <pc:picChg chg="del mod topLvl">
          <ac:chgData name="musukie52@gmail.com" userId="017bd91f96aa8751" providerId="LiveId" clId="{5B2C3894-F97E-4CAB-8812-5BB4D83AAC6A}" dt="2026-01-25T13:15:19.589" v="22246" actId="478"/>
          <ac:picMkLst>
            <pc:docMk/>
            <pc:sldMk cId="1132775393" sldId="306"/>
            <ac:picMk id="95" creationId="{B98B4BE3-7DA2-92D9-82A6-DFEE6FC24F47}"/>
          </ac:picMkLst>
        </pc:picChg>
        <pc:picChg chg="add del mod">
          <ac:chgData name="musukie52@gmail.com" userId="017bd91f96aa8751" providerId="LiveId" clId="{5B2C3894-F97E-4CAB-8812-5BB4D83AAC6A}" dt="2026-01-20T10:25:23.055" v="2507" actId="164"/>
          <ac:picMkLst>
            <pc:docMk/>
            <pc:sldMk cId="1132775393" sldId="306"/>
            <ac:picMk id="106" creationId="{00000000-0000-0000-0000-000000000000}"/>
          </ac:picMkLst>
        </pc:picChg>
        <pc:picChg chg="mod ord">
          <ac:chgData name="musukie52@gmail.com" userId="017bd91f96aa8751" providerId="LiveId" clId="{5B2C3894-F97E-4CAB-8812-5BB4D83AAC6A}" dt="2026-01-20T10:29:17.308" v="2643" actId="167"/>
          <ac:picMkLst>
            <pc:docMk/>
            <pc:sldMk cId="1132775393" sldId="306"/>
            <ac:picMk id="107" creationId="{00000000-0000-0000-0000-000000000000}"/>
          </ac:picMkLst>
        </pc:picChg>
      </pc:sldChg>
      <pc:sldChg chg="addSp delSp modSp mod">
        <pc:chgData name="musukie52@gmail.com" userId="017bd91f96aa8751" providerId="LiveId" clId="{5B2C3894-F97E-4CAB-8812-5BB4D83AAC6A}" dt="2026-01-25T13:17:49.037" v="22267" actId="166"/>
        <pc:sldMkLst>
          <pc:docMk/>
          <pc:sldMk cId="3022186069" sldId="309"/>
        </pc:sldMkLst>
        <pc:spChg chg="add mod">
          <ac:chgData name="musukie52@gmail.com" userId="017bd91f96aa8751" providerId="LiveId" clId="{5B2C3894-F97E-4CAB-8812-5BB4D83AAC6A}" dt="2026-01-22T14:46:43.657" v="7346" actId="1076"/>
          <ac:spMkLst>
            <pc:docMk/>
            <pc:sldMk cId="3022186069" sldId="309"/>
            <ac:spMk id="19" creationId="{CB57F931-333E-9D8B-554F-2B5881420028}"/>
          </ac:spMkLst>
        </pc:spChg>
        <pc:spChg chg="add mod">
          <ac:chgData name="musukie52@gmail.com" userId="017bd91f96aa8751" providerId="LiveId" clId="{5B2C3894-F97E-4CAB-8812-5BB4D83AAC6A}" dt="2026-01-22T10:53:55.620" v="3603" actId="1076"/>
          <ac:spMkLst>
            <pc:docMk/>
            <pc:sldMk cId="3022186069" sldId="309"/>
            <ac:spMk id="21" creationId="{8B0A98E3-17EA-B6AC-7987-7916F0B567FA}"/>
          </ac:spMkLst>
        </pc:spChg>
        <pc:spChg chg="add mod">
          <ac:chgData name="musukie52@gmail.com" userId="017bd91f96aa8751" providerId="LiveId" clId="{5B2C3894-F97E-4CAB-8812-5BB4D83AAC6A}" dt="2026-01-22T15:31:45.132" v="8135" actId="1076"/>
          <ac:spMkLst>
            <pc:docMk/>
            <pc:sldMk cId="3022186069" sldId="309"/>
            <ac:spMk id="22" creationId="{D089BEFF-0866-E451-AA0D-30AB2E15E68A}"/>
          </ac:spMkLst>
        </pc:spChg>
        <pc:spChg chg="add mod">
          <ac:chgData name="musukie52@gmail.com" userId="017bd91f96aa8751" providerId="LiveId" clId="{5B2C3894-F97E-4CAB-8812-5BB4D83AAC6A}" dt="2026-01-22T15:31:45.132" v="8135" actId="1076"/>
          <ac:spMkLst>
            <pc:docMk/>
            <pc:sldMk cId="3022186069" sldId="309"/>
            <ac:spMk id="23" creationId="{FCC0DB3D-3896-F7D8-1003-B7E7A51D2952}"/>
          </ac:spMkLst>
        </pc:spChg>
        <pc:spChg chg="add mod">
          <ac:chgData name="musukie52@gmail.com" userId="017bd91f96aa8751" providerId="LiveId" clId="{5B2C3894-F97E-4CAB-8812-5BB4D83AAC6A}" dt="2026-01-22T15:02:58.456" v="7566"/>
          <ac:spMkLst>
            <pc:docMk/>
            <pc:sldMk cId="3022186069" sldId="309"/>
            <ac:spMk id="24" creationId="{EFE4F4FC-8FF3-2BFB-2A43-7FEDC2FABB01}"/>
          </ac:spMkLst>
        </pc:spChg>
        <pc:spChg chg="add mod">
          <ac:chgData name="musukie52@gmail.com" userId="017bd91f96aa8751" providerId="LiveId" clId="{5B2C3894-F97E-4CAB-8812-5BB4D83AAC6A}" dt="2026-01-22T14:46:33.985" v="7345" actId="1076"/>
          <ac:spMkLst>
            <pc:docMk/>
            <pc:sldMk cId="3022186069" sldId="309"/>
            <ac:spMk id="25" creationId="{CF04D581-2F92-7785-88AB-52B45C3EE8D4}"/>
          </ac:spMkLst>
        </pc:spChg>
        <pc:spChg chg="add mod">
          <ac:chgData name="musukie52@gmail.com" userId="017bd91f96aa8751" providerId="LiveId" clId="{5B2C3894-F97E-4CAB-8812-5BB4D83AAC6A}" dt="2026-01-22T15:31:45.132" v="8135" actId="1076"/>
          <ac:spMkLst>
            <pc:docMk/>
            <pc:sldMk cId="3022186069" sldId="309"/>
            <ac:spMk id="26" creationId="{F62668B4-0EE3-4F10-8CD0-E93D05F44223}"/>
          </ac:spMkLst>
        </pc:spChg>
        <pc:spChg chg="add mod ord topLvl">
          <ac:chgData name="musukie52@gmail.com" userId="017bd91f96aa8751" providerId="LiveId" clId="{5B2C3894-F97E-4CAB-8812-5BB4D83AAC6A}" dt="2026-01-22T15:01:14.222" v="7538" actId="1036"/>
          <ac:spMkLst>
            <pc:docMk/>
            <pc:sldMk cId="3022186069" sldId="309"/>
            <ac:spMk id="33" creationId="{E2938F1A-FFCE-92C7-7492-7CD557EF21A5}"/>
          </ac:spMkLst>
        </pc:spChg>
        <pc:spChg chg="add mod">
          <ac:chgData name="musukie52@gmail.com" userId="017bd91f96aa8751" providerId="LiveId" clId="{5B2C3894-F97E-4CAB-8812-5BB4D83AAC6A}" dt="2026-01-22T15:31:45.132" v="8135" actId="1076"/>
          <ac:spMkLst>
            <pc:docMk/>
            <pc:sldMk cId="3022186069" sldId="309"/>
            <ac:spMk id="54" creationId="{31711B58-6025-C0A4-24C2-94F7006DBCA4}"/>
          </ac:spMkLst>
        </pc:spChg>
        <pc:spChg chg="add mod">
          <ac:chgData name="musukie52@gmail.com" userId="017bd91f96aa8751" providerId="LiveId" clId="{5B2C3894-F97E-4CAB-8812-5BB4D83AAC6A}" dt="2026-01-22T11:10:27.604" v="4078" actId="1076"/>
          <ac:spMkLst>
            <pc:docMk/>
            <pc:sldMk cId="3022186069" sldId="309"/>
            <ac:spMk id="64" creationId="{E5D1068C-F867-B2D8-615F-5C3884A3AB17}"/>
          </ac:spMkLst>
        </pc:spChg>
        <pc:spChg chg="add mod">
          <ac:chgData name="musukie52@gmail.com" userId="017bd91f96aa8751" providerId="LiveId" clId="{5B2C3894-F97E-4CAB-8812-5BB4D83AAC6A}" dt="2026-01-22T14:45:54.324" v="7338" actId="1035"/>
          <ac:spMkLst>
            <pc:docMk/>
            <pc:sldMk cId="3022186069" sldId="309"/>
            <ac:spMk id="94" creationId="{F0B9115E-6666-88FB-0C52-99088388B212}"/>
          </ac:spMkLst>
        </pc:spChg>
        <pc:spChg chg="add mod">
          <ac:chgData name="musukie52@gmail.com" userId="017bd91f96aa8751" providerId="LiveId" clId="{5B2C3894-F97E-4CAB-8812-5BB4D83AAC6A}" dt="2026-01-22T15:02:58.456" v="7566"/>
          <ac:spMkLst>
            <pc:docMk/>
            <pc:sldMk cId="3022186069" sldId="309"/>
            <ac:spMk id="95" creationId="{701E6617-FB9F-54C3-A67F-4995FFAA3A39}"/>
          </ac:spMkLst>
        </pc:spChg>
        <pc:spChg chg="add mod">
          <ac:chgData name="musukie52@gmail.com" userId="017bd91f96aa8751" providerId="LiveId" clId="{5B2C3894-F97E-4CAB-8812-5BB4D83AAC6A}" dt="2026-01-22T15:02:58.456" v="7566"/>
          <ac:spMkLst>
            <pc:docMk/>
            <pc:sldMk cId="3022186069" sldId="309"/>
            <ac:spMk id="104" creationId="{C93D0F91-70AE-DBFD-FDBD-A1B3E0A462F9}"/>
          </ac:spMkLst>
        </pc:spChg>
        <pc:spChg chg="mod">
          <ac:chgData name="musukie52@gmail.com" userId="017bd91f96aa8751" providerId="LiveId" clId="{5B2C3894-F97E-4CAB-8812-5BB4D83AAC6A}" dt="2026-01-22T10:58:10.310" v="3647" actId="1076"/>
          <ac:spMkLst>
            <pc:docMk/>
            <pc:sldMk cId="3022186069" sldId="309"/>
            <ac:spMk id="135" creationId="{25BF8B9D-5018-3A25-927D-8F8A8BBF2987}"/>
          </ac:spMkLst>
        </pc:spChg>
        <pc:spChg chg="mod">
          <ac:chgData name="musukie52@gmail.com" userId="017bd91f96aa8751" providerId="LiveId" clId="{5B2C3894-F97E-4CAB-8812-5BB4D83AAC6A}" dt="2026-01-22T10:58:10.310" v="3647" actId="1076"/>
          <ac:spMkLst>
            <pc:docMk/>
            <pc:sldMk cId="3022186069" sldId="309"/>
            <ac:spMk id="136" creationId="{ECA0B0BD-B298-E699-FEB0-BAF3ED1FA66C}"/>
          </ac:spMkLst>
        </pc:spChg>
        <pc:spChg chg="mod">
          <ac:chgData name="musukie52@gmail.com" userId="017bd91f96aa8751" providerId="LiveId" clId="{5B2C3894-F97E-4CAB-8812-5BB4D83AAC6A}" dt="2026-01-22T10:58:10.310" v="3647" actId="1076"/>
          <ac:spMkLst>
            <pc:docMk/>
            <pc:sldMk cId="3022186069" sldId="309"/>
            <ac:spMk id="137" creationId="{DB931665-7308-9F29-B2B2-22CFC3EDD05B}"/>
          </ac:spMkLst>
        </pc:spChg>
        <pc:spChg chg="mod">
          <ac:chgData name="musukie52@gmail.com" userId="017bd91f96aa8751" providerId="LiveId" clId="{5B2C3894-F97E-4CAB-8812-5BB4D83AAC6A}" dt="2026-01-22T10:58:10.310" v="3647" actId="1076"/>
          <ac:spMkLst>
            <pc:docMk/>
            <pc:sldMk cId="3022186069" sldId="309"/>
            <ac:spMk id="138" creationId="{7B7E5A61-E649-28EE-B592-B626719613E0}"/>
          </ac:spMkLst>
        </pc:spChg>
        <pc:spChg chg="mod">
          <ac:chgData name="musukie52@gmail.com" userId="017bd91f96aa8751" providerId="LiveId" clId="{5B2C3894-F97E-4CAB-8812-5BB4D83AAC6A}" dt="2026-01-22T10:58:10.310" v="3647" actId="1076"/>
          <ac:spMkLst>
            <pc:docMk/>
            <pc:sldMk cId="3022186069" sldId="309"/>
            <ac:spMk id="139" creationId="{EA0FB3DC-179D-B5B1-AA1B-C827ACB02284}"/>
          </ac:spMkLst>
        </pc:spChg>
        <pc:spChg chg="mod">
          <ac:chgData name="musukie52@gmail.com" userId="017bd91f96aa8751" providerId="LiveId" clId="{5B2C3894-F97E-4CAB-8812-5BB4D83AAC6A}" dt="2026-01-22T10:58:10.310" v="3647" actId="1076"/>
          <ac:spMkLst>
            <pc:docMk/>
            <pc:sldMk cId="3022186069" sldId="309"/>
            <ac:spMk id="140" creationId="{92529474-728A-3067-2D11-5811896B2101}"/>
          </ac:spMkLst>
        </pc:spChg>
        <pc:spChg chg="mod">
          <ac:chgData name="musukie52@gmail.com" userId="017bd91f96aa8751" providerId="LiveId" clId="{5B2C3894-F97E-4CAB-8812-5BB4D83AAC6A}" dt="2026-01-22T10:58:10.310" v="3647" actId="1076"/>
          <ac:spMkLst>
            <pc:docMk/>
            <pc:sldMk cId="3022186069" sldId="309"/>
            <ac:spMk id="141" creationId="{0062990C-FE9C-8CC9-3DEF-4BE5463BF719}"/>
          </ac:spMkLst>
        </pc:spChg>
        <pc:spChg chg="mod">
          <ac:chgData name="musukie52@gmail.com" userId="017bd91f96aa8751" providerId="LiveId" clId="{5B2C3894-F97E-4CAB-8812-5BB4D83AAC6A}" dt="2026-01-22T15:31:45.132" v="8135" actId="1076"/>
          <ac:spMkLst>
            <pc:docMk/>
            <pc:sldMk cId="3022186069" sldId="309"/>
            <ac:spMk id="142" creationId="{AF539912-E770-B70B-6C15-23D943DB2EAF}"/>
          </ac:spMkLst>
        </pc:spChg>
        <pc:spChg chg="mod ord">
          <ac:chgData name="musukie52@gmail.com" userId="017bd91f96aa8751" providerId="LiveId" clId="{5B2C3894-F97E-4CAB-8812-5BB4D83AAC6A}" dt="2026-01-25T12:27:40.013" v="21222"/>
          <ac:spMkLst>
            <pc:docMk/>
            <pc:sldMk cId="3022186069" sldId="309"/>
            <ac:spMk id="145" creationId="{69DA2764-1EB5-A102-1A0F-02DE3CF3B669}"/>
          </ac:spMkLst>
        </pc:spChg>
        <pc:spChg chg="mod">
          <ac:chgData name="musukie52@gmail.com" userId="017bd91f96aa8751" providerId="LiveId" clId="{5B2C3894-F97E-4CAB-8812-5BB4D83AAC6A}" dt="2026-01-22T15:31:35.544" v="8134" actId="1076"/>
          <ac:spMkLst>
            <pc:docMk/>
            <pc:sldMk cId="3022186069" sldId="309"/>
            <ac:spMk id="146" creationId="{D65C64AF-F9BA-5F55-E8CC-F813D0EB85B9}"/>
          </ac:spMkLst>
        </pc:spChg>
        <pc:spChg chg="mod">
          <ac:chgData name="musukie52@gmail.com" userId="017bd91f96aa8751" providerId="LiveId" clId="{5B2C3894-F97E-4CAB-8812-5BB4D83AAC6A}" dt="2026-01-22T15:31:45.132" v="8135" actId="1076"/>
          <ac:spMkLst>
            <pc:docMk/>
            <pc:sldMk cId="3022186069" sldId="309"/>
            <ac:spMk id="156" creationId="{9BC572F6-776B-544A-9BFC-EB0F52C9D9CA}"/>
          </ac:spMkLst>
        </pc:spChg>
        <pc:spChg chg="add del mod ord">
          <ac:chgData name="musukie52@gmail.com" userId="017bd91f96aa8751" providerId="LiveId" clId="{5B2C3894-F97E-4CAB-8812-5BB4D83AAC6A}" dt="2026-01-25T13:17:49.037" v="22267" actId="166"/>
          <ac:spMkLst>
            <pc:docMk/>
            <pc:sldMk cId="3022186069" sldId="309"/>
            <ac:spMk id="157" creationId="{798E6BE4-396E-6C7D-C392-254DC9F3A220}"/>
          </ac:spMkLst>
        </pc:spChg>
        <pc:spChg chg="mod ord topLvl">
          <ac:chgData name="musukie52@gmail.com" userId="017bd91f96aa8751" providerId="LiveId" clId="{5B2C3894-F97E-4CAB-8812-5BB4D83AAC6A}" dt="2026-01-22T15:01:14.222" v="7538" actId="1036"/>
          <ac:spMkLst>
            <pc:docMk/>
            <pc:sldMk cId="3022186069" sldId="309"/>
            <ac:spMk id="158" creationId="{6217BF74-C59C-F842-5CC0-D20BD70C7841}"/>
          </ac:spMkLst>
        </pc:spChg>
        <pc:spChg chg="mod ord topLvl">
          <ac:chgData name="musukie52@gmail.com" userId="017bd91f96aa8751" providerId="LiveId" clId="{5B2C3894-F97E-4CAB-8812-5BB4D83AAC6A}" dt="2026-01-22T15:01:40.243" v="7546" actId="1035"/>
          <ac:spMkLst>
            <pc:docMk/>
            <pc:sldMk cId="3022186069" sldId="309"/>
            <ac:spMk id="159" creationId="{874301DE-1522-1F79-14B3-C1E991A7A48F}"/>
          </ac:spMkLst>
        </pc:spChg>
        <pc:spChg chg="add del mod ord">
          <ac:chgData name="musukie52@gmail.com" userId="017bd91f96aa8751" providerId="LiveId" clId="{5B2C3894-F97E-4CAB-8812-5BB4D83AAC6A}" dt="2026-01-22T18:13:44.102" v="8689"/>
          <ac:spMkLst>
            <pc:docMk/>
            <pc:sldMk cId="3022186069" sldId="309"/>
            <ac:spMk id="160" creationId="{EE601906-3CCE-C7F3-7B12-EF96E4394E14}"/>
          </ac:spMkLst>
        </pc:spChg>
        <pc:spChg chg="mod ord">
          <ac:chgData name="musukie52@gmail.com" userId="017bd91f96aa8751" providerId="LiveId" clId="{5B2C3894-F97E-4CAB-8812-5BB4D83AAC6A}" dt="2026-01-22T15:31:45.132" v="8135" actId="1076"/>
          <ac:spMkLst>
            <pc:docMk/>
            <pc:sldMk cId="3022186069" sldId="309"/>
            <ac:spMk id="163" creationId="{928BD98D-B373-9387-96CD-94A98AE2DBA6}"/>
          </ac:spMkLst>
        </pc:spChg>
        <pc:spChg chg="mod ord">
          <ac:chgData name="musukie52@gmail.com" userId="017bd91f96aa8751" providerId="LiveId" clId="{5B2C3894-F97E-4CAB-8812-5BB4D83AAC6A}" dt="2026-01-22T15:31:45.132" v="8135" actId="1076"/>
          <ac:spMkLst>
            <pc:docMk/>
            <pc:sldMk cId="3022186069" sldId="309"/>
            <ac:spMk id="195" creationId="{65B5B11D-F2A0-8778-6911-0C5A41405928}"/>
          </ac:spMkLst>
        </pc:spChg>
        <pc:spChg chg="mod ord">
          <ac:chgData name="musukie52@gmail.com" userId="017bd91f96aa8751" providerId="LiveId" clId="{5B2C3894-F97E-4CAB-8812-5BB4D83AAC6A}" dt="2026-01-22T15:02:40.440" v="7565" actId="1036"/>
          <ac:spMkLst>
            <pc:docMk/>
            <pc:sldMk cId="3022186069" sldId="309"/>
            <ac:spMk id="199" creationId="{5846928E-BEBA-B5F1-C634-8A493CFD18B2}"/>
          </ac:spMkLst>
        </pc:spChg>
        <pc:spChg chg="add mod">
          <ac:chgData name="musukie52@gmail.com" userId="017bd91f96aa8751" providerId="LiveId" clId="{5B2C3894-F97E-4CAB-8812-5BB4D83AAC6A}" dt="2026-01-22T15:31:45.132" v="8135" actId="1076"/>
          <ac:spMkLst>
            <pc:docMk/>
            <pc:sldMk cId="3022186069" sldId="309"/>
            <ac:spMk id="202" creationId="{E62194DD-69A7-C593-9C16-83C35A0CC2FA}"/>
          </ac:spMkLst>
        </pc:spChg>
        <pc:spChg chg="add mod">
          <ac:chgData name="musukie52@gmail.com" userId="017bd91f96aa8751" providerId="LiveId" clId="{5B2C3894-F97E-4CAB-8812-5BB4D83AAC6A}" dt="2026-01-22T15:17:52.167" v="7965"/>
          <ac:spMkLst>
            <pc:docMk/>
            <pc:sldMk cId="3022186069" sldId="309"/>
            <ac:spMk id="203" creationId="{A33B7FD6-546C-33A7-2C50-495F18C49CEB}"/>
          </ac:spMkLst>
        </pc:spChg>
        <pc:spChg chg="add mod">
          <ac:chgData name="musukie52@gmail.com" userId="017bd91f96aa8751" providerId="LiveId" clId="{5B2C3894-F97E-4CAB-8812-5BB4D83AAC6A}" dt="2026-01-22T15:18:37.140" v="7993" actId="1076"/>
          <ac:spMkLst>
            <pc:docMk/>
            <pc:sldMk cId="3022186069" sldId="309"/>
            <ac:spMk id="204" creationId="{405005CC-B0BA-120E-1938-5E89AE70DC78}"/>
          </ac:spMkLst>
        </pc:spChg>
        <pc:spChg chg="add mod">
          <ac:chgData name="musukie52@gmail.com" userId="017bd91f96aa8751" providerId="LiveId" clId="{5B2C3894-F97E-4CAB-8812-5BB4D83AAC6A}" dt="2026-01-22T15:31:05.581" v="8130"/>
          <ac:spMkLst>
            <pc:docMk/>
            <pc:sldMk cId="3022186069" sldId="309"/>
            <ac:spMk id="206" creationId="{7405985D-3568-0496-86DD-1E8EC0335D0F}"/>
          </ac:spMkLst>
        </pc:spChg>
        <pc:grpChg chg="add mod">
          <ac:chgData name="musukie52@gmail.com" userId="017bd91f96aa8751" providerId="LiveId" clId="{5B2C3894-F97E-4CAB-8812-5BB4D83AAC6A}" dt="2026-01-22T15:17:02.162" v="7927" actId="1076"/>
          <ac:grpSpMkLst>
            <pc:docMk/>
            <pc:sldMk cId="3022186069" sldId="309"/>
            <ac:grpSpMk id="181" creationId="{AB68D725-7105-EC1C-AC6E-216BD2F0BFE5}"/>
          </ac:grpSpMkLst>
        </pc:grpChg>
        <pc:grpChg chg="add mod">
          <ac:chgData name="musukie52@gmail.com" userId="017bd91f96aa8751" providerId="LiveId" clId="{5B2C3894-F97E-4CAB-8812-5BB4D83AAC6A}" dt="2026-01-22T15:17:02.162" v="7927" actId="1076"/>
          <ac:grpSpMkLst>
            <pc:docMk/>
            <pc:sldMk cId="3022186069" sldId="309"/>
            <ac:grpSpMk id="182" creationId="{C744B8C4-230B-5509-45D9-1288425B102B}"/>
          </ac:grpSpMkLst>
        </pc:grpChg>
        <pc:grpChg chg="add mod">
          <ac:chgData name="musukie52@gmail.com" userId="017bd91f96aa8751" providerId="LiveId" clId="{5B2C3894-F97E-4CAB-8812-5BB4D83AAC6A}" dt="2026-01-22T15:17:02.162" v="7927" actId="1076"/>
          <ac:grpSpMkLst>
            <pc:docMk/>
            <pc:sldMk cId="3022186069" sldId="309"/>
            <ac:grpSpMk id="190" creationId="{33D75B2A-207D-3D7E-0F08-EBF9914044C6}"/>
          </ac:grpSpMkLst>
        </pc:grpChg>
        <pc:picChg chg="add mod modCrop">
          <ac:chgData name="musukie52@gmail.com" userId="017bd91f96aa8751" providerId="LiveId" clId="{5B2C3894-F97E-4CAB-8812-5BB4D83AAC6A}" dt="2026-01-22T03:57:26.038" v="2804" actId="1035"/>
          <ac:picMkLst>
            <pc:docMk/>
            <pc:sldMk cId="3022186069" sldId="309"/>
            <ac:picMk id="2" creationId="{BEABC2FC-8C35-BA6E-B469-A8FC5BD5ACDD}"/>
          </ac:picMkLst>
        </pc:picChg>
        <pc:picChg chg="add mod">
          <ac:chgData name="musukie52@gmail.com" userId="017bd91f96aa8751" providerId="LiveId" clId="{5B2C3894-F97E-4CAB-8812-5BB4D83AAC6A}" dt="2026-01-25T13:17:36.750" v="22266" actId="1037"/>
          <ac:picMkLst>
            <pc:docMk/>
            <pc:sldMk cId="3022186069" sldId="309"/>
            <ac:picMk id="3" creationId="{ED067E55-A94E-E19F-D9C4-A766C76B8F7A}"/>
          </ac:picMkLst>
        </pc:picChg>
        <pc:picChg chg="mod ord modCrop">
          <ac:chgData name="musukie52@gmail.com" userId="017bd91f96aa8751" providerId="LiveId" clId="{5B2C3894-F97E-4CAB-8812-5BB4D83AAC6A}" dt="2026-01-25T12:27:40.013" v="21222"/>
          <ac:picMkLst>
            <pc:docMk/>
            <pc:sldMk cId="3022186069" sldId="309"/>
            <ac:picMk id="4" creationId="{2583F5E7-9C89-85D3-5868-C40AF39C8D57}"/>
          </ac:picMkLst>
        </pc:picChg>
        <pc:picChg chg="add mod modCrop">
          <ac:chgData name="musukie52@gmail.com" userId="017bd91f96aa8751" providerId="LiveId" clId="{5B2C3894-F97E-4CAB-8812-5BB4D83AAC6A}" dt="2026-01-22T04:22:01.427" v="3354" actId="1037"/>
          <ac:picMkLst>
            <pc:docMk/>
            <pc:sldMk cId="3022186069" sldId="309"/>
            <ac:picMk id="5" creationId="{532FF9DA-2801-CD39-0F71-87C8EA0E3505}"/>
          </ac:picMkLst>
        </pc:picChg>
        <pc:picChg chg="add mod">
          <ac:chgData name="musukie52@gmail.com" userId="017bd91f96aa8751" providerId="LiveId" clId="{5B2C3894-F97E-4CAB-8812-5BB4D83AAC6A}" dt="2026-01-22T04:31:35.786" v="3534" actId="1076"/>
          <ac:picMkLst>
            <pc:docMk/>
            <pc:sldMk cId="3022186069" sldId="309"/>
            <ac:picMk id="7" creationId="{5ABE3634-E424-F00E-A1E1-68DB22B8926C}"/>
          </ac:picMkLst>
        </pc:picChg>
        <pc:picChg chg="add mod">
          <ac:chgData name="musukie52@gmail.com" userId="017bd91f96aa8751" providerId="LiveId" clId="{5B2C3894-F97E-4CAB-8812-5BB4D83AAC6A}" dt="2026-01-22T04:31:35.786" v="3534" actId="1076"/>
          <ac:picMkLst>
            <pc:docMk/>
            <pc:sldMk cId="3022186069" sldId="309"/>
            <ac:picMk id="9" creationId="{9EE20EE9-1D3C-503A-E9CA-8BD98067146E}"/>
          </ac:picMkLst>
        </pc:picChg>
        <pc:picChg chg="add mod modCrop">
          <ac:chgData name="musukie52@gmail.com" userId="017bd91f96aa8751" providerId="LiveId" clId="{5B2C3894-F97E-4CAB-8812-5BB4D83AAC6A}" dt="2026-01-22T04:31:35.786" v="3534" actId="1076"/>
          <ac:picMkLst>
            <pc:docMk/>
            <pc:sldMk cId="3022186069" sldId="309"/>
            <ac:picMk id="10" creationId="{B6D71537-B767-15BD-765B-FECA990EFC0D}"/>
          </ac:picMkLst>
        </pc:picChg>
        <pc:picChg chg="add mod ord topLvl modCrop">
          <ac:chgData name="musukie52@gmail.com" userId="017bd91f96aa8751" providerId="LiveId" clId="{5B2C3894-F97E-4CAB-8812-5BB4D83AAC6A}" dt="2026-01-22T11:04:10.007" v="3953" actId="165"/>
          <ac:picMkLst>
            <pc:docMk/>
            <pc:sldMk cId="3022186069" sldId="309"/>
            <ac:picMk id="29" creationId="{6076F7E2-0F66-1C9D-2DB3-223DA4769E63}"/>
          </ac:picMkLst>
        </pc:picChg>
        <pc:picChg chg="add mod topLvl">
          <ac:chgData name="musukie52@gmail.com" userId="017bd91f96aa8751" providerId="LiveId" clId="{5B2C3894-F97E-4CAB-8812-5BB4D83AAC6A}" dt="2026-01-22T11:04:22.291" v="3957" actId="692"/>
          <ac:picMkLst>
            <pc:docMk/>
            <pc:sldMk cId="3022186069" sldId="309"/>
            <ac:picMk id="31" creationId="{5D8039FB-69C4-CC7C-058D-26A8C2F139DF}"/>
          </ac:picMkLst>
        </pc:picChg>
        <pc:picChg chg="add del mod">
          <ac:chgData name="musukie52@gmail.com" userId="017bd91f96aa8751" providerId="LiveId" clId="{5B2C3894-F97E-4CAB-8812-5BB4D83AAC6A}" dt="2026-01-25T13:15:10.991" v="22244" actId="21"/>
          <ac:picMkLst>
            <pc:docMk/>
            <pc:sldMk cId="3022186069" sldId="309"/>
            <ac:picMk id="61" creationId="{119DFBCB-EA86-5749-4495-B96C83E457E7}"/>
          </ac:picMkLst>
        </pc:picChg>
        <pc:picChg chg="add mod ord">
          <ac:chgData name="musukie52@gmail.com" userId="017bd91f96aa8751" providerId="LiveId" clId="{5B2C3894-F97E-4CAB-8812-5BB4D83AAC6A}" dt="2026-01-22T15:01:40.243" v="7546" actId="1035"/>
          <ac:picMkLst>
            <pc:docMk/>
            <pc:sldMk cId="3022186069" sldId="309"/>
            <ac:picMk id="105" creationId="{7761BFF0-11C8-16F0-1195-282E6642CD83}"/>
          </ac:picMkLst>
        </pc:picChg>
        <pc:picChg chg="add mod">
          <ac:chgData name="musukie52@gmail.com" userId="017bd91f96aa8751" providerId="LiveId" clId="{5B2C3894-F97E-4CAB-8812-5BB4D83AAC6A}" dt="2026-01-22T15:01:40.243" v="7546" actId="1035"/>
          <ac:picMkLst>
            <pc:docMk/>
            <pc:sldMk cId="3022186069" sldId="309"/>
            <ac:picMk id="106" creationId="{E4B3099E-44D0-32D1-319E-337AC05615BC}"/>
          </ac:picMkLst>
        </pc:picChg>
        <pc:picChg chg="add mod">
          <ac:chgData name="musukie52@gmail.com" userId="017bd91f96aa8751" providerId="LiveId" clId="{5B2C3894-F97E-4CAB-8812-5BB4D83AAC6A}" dt="2026-01-22T15:01:40.243" v="7546" actId="1035"/>
          <ac:picMkLst>
            <pc:docMk/>
            <pc:sldMk cId="3022186069" sldId="309"/>
            <ac:picMk id="107" creationId="{59F4910E-EA59-353E-5E6B-F3479468752C}"/>
          </ac:picMkLst>
        </pc:picChg>
        <pc:picChg chg="add mod ord">
          <ac:chgData name="musukie52@gmail.com" userId="017bd91f96aa8751" providerId="LiveId" clId="{5B2C3894-F97E-4CAB-8812-5BB4D83AAC6A}" dt="2026-01-25T13:17:49.037" v="22267" actId="166"/>
          <ac:picMkLst>
            <pc:docMk/>
            <pc:sldMk cId="3022186069" sldId="309"/>
            <ac:picMk id="111" creationId="{61A4FCC2-44B9-EB31-51B0-26D7DA496ED9}"/>
          </ac:picMkLst>
        </pc:picChg>
        <pc:picChg chg="add mod">
          <ac:chgData name="musukie52@gmail.com" userId="017bd91f96aa8751" providerId="LiveId" clId="{5B2C3894-F97E-4CAB-8812-5BB4D83AAC6A}" dt="2026-01-22T15:01:14.222" v="7538" actId="1036"/>
          <ac:picMkLst>
            <pc:docMk/>
            <pc:sldMk cId="3022186069" sldId="309"/>
            <ac:picMk id="112" creationId="{9B4469D3-FA74-6873-CEF5-554CB2ED0A07}"/>
          </ac:picMkLst>
        </pc:picChg>
        <pc:picChg chg="add mod">
          <ac:chgData name="musukie52@gmail.com" userId="017bd91f96aa8751" providerId="LiveId" clId="{5B2C3894-F97E-4CAB-8812-5BB4D83AAC6A}" dt="2026-01-22T15:01:14.222" v="7538" actId="1036"/>
          <ac:picMkLst>
            <pc:docMk/>
            <pc:sldMk cId="3022186069" sldId="309"/>
            <ac:picMk id="113" creationId="{80EBEF2D-4195-0801-68A9-EFAC12E3671B}"/>
          </ac:picMkLst>
        </pc:picChg>
        <pc:picChg chg="add mod">
          <ac:chgData name="musukie52@gmail.com" userId="017bd91f96aa8751" providerId="LiveId" clId="{5B2C3894-F97E-4CAB-8812-5BB4D83AAC6A}" dt="2026-01-22T15:01:05.183" v="7532" actId="1035"/>
          <ac:picMkLst>
            <pc:docMk/>
            <pc:sldMk cId="3022186069" sldId="309"/>
            <ac:picMk id="114" creationId="{4751DD48-6BFB-D2BA-AC51-51651C1BB9E0}"/>
          </ac:picMkLst>
        </pc:picChg>
        <pc:picChg chg="add mod">
          <ac:chgData name="musukie52@gmail.com" userId="017bd91f96aa8751" providerId="LiveId" clId="{5B2C3894-F97E-4CAB-8812-5BB4D83AAC6A}" dt="2026-01-22T15:01:57.799" v="7553" actId="1036"/>
          <ac:picMkLst>
            <pc:docMk/>
            <pc:sldMk cId="3022186069" sldId="309"/>
            <ac:picMk id="115" creationId="{AFF580A8-FE1F-2E82-10F0-75F9DF98624A}"/>
          </ac:picMkLst>
        </pc:picChg>
        <pc:picChg chg="add mod">
          <ac:chgData name="musukie52@gmail.com" userId="017bd91f96aa8751" providerId="LiveId" clId="{5B2C3894-F97E-4CAB-8812-5BB4D83AAC6A}" dt="2026-01-22T15:02:29.390" v="7562" actId="1076"/>
          <ac:picMkLst>
            <pc:docMk/>
            <pc:sldMk cId="3022186069" sldId="309"/>
            <ac:picMk id="116" creationId="{379EFBC1-540C-EA6B-FD65-D79F6765331E}"/>
          </ac:picMkLst>
        </pc:picChg>
        <pc:picChg chg="mod topLvl">
          <ac:chgData name="musukie52@gmail.com" userId="017bd91f96aa8751" providerId="LiveId" clId="{5B2C3894-F97E-4CAB-8812-5BB4D83AAC6A}" dt="2026-01-22T11:05:06.322" v="3971" actId="692"/>
          <ac:picMkLst>
            <pc:docMk/>
            <pc:sldMk cId="3022186069" sldId="309"/>
            <ac:picMk id="130" creationId="{E87131B3-D532-A234-44D8-4AB619B626B2}"/>
          </ac:picMkLst>
        </pc:picChg>
        <pc:picChg chg="mod">
          <ac:chgData name="musukie52@gmail.com" userId="017bd91f96aa8751" providerId="LiveId" clId="{5B2C3894-F97E-4CAB-8812-5BB4D83AAC6A}" dt="2026-01-22T11:04:01.298" v="3952" actId="207"/>
          <ac:picMkLst>
            <pc:docMk/>
            <pc:sldMk cId="3022186069" sldId="309"/>
            <ac:picMk id="131" creationId="{9023B027-06D6-DFEE-F91A-B1E7201E565D}"/>
          </ac:picMkLst>
        </pc:picChg>
        <pc:picChg chg="mod topLvl">
          <ac:chgData name="musukie52@gmail.com" userId="017bd91f96aa8751" providerId="LiveId" clId="{5B2C3894-F97E-4CAB-8812-5BB4D83AAC6A}" dt="2026-01-22T11:11:11.698" v="4082" actId="1076"/>
          <ac:picMkLst>
            <pc:docMk/>
            <pc:sldMk cId="3022186069" sldId="309"/>
            <ac:picMk id="132" creationId="{71B893E2-0FBD-1332-FC0E-89345D808859}"/>
          </ac:picMkLst>
        </pc:picChg>
        <pc:picChg chg="mod ord">
          <ac:chgData name="musukie52@gmail.com" userId="017bd91f96aa8751" providerId="LiveId" clId="{5B2C3894-F97E-4CAB-8812-5BB4D83AAC6A}" dt="2026-01-22T14:50:41.024" v="7379" actId="167"/>
          <ac:picMkLst>
            <pc:docMk/>
            <pc:sldMk cId="3022186069" sldId="309"/>
            <ac:picMk id="133" creationId="{1B8F74F7-EE82-73A4-77CE-B3B1DCDC14A3}"/>
          </ac:picMkLst>
        </pc:picChg>
        <pc:picChg chg="mod">
          <ac:chgData name="musukie52@gmail.com" userId="017bd91f96aa8751" providerId="LiveId" clId="{5B2C3894-F97E-4CAB-8812-5BB4D83AAC6A}" dt="2026-01-22T11:05:17.549" v="3975" actId="692"/>
          <ac:picMkLst>
            <pc:docMk/>
            <pc:sldMk cId="3022186069" sldId="309"/>
            <ac:picMk id="161" creationId="{342AE6C9-F081-5B0A-94BA-37029D99FEEE}"/>
          </ac:picMkLst>
        </pc:picChg>
        <pc:picChg chg="mod">
          <ac:chgData name="musukie52@gmail.com" userId="017bd91f96aa8751" providerId="LiveId" clId="{5B2C3894-F97E-4CAB-8812-5BB4D83AAC6A}" dt="2026-01-22T11:05:27.197" v="3979" actId="692"/>
          <ac:picMkLst>
            <pc:docMk/>
            <pc:sldMk cId="3022186069" sldId="309"/>
            <ac:picMk id="192" creationId="{9EED9DAD-37A5-60CC-1840-D8DF6AA5C68B}"/>
          </ac:picMkLst>
        </pc:picChg>
        <pc:picChg chg="mod">
          <ac:chgData name="musukie52@gmail.com" userId="017bd91f96aa8751" providerId="LiveId" clId="{5B2C3894-F97E-4CAB-8812-5BB4D83AAC6A}" dt="2026-01-22T11:05:34.002" v="3983" actId="692"/>
          <ac:picMkLst>
            <pc:docMk/>
            <pc:sldMk cId="3022186069" sldId="309"/>
            <ac:picMk id="196" creationId="{8548D212-2DFF-0876-41D0-6156EE51AD23}"/>
          </ac:picMkLst>
        </pc:picChg>
        <pc:picChg chg="mod modCrop">
          <ac:chgData name="musukie52@gmail.com" userId="017bd91f96aa8751" providerId="LiveId" clId="{5B2C3894-F97E-4CAB-8812-5BB4D83AAC6A}" dt="2026-01-22T04:22:09.409" v="3369" actId="1036"/>
          <ac:picMkLst>
            <pc:docMk/>
            <pc:sldMk cId="3022186069" sldId="309"/>
            <ac:picMk id="201" creationId="{A555DC6F-F28C-BDDC-2689-B3F90E27F45B}"/>
          </ac:picMkLst>
        </pc:picChg>
        <pc:picChg chg="add mod ord">
          <ac:chgData name="musukie52@gmail.com" userId="017bd91f96aa8751" providerId="LiveId" clId="{5B2C3894-F97E-4CAB-8812-5BB4D83AAC6A}" dt="2026-01-22T18:03:35.435" v="8534" actId="167"/>
          <ac:picMkLst>
            <pc:docMk/>
            <pc:sldMk cId="3022186069" sldId="309"/>
            <ac:picMk id="205" creationId="{3E15F212-8089-ED90-9EF2-64417F9E1CEB}"/>
          </ac:picMkLst>
        </pc:picChg>
        <pc:picChg chg="add mod ord">
          <ac:chgData name="musukie52@gmail.com" userId="017bd91f96aa8751" providerId="LiveId" clId="{5B2C3894-F97E-4CAB-8812-5BB4D83AAC6A}" dt="2026-01-22T15:30:58.714" v="8113" actId="167"/>
          <ac:picMkLst>
            <pc:docMk/>
            <pc:sldMk cId="3022186069" sldId="309"/>
            <ac:picMk id="207" creationId="{0D0708B9-5244-1CFF-65D6-AE39B1E89D54}"/>
          </ac:picMkLst>
        </pc:picChg>
        <pc:picChg chg="add mod ord">
          <ac:chgData name="musukie52@gmail.com" userId="017bd91f96aa8751" providerId="LiveId" clId="{5B2C3894-F97E-4CAB-8812-5BB4D83AAC6A}" dt="2026-01-22T18:03:16.197" v="8528" actId="167"/>
          <ac:picMkLst>
            <pc:docMk/>
            <pc:sldMk cId="3022186069" sldId="309"/>
            <ac:picMk id="209" creationId="{7058C0D8-83FB-A88B-3065-6B4D43C9C172}"/>
          </ac:picMkLst>
        </pc:picChg>
        <pc:picChg chg="add del mod modCrop">
          <ac:chgData name="musukie52@gmail.com" userId="017bd91f96aa8751" providerId="LiveId" clId="{5B2C3894-F97E-4CAB-8812-5BB4D83AAC6A}" dt="2026-01-25T13:14:57.254" v="22238" actId="478"/>
          <ac:picMkLst>
            <pc:docMk/>
            <pc:sldMk cId="3022186069" sldId="309"/>
            <ac:picMk id="210" creationId="{5AF48C7E-E8B4-8BE7-B077-EACE66DAD662}"/>
          </ac:picMkLst>
        </pc:picChg>
        <pc:cxnChg chg="add mod">
          <ac:chgData name="musukie52@gmail.com" userId="017bd91f96aa8751" providerId="LiveId" clId="{5B2C3894-F97E-4CAB-8812-5BB4D83AAC6A}" dt="2026-01-22T10:53:55.620" v="3603" actId="1076"/>
          <ac:cxnSpMkLst>
            <pc:docMk/>
            <pc:sldMk cId="3022186069" sldId="309"/>
            <ac:cxnSpMk id="6" creationId="{E8B5A051-100D-4757-FAAC-56BC80425B96}"/>
          </ac:cxnSpMkLst>
        </pc:cxnChg>
        <pc:cxnChg chg="add mod">
          <ac:chgData name="musukie52@gmail.com" userId="017bd91f96aa8751" providerId="LiveId" clId="{5B2C3894-F97E-4CAB-8812-5BB4D83AAC6A}" dt="2026-01-22T10:51:45.888" v="3597" actId="14100"/>
          <ac:cxnSpMkLst>
            <pc:docMk/>
            <pc:sldMk cId="3022186069" sldId="309"/>
            <ac:cxnSpMk id="16" creationId="{EF7809DB-5468-1815-3B25-DEA1F868B458}"/>
          </ac:cxnSpMkLst>
        </pc:cxnChg>
        <pc:cxnChg chg="add mod">
          <ac:chgData name="musukie52@gmail.com" userId="017bd91f96aa8751" providerId="LiveId" clId="{5B2C3894-F97E-4CAB-8812-5BB4D83AAC6A}" dt="2026-01-22T10:51:48.867" v="3598" actId="14100"/>
          <ac:cxnSpMkLst>
            <pc:docMk/>
            <pc:sldMk cId="3022186069" sldId="309"/>
            <ac:cxnSpMk id="27" creationId="{BA97E2EA-CA09-20C2-A318-B34E99E1C336}"/>
          </ac:cxnSpMkLst>
        </pc:cxnChg>
        <pc:cxnChg chg="add mod">
          <ac:chgData name="musukie52@gmail.com" userId="017bd91f96aa8751" providerId="LiveId" clId="{5B2C3894-F97E-4CAB-8812-5BB4D83AAC6A}" dt="2026-01-22T10:51:57.117" v="3600" actId="14100"/>
          <ac:cxnSpMkLst>
            <pc:docMk/>
            <pc:sldMk cId="3022186069" sldId="309"/>
            <ac:cxnSpMk id="35" creationId="{E3E0C503-9FEF-38F7-ACA2-06CDFDE4EBC9}"/>
          </ac:cxnSpMkLst>
        </pc:cxnChg>
        <pc:cxnChg chg="add del mod">
          <ac:chgData name="musukie52@gmail.com" userId="017bd91f96aa8751" providerId="LiveId" clId="{5B2C3894-F97E-4CAB-8812-5BB4D83AAC6A}" dt="2026-01-22T10:46:01.490" v="3559" actId="21"/>
          <ac:cxnSpMkLst>
            <pc:docMk/>
            <pc:sldMk cId="3022186069" sldId="309"/>
            <ac:cxnSpMk id="48" creationId="{E14DD9F5-1D8D-4628-3C68-A47F38C1E0FA}"/>
          </ac:cxnSpMkLst>
        </pc:cxnChg>
        <pc:cxnChg chg="add mod">
          <ac:chgData name="musukie52@gmail.com" userId="017bd91f96aa8751" providerId="LiveId" clId="{5B2C3894-F97E-4CAB-8812-5BB4D83AAC6A}" dt="2026-01-22T11:24:26.372" v="4848" actId="692"/>
          <ac:cxnSpMkLst>
            <pc:docMk/>
            <pc:sldMk cId="3022186069" sldId="309"/>
            <ac:cxnSpMk id="51" creationId="{D916A41D-774E-2F2A-3751-9D1BC7969F08}"/>
          </ac:cxnSpMkLst>
        </pc:cxnChg>
        <pc:cxnChg chg="add mod">
          <ac:chgData name="musukie52@gmail.com" userId="017bd91f96aa8751" providerId="LiveId" clId="{5B2C3894-F97E-4CAB-8812-5BB4D83AAC6A}" dt="2026-01-22T14:47:09.955" v="7351" actId="692"/>
          <ac:cxnSpMkLst>
            <pc:docMk/>
            <pc:sldMk cId="3022186069" sldId="309"/>
            <ac:cxnSpMk id="63" creationId="{B47C9B3F-2FEF-BFE6-8091-E61CDD4AE90B}"/>
          </ac:cxnSpMkLst>
        </pc:cxnChg>
        <pc:cxnChg chg="add mod">
          <ac:chgData name="musukie52@gmail.com" userId="017bd91f96aa8751" providerId="LiveId" clId="{5B2C3894-F97E-4CAB-8812-5BB4D83AAC6A}" dt="2026-01-22T14:47:22.499" v="7357" actId="692"/>
          <ac:cxnSpMkLst>
            <pc:docMk/>
            <pc:sldMk cId="3022186069" sldId="309"/>
            <ac:cxnSpMk id="84" creationId="{E3B758F1-0A7D-2E0E-53E0-C5AC358A55D9}"/>
          </ac:cxnSpMkLst>
        </pc:cxnChg>
        <pc:cxnChg chg="add mod">
          <ac:chgData name="musukie52@gmail.com" userId="017bd91f96aa8751" providerId="LiveId" clId="{5B2C3894-F97E-4CAB-8812-5BB4D83AAC6A}" dt="2026-01-22T14:47:14.549" v="7353" actId="692"/>
          <ac:cxnSpMkLst>
            <pc:docMk/>
            <pc:sldMk cId="3022186069" sldId="309"/>
            <ac:cxnSpMk id="88" creationId="{E43E9CE7-82CA-1301-4EC2-7FCF115E003E}"/>
          </ac:cxnSpMkLst>
        </pc:cxnChg>
        <pc:cxnChg chg="add mod">
          <ac:chgData name="musukie52@gmail.com" userId="017bd91f96aa8751" providerId="LiveId" clId="{5B2C3894-F97E-4CAB-8812-5BB4D83AAC6A}" dt="2026-01-22T14:51:01.663" v="7384" actId="478"/>
          <ac:cxnSpMkLst>
            <pc:docMk/>
            <pc:sldMk cId="3022186069" sldId="309"/>
            <ac:cxnSpMk id="99" creationId="{1781F5B9-B3C2-9672-C8F3-454B1AACB019}"/>
          </ac:cxnSpMkLst>
        </pc:cxnChg>
        <pc:cxnChg chg="add mod">
          <ac:chgData name="musukie52@gmail.com" userId="017bd91f96aa8751" providerId="LiveId" clId="{5B2C3894-F97E-4CAB-8812-5BB4D83AAC6A}" dt="2026-01-22T15:16:18.622" v="7920" actId="164"/>
          <ac:cxnSpMkLst>
            <pc:docMk/>
            <pc:sldMk cId="3022186069" sldId="309"/>
            <ac:cxnSpMk id="123" creationId="{7E405656-1D57-05D3-72A3-D489B43E892E}"/>
          </ac:cxnSpMkLst>
        </pc:cxnChg>
        <pc:cxnChg chg="add mod">
          <ac:chgData name="musukie52@gmail.com" userId="017bd91f96aa8751" providerId="LiveId" clId="{5B2C3894-F97E-4CAB-8812-5BB4D83AAC6A}" dt="2026-01-22T15:16:18.622" v="7920" actId="164"/>
          <ac:cxnSpMkLst>
            <pc:docMk/>
            <pc:sldMk cId="3022186069" sldId="309"/>
            <ac:cxnSpMk id="125" creationId="{01CBF771-A8F7-7D76-17BB-FB1FC919EF45}"/>
          </ac:cxnSpMkLst>
        </pc:cxnChg>
        <pc:cxnChg chg="add mod">
          <ac:chgData name="musukie52@gmail.com" userId="017bd91f96aa8751" providerId="LiveId" clId="{5B2C3894-F97E-4CAB-8812-5BB4D83AAC6A}" dt="2026-01-22T15:16:18.622" v="7920" actId="164"/>
          <ac:cxnSpMkLst>
            <pc:docMk/>
            <pc:sldMk cId="3022186069" sldId="309"/>
            <ac:cxnSpMk id="172" creationId="{5526D88A-24D3-6390-7F7A-2241BAD82FFB}"/>
          </ac:cxnSpMkLst>
        </pc:cxnChg>
        <pc:cxnChg chg="add mod">
          <ac:chgData name="musukie52@gmail.com" userId="017bd91f96aa8751" providerId="LiveId" clId="{5B2C3894-F97E-4CAB-8812-5BB4D83AAC6A}" dt="2026-01-22T15:16:18.622" v="7920" actId="164"/>
          <ac:cxnSpMkLst>
            <pc:docMk/>
            <pc:sldMk cId="3022186069" sldId="309"/>
            <ac:cxnSpMk id="175" creationId="{7E0862B9-627C-96BD-9509-7927B625916D}"/>
          </ac:cxnSpMkLst>
        </pc:cxnChg>
        <pc:cxnChg chg="mod">
          <ac:chgData name="musukie52@gmail.com" userId="017bd91f96aa8751" providerId="LiveId" clId="{5B2C3894-F97E-4CAB-8812-5BB4D83AAC6A}" dt="2026-01-22T10:49:16.987" v="3571" actId="692"/>
          <ac:cxnSpMkLst>
            <pc:docMk/>
            <pc:sldMk cId="3022186069" sldId="309"/>
            <ac:cxnSpMk id="183" creationId="{16C4BD4F-8F77-BC04-E43D-1CA4BE906CDE}"/>
          </ac:cxnSpMkLst>
        </pc:cxnChg>
        <pc:cxnChg chg="mod">
          <ac:chgData name="musukie52@gmail.com" userId="017bd91f96aa8751" providerId="LiveId" clId="{5B2C3894-F97E-4CAB-8812-5BB4D83AAC6A}" dt="2026-01-22T15:16:20.339" v="7921"/>
          <ac:cxnSpMkLst>
            <pc:docMk/>
            <pc:sldMk cId="3022186069" sldId="309"/>
            <ac:cxnSpMk id="184" creationId="{27F1F01E-2AB9-8B50-1360-C3165ED112DF}"/>
          </ac:cxnSpMkLst>
        </pc:cxnChg>
        <pc:cxnChg chg="mod">
          <ac:chgData name="musukie52@gmail.com" userId="017bd91f96aa8751" providerId="LiveId" clId="{5B2C3894-F97E-4CAB-8812-5BB4D83AAC6A}" dt="2026-01-22T15:16:20.339" v="7921"/>
          <ac:cxnSpMkLst>
            <pc:docMk/>
            <pc:sldMk cId="3022186069" sldId="309"/>
            <ac:cxnSpMk id="185" creationId="{ACB9B383-2324-3E7F-14ED-3A596BCE12F0}"/>
          </ac:cxnSpMkLst>
        </pc:cxnChg>
        <pc:cxnChg chg="mod">
          <ac:chgData name="musukie52@gmail.com" userId="017bd91f96aa8751" providerId="LiveId" clId="{5B2C3894-F97E-4CAB-8812-5BB4D83AAC6A}" dt="2026-01-22T14:51:00.841" v="7383" actId="478"/>
          <ac:cxnSpMkLst>
            <pc:docMk/>
            <pc:sldMk cId="3022186069" sldId="309"/>
            <ac:cxnSpMk id="186" creationId="{43F7614A-6568-D409-0076-EAEC9F424C45}"/>
          </ac:cxnSpMkLst>
        </pc:cxnChg>
        <pc:cxnChg chg="mod">
          <ac:chgData name="musukie52@gmail.com" userId="017bd91f96aa8751" providerId="LiveId" clId="{5B2C3894-F97E-4CAB-8812-5BB4D83AAC6A}" dt="2026-01-22T15:16:20.339" v="7921"/>
          <ac:cxnSpMkLst>
            <pc:docMk/>
            <pc:sldMk cId="3022186069" sldId="309"/>
            <ac:cxnSpMk id="187" creationId="{C999E4CD-5077-9124-003F-9E855A348E79}"/>
          </ac:cxnSpMkLst>
        </pc:cxnChg>
        <pc:cxnChg chg="mod">
          <ac:chgData name="musukie52@gmail.com" userId="017bd91f96aa8751" providerId="LiveId" clId="{5B2C3894-F97E-4CAB-8812-5BB4D83AAC6A}" dt="2026-01-22T15:16:20.339" v="7921"/>
          <ac:cxnSpMkLst>
            <pc:docMk/>
            <pc:sldMk cId="3022186069" sldId="309"/>
            <ac:cxnSpMk id="188" creationId="{3C99B09E-720A-91A0-F511-19F076DB6465}"/>
          </ac:cxnSpMkLst>
        </pc:cxnChg>
        <pc:cxnChg chg="mod">
          <ac:chgData name="musukie52@gmail.com" userId="017bd91f96aa8751" providerId="LiveId" clId="{5B2C3894-F97E-4CAB-8812-5BB4D83AAC6A}" dt="2026-01-22T15:16:36.085" v="7924"/>
          <ac:cxnSpMkLst>
            <pc:docMk/>
            <pc:sldMk cId="3022186069" sldId="309"/>
            <ac:cxnSpMk id="191" creationId="{F4657C8F-8CC2-272F-D792-671A779F7F6B}"/>
          </ac:cxnSpMkLst>
        </pc:cxnChg>
        <pc:cxnChg chg="mod">
          <ac:chgData name="musukie52@gmail.com" userId="017bd91f96aa8751" providerId="LiveId" clId="{5B2C3894-F97E-4CAB-8812-5BB4D83AAC6A}" dt="2026-01-22T15:16:36.085" v="7924"/>
          <ac:cxnSpMkLst>
            <pc:docMk/>
            <pc:sldMk cId="3022186069" sldId="309"/>
            <ac:cxnSpMk id="193" creationId="{33CF1FDA-8604-9036-7250-C0E76183B69C}"/>
          </ac:cxnSpMkLst>
        </pc:cxnChg>
        <pc:cxnChg chg="mod">
          <ac:chgData name="musukie52@gmail.com" userId="017bd91f96aa8751" providerId="LiveId" clId="{5B2C3894-F97E-4CAB-8812-5BB4D83AAC6A}" dt="2026-01-22T15:16:36.085" v="7924"/>
          <ac:cxnSpMkLst>
            <pc:docMk/>
            <pc:sldMk cId="3022186069" sldId="309"/>
            <ac:cxnSpMk id="197" creationId="{211F8EAB-D289-C804-3971-E1B83D1E1048}"/>
          </ac:cxnSpMkLst>
        </pc:cxnChg>
        <pc:cxnChg chg="mod">
          <ac:chgData name="musukie52@gmail.com" userId="017bd91f96aa8751" providerId="LiveId" clId="{5B2C3894-F97E-4CAB-8812-5BB4D83AAC6A}" dt="2026-01-22T15:16:36.085" v="7924"/>
          <ac:cxnSpMkLst>
            <pc:docMk/>
            <pc:sldMk cId="3022186069" sldId="309"/>
            <ac:cxnSpMk id="200" creationId="{C3469585-E0BE-5169-D657-DDEE680A625E}"/>
          </ac:cxnSpMkLst>
        </pc:cxnChg>
      </pc:sldChg>
      <pc:sldChg chg="addSp delSp modSp mod">
        <pc:chgData name="musukie52@gmail.com" userId="017bd91f96aa8751" providerId="LiveId" clId="{5B2C3894-F97E-4CAB-8812-5BB4D83AAC6A}" dt="2026-01-25T13:17:21.332" v="22261" actId="1076"/>
        <pc:sldMkLst>
          <pc:docMk/>
          <pc:sldMk cId="1051600352" sldId="310"/>
        </pc:sldMkLst>
        <pc:spChg chg="add del">
          <ac:chgData name="musukie52@gmail.com" userId="017bd91f96aa8751" providerId="LiveId" clId="{5B2C3894-F97E-4CAB-8812-5BB4D83AAC6A}" dt="2026-01-25T06:54:22.741" v="17778" actId="21"/>
          <ac:spMkLst>
            <pc:docMk/>
            <pc:sldMk cId="1051600352" sldId="310"/>
            <ac:spMk id="12" creationId="{D8B32AAE-224F-28B4-429F-558E23C436F2}"/>
          </ac:spMkLst>
        </pc:spChg>
        <pc:spChg chg="add del mod">
          <ac:chgData name="musukie52@gmail.com" userId="017bd91f96aa8751" providerId="LiveId" clId="{5B2C3894-F97E-4CAB-8812-5BB4D83AAC6A}" dt="2026-01-25T10:04:11.987" v="19945" actId="478"/>
          <ac:spMkLst>
            <pc:docMk/>
            <pc:sldMk cId="1051600352" sldId="310"/>
            <ac:spMk id="13" creationId="{D8B32AAE-224F-28B4-429F-558E23C436F2}"/>
          </ac:spMkLst>
        </pc:spChg>
        <pc:spChg chg="add del mod">
          <ac:chgData name="musukie52@gmail.com" userId="017bd91f96aa8751" providerId="LiveId" clId="{5B2C3894-F97E-4CAB-8812-5BB4D83AAC6A}" dt="2026-01-25T11:14:17.427" v="20480" actId="478"/>
          <ac:spMkLst>
            <pc:docMk/>
            <pc:sldMk cId="1051600352" sldId="310"/>
            <ac:spMk id="14" creationId="{D404362A-1B49-E25D-53A6-42832D0BDB18}"/>
          </ac:spMkLst>
        </pc:spChg>
        <pc:spChg chg="add del mod">
          <ac:chgData name="musukie52@gmail.com" userId="017bd91f96aa8751" providerId="LiveId" clId="{5B2C3894-F97E-4CAB-8812-5BB4D83AAC6A}" dt="2026-01-25T10:40:49.128" v="20016" actId="21"/>
          <ac:spMkLst>
            <pc:docMk/>
            <pc:sldMk cId="1051600352" sldId="310"/>
            <ac:spMk id="15" creationId="{00000000-0000-0000-0000-000000000000}"/>
          </ac:spMkLst>
        </pc:spChg>
        <pc:spChg chg="add del">
          <ac:chgData name="musukie52@gmail.com" userId="017bd91f96aa8751" providerId="LiveId" clId="{5B2C3894-F97E-4CAB-8812-5BB4D83AAC6A}" dt="2026-01-25T10:40:49.128" v="20016" actId="21"/>
          <ac:spMkLst>
            <pc:docMk/>
            <pc:sldMk cId="1051600352" sldId="310"/>
            <ac:spMk id="17" creationId="{00000000-0000-0000-0000-000000000000}"/>
          </ac:spMkLst>
        </pc:spChg>
        <pc:spChg chg="add del mod">
          <ac:chgData name="musukie52@gmail.com" userId="017bd91f96aa8751" providerId="LiveId" clId="{5B2C3894-F97E-4CAB-8812-5BB4D83AAC6A}" dt="2026-01-25T10:40:49.128" v="20016" actId="21"/>
          <ac:spMkLst>
            <pc:docMk/>
            <pc:sldMk cId="1051600352" sldId="310"/>
            <ac:spMk id="18" creationId="{00000000-0000-0000-0000-000000000000}"/>
          </ac:spMkLst>
        </pc:spChg>
        <pc:spChg chg="add del">
          <ac:chgData name="musukie52@gmail.com" userId="017bd91f96aa8751" providerId="LiveId" clId="{5B2C3894-F97E-4CAB-8812-5BB4D83AAC6A}" dt="2026-01-25T10:40:49.128" v="20016" actId="21"/>
          <ac:spMkLst>
            <pc:docMk/>
            <pc:sldMk cId="1051600352" sldId="310"/>
            <ac:spMk id="19" creationId="{00000000-0000-0000-0000-000000000000}"/>
          </ac:spMkLst>
        </pc:spChg>
        <pc:spChg chg="add del">
          <ac:chgData name="musukie52@gmail.com" userId="017bd91f96aa8751" providerId="LiveId" clId="{5B2C3894-F97E-4CAB-8812-5BB4D83AAC6A}" dt="2026-01-25T10:40:49.128" v="20016" actId="21"/>
          <ac:spMkLst>
            <pc:docMk/>
            <pc:sldMk cId="1051600352" sldId="310"/>
            <ac:spMk id="20" creationId="{00000000-0000-0000-0000-000000000000}"/>
          </ac:spMkLst>
        </pc:spChg>
        <pc:spChg chg="add del">
          <ac:chgData name="musukie52@gmail.com" userId="017bd91f96aa8751" providerId="LiveId" clId="{5B2C3894-F97E-4CAB-8812-5BB4D83AAC6A}" dt="2026-01-25T10:40:49.128" v="20016" actId="21"/>
          <ac:spMkLst>
            <pc:docMk/>
            <pc:sldMk cId="1051600352" sldId="310"/>
            <ac:spMk id="21" creationId="{00000000-0000-0000-0000-000000000000}"/>
          </ac:spMkLst>
        </pc:spChg>
        <pc:spChg chg="add del mod">
          <ac:chgData name="musukie52@gmail.com" userId="017bd91f96aa8751" providerId="LiveId" clId="{5B2C3894-F97E-4CAB-8812-5BB4D83AAC6A}" dt="2026-01-25T10:40:49.128" v="20016" actId="21"/>
          <ac:spMkLst>
            <pc:docMk/>
            <pc:sldMk cId="1051600352" sldId="310"/>
            <ac:spMk id="22" creationId="{00000000-0000-0000-0000-000000000000}"/>
          </ac:spMkLst>
        </pc:spChg>
        <pc:spChg chg="add mod">
          <ac:chgData name="musukie52@gmail.com" userId="017bd91f96aa8751" providerId="LiveId" clId="{5B2C3894-F97E-4CAB-8812-5BB4D83AAC6A}" dt="2026-01-25T12:24:25.076" v="21020" actId="1076"/>
          <ac:spMkLst>
            <pc:docMk/>
            <pc:sldMk cId="1051600352" sldId="310"/>
            <ac:spMk id="23" creationId="{23A628BF-28C1-530A-CDA8-A3565F0506E0}"/>
          </ac:spMkLst>
        </pc:spChg>
        <pc:spChg chg="add mod ord">
          <ac:chgData name="musukie52@gmail.com" userId="017bd91f96aa8751" providerId="LiveId" clId="{5B2C3894-F97E-4CAB-8812-5BB4D83AAC6A}" dt="2026-01-24T08:11:34.968" v="16861" actId="2711"/>
          <ac:spMkLst>
            <pc:docMk/>
            <pc:sldMk cId="1051600352" sldId="310"/>
            <ac:spMk id="33" creationId="{243CA49A-3E06-37E4-8C4E-DD2444AE51F6}"/>
          </ac:spMkLst>
        </pc:spChg>
        <pc:spChg chg="del mod">
          <ac:chgData name="musukie52@gmail.com" userId="017bd91f96aa8751" providerId="LiveId" clId="{5B2C3894-F97E-4CAB-8812-5BB4D83AAC6A}" dt="2026-01-25T11:15:08.995" v="20493" actId="478"/>
          <ac:spMkLst>
            <pc:docMk/>
            <pc:sldMk cId="1051600352" sldId="310"/>
            <ac:spMk id="44" creationId="{EC3A9DD1-E83D-3918-EFE8-F32E67CA7308}"/>
          </ac:spMkLst>
        </pc:spChg>
        <pc:spChg chg="add mod">
          <ac:chgData name="musukie52@gmail.com" userId="017bd91f96aa8751" providerId="LiveId" clId="{5B2C3894-F97E-4CAB-8812-5BB4D83AAC6A}" dt="2026-01-25T10:41:08.558" v="20019"/>
          <ac:spMkLst>
            <pc:docMk/>
            <pc:sldMk cId="1051600352" sldId="310"/>
            <ac:spMk id="45" creationId="{CC261970-4596-C6AE-D04B-73C6DFA01EEA}"/>
          </ac:spMkLst>
        </pc:spChg>
        <pc:spChg chg="add mod">
          <ac:chgData name="musukie52@gmail.com" userId="017bd91f96aa8751" providerId="LiveId" clId="{5B2C3894-F97E-4CAB-8812-5BB4D83AAC6A}" dt="2026-01-25T10:41:08.558" v="20019"/>
          <ac:spMkLst>
            <pc:docMk/>
            <pc:sldMk cId="1051600352" sldId="310"/>
            <ac:spMk id="48" creationId="{1365F633-F981-CC2D-DE50-FF2AE89DF9CE}"/>
          </ac:spMkLst>
        </pc:spChg>
        <pc:spChg chg="mod ord">
          <ac:chgData name="musukie52@gmail.com" userId="017bd91f96aa8751" providerId="LiveId" clId="{5B2C3894-F97E-4CAB-8812-5BB4D83AAC6A}" dt="2026-01-25T10:35:08.015" v="19983" actId="14100"/>
          <ac:spMkLst>
            <pc:docMk/>
            <pc:sldMk cId="1051600352" sldId="310"/>
            <ac:spMk id="49" creationId="{00000000-0000-0000-0000-000000000000}"/>
          </ac:spMkLst>
        </pc:spChg>
        <pc:spChg chg="mod ord">
          <ac:chgData name="musukie52@gmail.com" userId="017bd91f96aa8751" providerId="LiveId" clId="{5B2C3894-F97E-4CAB-8812-5BB4D83AAC6A}" dt="2026-01-25T12:20:00.202" v="20986" actId="207"/>
          <ac:spMkLst>
            <pc:docMk/>
            <pc:sldMk cId="1051600352" sldId="310"/>
            <ac:spMk id="50" creationId="{00000000-0000-0000-0000-000000000000}"/>
          </ac:spMkLst>
        </pc:spChg>
        <pc:spChg chg="add del mod">
          <ac:chgData name="musukie52@gmail.com" userId="017bd91f96aa8751" providerId="LiveId" clId="{5B2C3894-F97E-4CAB-8812-5BB4D83AAC6A}" dt="2026-01-25T10:50:12.491" v="20054" actId="478"/>
          <ac:spMkLst>
            <pc:docMk/>
            <pc:sldMk cId="1051600352" sldId="310"/>
            <ac:spMk id="54" creationId="{9531150C-697D-1FE6-0D79-231248ADCD0C}"/>
          </ac:spMkLst>
        </pc:spChg>
        <pc:spChg chg="add mod">
          <ac:chgData name="musukie52@gmail.com" userId="017bd91f96aa8751" providerId="LiveId" clId="{5B2C3894-F97E-4CAB-8812-5BB4D83AAC6A}" dt="2026-01-25T12:24:25.076" v="21020" actId="1076"/>
          <ac:spMkLst>
            <pc:docMk/>
            <pc:sldMk cId="1051600352" sldId="310"/>
            <ac:spMk id="55" creationId="{7CF13DED-4CE1-F771-8874-25814E6D6E32}"/>
          </ac:spMkLst>
        </pc:spChg>
        <pc:spChg chg="add mod">
          <ac:chgData name="musukie52@gmail.com" userId="017bd91f96aa8751" providerId="LiveId" clId="{5B2C3894-F97E-4CAB-8812-5BB4D83AAC6A}" dt="2026-01-25T12:24:25.076" v="21020" actId="1076"/>
          <ac:spMkLst>
            <pc:docMk/>
            <pc:sldMk cId="1051600352" sldId="310"/>
            <ac:spMk id="56" creationId="{781F3A8D-4EB5-6264-0BA3-8D56620C4F15}"/>
          </ac:spMkLst>
        </pc:spChg>
        <pc:spChg chg="add mod">
          <ac:chgData name="musukie52@gmail.com" userId="017bd91f96aa8751" providerId="LiveId" clId="{5B2C3894-F97E-4CAB-8812-5BB4D83AAC6A}" dt="2026-01-25T12:24:25.076" v="21020" actId="1076"/>
          <ac:spMkLst>
            <pc:docMk/>
            <pc:sldMk cId="1051600352" sldId="310"/>
            <ac:spMk id="57" creationId="{BDC6EE62-17D1-73CA-B5DE-020CC5A8EE2A}"/>
          </ac:spMkLst>
        </pc:spChg>
        <pc:spChg chg="add mod">
          <ac:chgData name="musukie52@gmail.com" userId="017bd91f96aa8751" providerId="LiveId" clId="{5B2C3894-F97E-4CAB-8812-5BB4D83AAC6A}" dt="2026-01-25T12:24:25.076" v="21020" actId="1076"/>
          <ac:spMkLst>
            <pc:docMk/>
            <pc:sldMk cId="1051600352" sldId="310"/>
            <ac:spMk id="58" creationId="{DCCB3AF2-727B-8575-5E0A-554317F5CB28}"/>
          </ac:spMkLst>
        </pc:spChg>
        <pc:spChg chg="add del mod ord">
          <ac:chgData name="musukie52@gmail.com" userId="017bd91f96aa8751" providerId="LiveId" clId="{5B2C3894-F97E-4CAB-8812-5BB4D83AAC6A}" dt="2026-01-25T12:28:11.884" v="21223" actId="478"/>
          <ac:spMkLst>
            <pc:docMk/>
            <pc:sldMk cId="1051600352" sldId="310"/>
            <ac:spMk id="68" creationId="{9C9225D9-B76A-DD06-1614-697A81FDAC3A}"/>
          </ac:spMkLst>
        </pc:spChg>
        <pc:spChg chg="add del mod ord">
          <ac:chgData name="musukie52@gmail.com" userId="017bd91f96aa8751" providerId="LiveId" clId="{5B2C3894-F97E-4CAB-8812-5BB4D83AAC6A}" dt="2026-01-25T12:28:11.884" v="21223" actId="478"/>
          <ac:spMkLst>
            <pc:docMk/>
            <pc:sldMk cId="1051600352" sldId="310"/>
            <ac:spMk id="69" creationId="{BBB0C247-CBE5-CF5F-5E56-AB37C3E6628C}"/>
          </ac:spMkLst>
        </pc:spChg>
        <pc:spChg chg="add del mod ord">
          <ac:chgData name="musukie52@gmail.com" userId="017bd91f96aa8751" providerId="LiveId" clId="{5B2C3894-F97E-4CAB-8812-5BB4D83AAC6A}" dt="2026-01-25T12:28:11.884" v="21223" actId="478"/>
          <ac:spMkLst>
            <pc:docMk/>
            <pc:sldMk cId="1051600352" sldId="310"/>
            <ac:spMk id="70" creationId="{E99FFCFE-99CA-2304-2FDC-EBEC050BBC99}"/>
          </ac:spMkLst>
        </pc:spChg>
        <pc:spChg chg="add mod ord">
          <ac:chgData name="musukie52@gmail.com" userId="017bd91f96aa8751" providerId="LiveId" clId="{5B2C3894-F97E-4CAB-8812-5BB4D83AAC6A}" dt="2026-01-25T11:09:01.254" v="20402" actId="1076"/>
          <ac:spMkLst>
            <pc:docMk/>
            <pc:sldMk cId="1051600352" sldId="310"/>
            <ac:spMk id="71" creationId="{0B1C6743-6886-FCD6-1BEF-DC3A8DF807FE}"/>
          </ac:spMkLst>
        </pc:spChg>
        <pc:spChg chg="add del">
          <ac:chgData name="musukie52@gmail.com" userId="017bd91f96aa8751" providerId="LiveId" clId="{5B2C3894-F97E-4CAB-8812-5BB4D83AAC6A}" dt="2026-01-25T11:09:11.878" v="20404" actId="478"/>
          <ac:spMkLst>
            <pc:docMk/>
            <pc:sldMk cId="1051600352" sldId="310"/>
            <ac:spMk id="72" creationId="{5652BC9C-51A6-42CF-B6AA-EF79F46C388C}"/>
          </ac:spMkLst>
        </pc:spChg>
        <pc:spChg chg="add mod">
          <ac:chgData name="musukie52@gmail.com" userId="017bd91f96aa8751" providerId="LiveId" clId="{5B2C3894-F97E-4CAB-8812-5BB4D83AAC6A}" dt="2026-01-25T12:28:45.213" v="21226" actId="692"/>
          <ac:spMkLst>
            <pc:docMk/>
            <pc:sldMk cId="1051600352" sldId="310"/>
            <ac:spMk id="73" creationId="{9755194B-B87C-31E2-9462-BD8760DE01E7}"/>
          </ac:spMkLst>
        </pc:spChg>
        <pc:spChg chg="mod">
          <ac:chgData name="musukie52@gmail.com" userId="017bd91f96aa8751" providerId="LiveId" clId="{5B2C3894-F97E-4CAB-8812-5BB4D83AAC6A}" dt="2026-01-22T15:32:21.717" v="8141" actId="1076"/>
          <ac:spMkLst>
            <pc:docMk/>
            <pc:sldMk cId="1051600352" sldId="310"/>
            <ac:spMk id="74" creationId="{958CCD5F-0A1D-98AF-CB85-4218EE456C61}"/>
          </ac:spMkLst>
        </pc:spChg>
        <pc:spChg chg="add mod">
          <ac:chgData name="musukie52@gmail.com" userId="017bd91f96aa8751" providerId="LiveId" clId="{5B2C3894-F97E-4CAB-8812-5BB4D83AAC6A}" dt="2026-01-25T12:28:45.213" v="21226" actId="692"/>
          <ac:spMkLst>
            <pc:docMk/>
            <pc:sldMk cId="1051600352" sldId="310"/>
            <ac:spMk id="75" creationId="{0FA9882D-B46E-353B-18DA-E5644792C315}"/>
          </ac:spMkLst>
        </pc:spChg>
        <pc:spChg chg="add mod">
          <ac:chgData name="musukie52@gmail.com" userId="017bd91f96aa8751" providerId="LiveId" clId="{5B2C3894-F97E-4CAB-8812-5BB4D83AAC6A}" dt="2026-01-25T12:28:45.213" v="21226" actId="692"/>
          <ac:spMkLst>
            <pc:docMk/>
            <pc:sldMk cId="1051600352" sldId="310"/>
            <ac:spMk id="76" creationId="{AF48023A-5BF2-10C9-933B-4C0DC70A76AE}"/>
          </ac:spMkLst>
        </pc:spChg>
        <pc:spChg chg="add del">
          <ac:chgData name="musukie52@gmail.com" userId="017bd91f96aa8751" providerId="LiveId" clId="{5B2C3894-F97E-4CAB-8812-5BB4D83AAC6A}" dt="2026-01-25T11:12:21.551" v="20454" actId="478"/>
          <ac:spMkLst>
            <pc:docMk/>
            <pc:sldMk cId="1051600352" sldId="310"/>
            <ac:spMk id="77" creationId="{26AA1B70-BD1E-7516-625E-A7FA10FF0330}"/>
          </ac:spMkLst>
        </pc:spChg>
        <pc:spChg chg="add mod">
          <ac:chgData name="musukie52@gmail.com" userId="017bd91f96aa8751" providerId="LiveId" clId="{5B2C3894-F97E-4CAB-8812-5BB4D83AAC6A}" dt="2026-01-25T12:24:25.076" v="21020" actId="1076"/>
          <ac:spMkLst>
            <pc:docMk/>
            <pc:sldMk cId="1051600352" sldId="310"/>
            <ac:spMk id="78" creationId="{FD6F9DE8-71FD-FF0B-6661-F9138A6027E6}"/>
          </ac:spMkLst>
        </pc:spChg>
        <pc:spChg chg="add del mod">
          <ac:chgData name="musukie52@gmail.com" userId="017bd91f96aa8751" providerId="LiveId" clId="{5B2C3894-F97E-4CAB-8812-5BB4D83AAC6A}" dt="2026-01-25T11:12:43.332" v="20462" actId="478"/>
          <ac:spMkLst>
            <pc:docMk/>
            <pc:sldMk cId="1051600352" sldId="310"/>
            <ac:spMk id="79" creationId="{6FDEB161-2A5B-DED6-38E2-EFA7ACDA9095}"/>
          </ac:spMkLst>
        </pc:spChg>
        <pc:spChg chg="add mod">
          <ac:chgData name="musukie52@gmail.com" userId="017bd91f96aa8751" providerId="LiveId" clId="{5B2C3894-F97E-4CAB-8812-5BB4D83AAC6A}" dt="2026-01-25T12:24:25.076" v="21020" actId="1076"/>
          <ac:spMkLst>
            <pc:docMk/>
            <pc:sldMk cId="1051600352" sldId="310"/>
            <ac:spMk id="80" creationId="{09C8AFEB-5359-42E9-6760-FC7CC5F3E747}"/>
          </ac:spMkLst>
        </pc:spChg>
        <pc:spChg chg="add mod">
          <ac:chgData name="musukie52@gmail.com" userId="017bd91f96aa8751" providerId="LiveId" clId="{5B2C3894-F97E-4CAB-8812-5BB4D83AAC6A}" dt="2026-01-25T12:24:25.076" v="21020" actId="1076"/>
          <ac:spMkLst>
            <pc:docMk/>
            <pc:sldMk cId="1051600352" sldId="310"/>
            <ac:spMk id="81" creationId="{F8BDA315-0FC0-53AF-C53D-AF5DB0EBB2FB}"/>
          </ac:spMkLst>
        </pc:spChg>
        <pc:spChg chg="add mod">
          <ac:chgData name="musukie52@gmail.com" userId="017bd91f96aa8751" providerId="LiveId" clId="{5B2C3894-F97E-4CAB-8812-5BB4D83AAC6A}" dt="2026-01-25T12:24:25.076" v="21020" actId="1076"/>
          <ac:spMkLst>
            <pc:docMk/>
            <pc:sldMk cId="1051600352" sldId="310"/>
            <ac:spMk id="82" creationId="{CD6925D6-7343-973F-47D9-A176592DD754}"/>
          </ac:spMkLst>
        </pc:spChg>
        <pc:spChg chg="add mod ord">
          <ac:chgData name="musukie52@gmail.com" userId="017bd91f96aa8751" providerId="LiveId" clId="{5B2C3894-F97E-4CAB-8812-5BB4D83AAC6A}" dt="2026-01-25T12:24:26.972" v="21026" actId="1076"/>
          <ac:spMkLst>
            <pc:docMk/>
            <pc:sldMk cId="1051600352" sldId="310"/>
            <ac:spMk id="83" creationId="{D293A106-2461-DEF3-D9B3-F1DC8F0E2816}"/>
          </ac:spMkLst>
        </pc:spChg>
        <pc:spChg chg="add mod ord">
          <ac:chgData name="musukie52@gmail.com" userId="017bd91f96aa8751" providerId="LiveId" clId="{5B2C3894-F97E-4CAB-8812-5BB4D83AAC6A}" dt="2026-01-25T12:24:26.972" v="21026" actId="1076"/>
          <ac:spMkLst>
            <pc:docMk/>
            <pc:sldMk cId="1051600352" sldId="310"/>
            <ac:spMk id="84" creationId="{29B610E7-2634-DA14-6105-452B1C6B6A42}"/>
          </ac:spMkLst>
        </pc:spChg>
        <pc:spChg chg="add mod">
          <ac:chgData name="musukie52@gmail.com" userId="017bd91f96aa8751" providerId="LiveId" clId="{5B2C3894-F97E-4CAB-8812-5BB4D83AAC6A}" dt="2026-01-25T12:29:24.037" v="21245" actId="20577"/>
          <ac:spMkLst>
            <pc:docMk/>
            <pc:sldMk cId="1051600352" sldId="310"/>
            <ac:spMk id="85" creationId="{0FD33AA4-EFB0-397C-5D3E-CDB371517185}"/>
          </ac:spMkLst>
        </pc:spChg>
        <pc:spChg chg="del mod">
          <ac:chgData name="musukie52@gmail.com" userId="017bd91f96aa8751" providerId="LiveId" clId="{5B2C3894-F97E-4CAB-8812-5BB4D83AAC6A}" dt="2026-01-25T06:56:05.257" v="17803" actId="478"/>
          <ac:spMkLst>
            <pc:docMk/>
            <pc:sldMk cId="1051600352" sldId="310"/>
            <ac:spMk id="155" creationId="{00000000-0000-0000-0000-000000000000}"/>
          </ac:spMkLst>
        </pc:spChg>
        <pc:spChg chg="del mod">
          <ac:chgData name="musukie52@gmail.com" userId="017bd91f96aa8751" providerId="LiveId" clId="{5B2C3894-F97E-4CAB-8812-5BB4D83AAC6A}" dt="2026-01-24T08:20:10.016" v="17117" actId="478"/>
          <ac:spMkLst>
            <pc:docMk/>
            <pc:sldMk cId="1051600352" sldId="310"/>
            <ac:spMk id="158" creationId="{00000000-0000-0000-0000-000000000000}"/>
          </ac:spMkLst>
        </pc:spChg>
        <pc:spChg chg="del mod">
          <ac:chgData name="musukie52@gmail.com" userId="017bd91f96aa8751" providerId="LiveId" clId="{5B2C3894-F97E-4CAB-8812-5BB4D83AAC6A}" dt="2026-01-24T08:19:53.064" v="17116" actId="478"/>
          <ac:spMkLst>
            <pc:docMk/>
            <pc:sldMk cId="1051600352" sldId="310"/>
            <ac:spMk id="159" creationId="{00000000-0000-0000-0000-000000000000}"/>
          </ac:spMkLst>
        </pc:spChg>
        <pc:grpChg chg="add del mod">
          <ac:chgData name="musukie52@gmail.com" userId="017bd91f96aa8751" providerId="LiveId" clId="{5B2C3894-F97E-4CAB-8812-5BB4D83AAC6A}" dt="2026-01-25T07:57:26.717" v="18125" actId="478"/>
          <ac:grpSpMkLst>
            <pc:docMk/>
            <pc:sldMk cId="1051600352" sldId="310"/>
            <ac:grpSpMk id="6" creationId="{E8888AD3-2077-6E46-396C-4DD58CA7B6F8}"/>
          </ac:grpSpMkLst>
        </pc:grpChg>
        <pc:picChg chg="add del mod modCrop">
          <ac:chgData name="musukie52@gmail.com" userId="017bd91f96aa8751" providerId="LiveId" clId="{5B2C3894-F97E-4CAB-8812-5BB4D83AAC6A}" dt="2026-01-25T10:41:18.958" v="20021" actId="21"/>
          <ac:picMkLst>
            <pc:docMk/>
            <pc:sldMk cId="1051600352" sldId="310"/>
            <ac:picMk id="2" creationId="{1B7F5F6F-0758-1A24-D601-47657CBD2B21}"/>
          </ac:picMkLst>
        </pc:picChg>
        <pc:picChg chg="add del mod">
          <ac:chgData name="musukie52@gmail.com" userId="017bd91f96aa8751" providerId="LiveId" clId="{5B2C3894-F97E-4CAB-8812-5BB4D83AAC6A}" dt="2026-01-25T13:17:13.549" v="22259" actId="478"/>
          <ac:picMkLst>
            <pc:docMk/>
            <pc:sldMk cId="1051600352" sldId="310"/>
            <ac:picMk id="2" creationId="{3C4B1963-4598-2F6E-9441-4A8AA077A59C}"/>
          </ac:picMkLst>
        </pc:picChg>
        <pc:picChg chg="add del mod topLvl">
          <ac:chgData name="musukie52@gmail.com" userId="017bd91f96aa8751" providerId="LiveId" clId="{5B2C3894-F97E-4CAB-8812-5BB4D83AAC6A}" dt="2026-01-25T07:57:35.605" v="18127" actId="478"/>
          <ac:picMkLst>
            <pc:docMk/>
            <pc:sldMk cId="1051600352" sldId="310"/>
            <ac:picMk id="3" creationId="{591F6151-BA23-791A-D461-ED075895B303}"/>
          </ac:picMkLst>
        </pc:picChg>
        <pc:picChg chg="add del mod modCrop">
          <ac:chgData name="musukie52@gmail.com" userId="017bd91f96aa8751" providerId="LiveId" clId="{5B2C3894-F97E-4CAB-8812-5BB4D83AAC6A}" dt="2026-01-25T10:41:18.958" v="20021" actId="21"/>
          <ac:picMkLst>
            <pc:docMk/>
            <pc:sldMk cId="1051600352" sldId="310"/>
            <ac:picMk id="3" creationId="{A5AFA51B-B54A-D988-CDF5-CF1116A5DFB3}"/>
          </ac:picMkLst>
        </pc:picChg>
        <pc:picChg chg="add del mod">
          <ac:chgData name="musukie52@gmail.com" userId="017bd91f96aa8751" providerId="LiveId" clId="{5B2C3894-F97E-4CAB-8812-5BB4D83AAC6A}" dt="2026-01-25T06:37:00.939" v="17717" actId="478"/>
          <ac:picMkLst>
            <pc:docMk/>
            <pc:sldMk cId="1051600352" sldId="310"/>
            <ac:picMk id="3" creationId="{F49CECF5-AE8F-D2E5-B160-1D6CF6B5AFBB}"/>
          </ac:picMkLst>
        </pc:picChg>
        <pc:picChg chg="add mod">
          <ac:chgData name="musukie52@gmail.com" userId="017bd91f96aa8751" providerId="LiveId" clId="{5B2C3894-F97E-4CAB-8812-5BB4D83AAC6A}" dt="2026-01-25T07:54:04.610" v="18119" actId="571"/>
          <ac:picMkLst>
            <pc:docMk/>
            <pc:sldMk cId="1051600352" sldId="310"/>
            <ac:picMk id="4" creationId="{3C9E0919-8E06-7FF8-A9B4-A60EE87F543A}"/>
          </ac:picMkLst>
        </pc:picChg>
        <pc:picChg chg="add del mod">
          <ac:chgData name="musukie52@gmail.com" userId="017bd91f96aa8751" providerId="LiveId" clId="{5B2C3894-F97E-4CAB-8812-5BB4D83AAC6A}" dt="2026-01-25T10:41:18.958" v="20021" actId="21"/>
          <ac:picMkLst>
            <pc:docMk/>
            <pc:sldMk cId="1051600352" sldId="310"/>
            <ac:picMk id="4" creationId="{9096A79F-D8BD-D887-A791-DD45D3727C74}"/>
          </ac:picMkLst>
        </pc:picChg>
        <pc:picChg chg="add del mod modCrop">
          <ac:chgData name="musukie52@gmail.com" userId="017bd91f96aa8751" providerId="LiveId" clId="{5B2C3894-F97E-4CAB-8812-5BB4D83AAC6A}" dt="2026-01-25T10:41:18.958" v="20021" actId="21"/>
          <ac:picMkLst>
            <pc:docMk/>
            <pc:sldMk cId="1051600352" sldId="310"/>
            <ac:picMk id="5" creationId="{039D2D03-669E-8B17-8A96-4AA7CBCEDBFF}"/>
          </ac:picMkLst>
        </pc:picChg>
        <pc:picChg chg="add mod">
          <ac:chgData name="musukie52@gmail.com" userId="017bd91f96aa8751" providerId="LiveId" clId="{5B2C3894-F97E-4CAB-8812-5BB4D83AAC6A}" dt="2026-01-25T07:54:04.610" v="18119" actId="571"/>
          <ac:picMkLst>
            <pc:docMk/>
            <pc:sldMk cId="1051600352" sldId="310"/>
            <ac:picMk id="5" creationId="{375D2263-F580-6ECC-A2F1-8ABA142B7DF6}"/>
          </ac:picMkLst>
        </pc:picChg>
        <pc:picChg chg="add del mod">
          <ac:chgData name="musukie52@gmail.com" userId="017bd91f96aa8751" providerId="LiveId" clId="{5B2C3894-F97E-4CAB-8812-5BB4D83AAC6A}" dt="2026-01-25T06:33:43.284" v="17648" actId="478"/>
          <ac:picMkLst>
            <pc:docMk/>
            <pc:sldMk cId="1051600352" sldId="310"/>
            <ac:picMk id="5" creationId="{CC0ABB36-3F7B-581D-3A60-33F43C82209D}"/>
          </ac:picMkLst>
        </pc:picChg>
        <pc:picChg chg="add del mod">
          <ac:chgData name="musukie52@gmail.com" userId="017bd91f96aa8751" providerId="LiveId" clId="{5B2C3894-F97E-4CAB-8812-5BB4D83AAC6A}" dt="2026-01-25T08:13:00.744" v="18373" actId="478"/>
          <ac:picMkLst>
            <pc:docMk/>
            <pc:sldMk cId="1051600352" sldId="310"/>
            <ac:picMk id="6" creationId="{BF334460-FA18-232E-5141-D1AF00308581}"/>
          </ac:picMkLst>
        </pc:picChg>
        <pc:picChg chg="add del mod modCrop">
          <ac:chgData name="musukie52@gmail.com" userId="017bd91f96aa8751" providerId="LiveId" clId="{5B2C3894-F97E-4CAB-8812-5BB4D83AAC6A}" dt="2026-01-25T06:48:03.434" v="17723" actId="21"/>
          <ac:picMkLst>
            <pc:docMk/>
            <pc:sldMk cId="1051600352" sldId="310"/>
            <ac:picMk id="7" creationId="{8EB89BE9-5155-DA33-1511-1D59F2C45FD3}"/>
          </ac:picMkLst>
        </pc:picChg>
        <pc:picChg chg="add del mod">
          <ac:chgData name="musukie52@gmail.com" userId="017bd91f96aa8751" providerId="LiveId" clId="{5B2C3894-F97E-4CAB-8812-5BB4D83AAC6A}" dt="2026-01-25T08:13:00.744" v="18373" actId="478"/>
          <ac:picMkLst>
            <pc:docMk/>
            <pc:sldMk cId="1051600352" sldId="310"/>
            <ac:picMk id="7" creationId="{D469EA5B-60E1-6822-D8FD-335FFB5D05FA}"/>
          </ac:picMkLst>
        </pc:picChg>
        <pc:picChg chg="add del mod ord">
          <ac:chgData name="musukie52@gmail.com" userId="017bd91f96aa8751" providerId="LiveId" clId="{5B2C3894-F97E-4CAB-8812-5BB4D83AAC6A}" dt="2026-01-25T08:22:15.388" v="18449" actId="478"/>
          <ac:picMkLst>
            <pc:docMk/>
            <pc:sldMk cId="1051600352" sldId="310"/>
            <ac:picMk id="8" creationId="{98E88150-718F-EFD5-9CBA-78835F4D837B}"/>
          </ac:picMkLst>
        </pc:picChg>
        <pc:picChg chg="add del mod ord modCrop">
          <ac:chgData name="musukie52@gmail.com" userId="017bd91f96aa8751" providerId="LiveId" clId="{5B2C3894-F97E-4CAB-8812-5BB4D83AAC6A}" dt="2026-01-25T10:31:55.402" v="19952" actId="478"/>
          <ac:picMkLst>
            <pc:docMk/>
            <pc:sldMk cId="1051600352" sldId="310"/>
            <ac:picMk id="9" creationId="{2567B603-DBC2-C20C-7096-3E59D1D7B46E}"/>
          </ac:picMkLst>
        </pc:picChg>
        <pc:picChg chg="add del mod modCrop">
          <ac:chgData name="musukie52@gmail.com" userId="017bd91f96aa8751" providerId="LiveId" clId="{5B2C3894-F97E-4CAB-8812-5BB4D83AAC6A}" dt="2026-01-25T10:38:22.061" v="20004" actId="478"/>
          <ac:picMkLst>
            <pc:docMk/>
            <pc:sldMk cId="1051600352" sldId="310"/>
            <ac:picMk id="10" creationId="{7B5F784F-EBB2-A2ED-1E65-4D0B295B702B}"/>
          </ac:picMkLst>
        </pc:picChg>
        <pc:picChg chg="add mod ord modCrop">
          <ac:chgData name="musukie52@gmail.com" userId="017bd91f96aa8751" providerId="LiveId" clId="{5B2C3894-F97E-4CAB-8812-5BB4D83AAC6A}" dt="2026-01-25T13:17:21.332" v="22261" actId="1076"/>
          <ac:picMkLst>
            <pc:docMk/>
            <pc:sldMk cId="1051600352" sldId="310"/>
            <ac:picMk id="11" creationId="{B481039F-42B1-0567-3782-2EA65C705AF7}"/>
          </ac:picMkLst>
        </pc:picChg>
        <pc:picChg chg="add del mod">
          <ac:chgData name="musukie52@gmail.com" userId="017bd91f96aa8751" providerId="LiveId" clId="{5B2C3894-F97E-4CAB-8812-5BB4D83AAC6A}" dt="2026-01-25T08:13:00.744" v="18373" actId="478"/>
          <ac:picMkLst>
            <pc:docMk/>
            <pc:sldMk cId="1051600352" sldId="310"/>
            <ac:picMk id="12" creationId="{56DF3EF4-421F-FD94-8286-1A135B34B7B0}"/>
          </ac:picMkLst>
        </pc:picChg>
        <pc:picChg chg="add mod">
          <ac:chgData name="musukie52@gmail.com" userId="017bd91f96aa8751" providerId="LiveId" clId="{5B2C3894-F97E-4CAB-8812-5BB4D83AAC6A}" dt="2026-01-25T09:15:54.781" v="19750" actId="1076"/>
          <ac:picMkLst>
            <pc:docMk/>
            <pc:sldMk cId="1051600352" sldId="310"/>
            <ac:picMk id="16" creationId="{90C79365-02DE-A03B-263D-33FFBC110043}"/>
          </ac:picMkLst>
        </pc:picChg>
        <pc:picChg chg="add del mod">
          <ac:chgData name="musukie52@gmail.com" userId="017bd91f96aa8751" providerId="LiveId" clId="{5B2C3894-F97E-4CAB-8812-5BB4D83AAC6A}" dt="2026-01-25T08:03:44.633" v="18191" actId="478"/>
          <ac:picMkLst>
            <pc:docMk/>
            <pc:sldMk cId="1051600352" sldId="310"/>
            <ac:picMk id="24" creationId="{921A3C8A-4F67-B1E3-F228-F7808743E400}"/>
          </ac:picMkLst>
        </pc:picChg>
        <pc:picChg chg="add del mod">
          <ac:chgData name="musukie52@gmail.com" userId="017bd91f96aa8751" providerId="LiveId" clId="{5B2C3894-F97E-4CAB-8812-5BB4D83AAC6A}" dt="2026-01-25T10:41:18.958" v="20021" actId="21"/>
          <ac:picMkLst>
            <pc:docMk/>
            <pc:sldMk cId="1051600352" sldId="310"/>
            <ac:picMk id="24" creationId="{F8734639-238D-D207-BB55-F283A14A9C38}"/>
          </ac:picMkLst>
        </pc:picChg>
        <pc:picChg chg="add del mod modCrop">
          <ac:chgData name="musukie52@gmail.com" userId="017bd91f96aa8751" providerId="LiveId" clId="{5B2C3894-F97E-4CAB-8812-5BB4D83AAC6A}" dt="2026-01-25T10:41:18.958" v="20021" actId="21"/>
          <ac:picMkLst>
            <pc:docMk/>
            <pc:sldMk cId="1051600352" sldId="310"/>
            <ac:picMk id="25" creationId="{61F924E9-75C6-15E9-23B0-2625454E7411}"/>
          </ac:picMkLst>
        </pc:picChg>
        <pc:picChg chg="add del mod ord topLvl modCrop">
          <ac:chgData name="musukie52@gmail.com" userId="017bd91f96aa8751" providerId="LiveId" clId="{5B2C3894-F97E-4CAB-8812-5BB4D83AAC6A}" dt="2026-01-25T07:57:26.717" v="18125" actId="478"/>
          <ac:picMkLst>
            <pc:docMk/>
            <pc:sldMk cId="1051600352" sldId="310"/>
            <ac:picMk id="25" creationId="{C47EE475-FF3A-1E29-E7FA-3AA47D2BEDF0}"/>
          </ac:picMkLst>
        </pc:picChg>
        <pc:picChg chg="add del mod modCrop">
          <ac:chgData name="musukie52@gmail.com" userId="017bd91f96aa8751" providerId="LiveId" clId="{5B2C3894-F97E-4CAB-8812-5BB4D83AAC6A}" dt="2026-01-25T10:41:18.958" v="20021" actId="21"/>
          <ac:picMkLst>
            <pc:docMk/>
            <pc:sldMk cId="1051600352" sldId="310"/>
            <ac:picMk id="26" creationId="{0C7E7A04-89DD-6546-E694-C9296B3DABF4}"/>
          </ac:picMkLst>
        </pc:picChg>
        <pc:picChg chg="add del mod">
          <ac:chgData name="musukie52@gmail.com" userId="017bd91f96aa8751" providerId="LiveId" clId="{5B2C3894-F97E-4CAB-8812-5BB4D83AAC6A}" dt="2026-01-25T08:03:41.488" v="18189" actId="478"/>
          <ac:picMkLst>
            <pc:docMk/>
            <pc:sldMk cId="1051600352" sldId="310"/>
            <ac:picMk id="27" creationId="{09643BA8-DBD1-CB9D-3E52-785A5CC1EAD3}"/>
          </ac:picMkLst>
        </pc:picChg>
        <pc:picChg chg="add del mod ord">
          <ac:chgData name="musukie52@gmail.com" userId="017bd91f96aa8751" providerId="LiveId" clId="{5B2C3894-F97E-4CAB-8812-5BB4D83AAC6A}" dt="2026-01-24T08:20:11.780" v="17119" actId="478"/>
          <ac:picMkLst>
            <pc:docMk/>
            <pc:sldMk cId="1051600352" sldId="310"/>
            <ac:picMk id="27" creationId="{3AB1A4C9-AFE7-ACA3-7781-0325C6921ED3}"/>
          </ac:picMkLst>
        </pc:picChg>
        <pc:picChg chg="add del mod modCrop">
          <ac:chgData name="musukie52@gmail.com" userId="017bd91f96aa8751" providerId="LiveId" clId="{5B2C3894-F97E-4CAB-8812-5BB4D83AAC6A}" dt="2026-01-25T10:41:18.958" v="20021" actId="21"/>
          <ac:picMkLst>
            <pc:docMk/>
            <pc:sldMk cId="1051600352" sldId="310"/>
            <ac:picMk id="27" creationId="{CF016124-D755-56B5-E647-355D473607AD}"/>
          </ac:picMkLst>
        </pc:picChg>
        <pc:picChg chg="add del mod modCrop">
          <ac:chgData name="musukie52@gmail.com" userId="017bd91f96aa8751" providerId="LiveId" clId="{5B2C3894-F97E-4CAB-8812-5BB4D83AAC6A}" dt="2026-01-25T08:13:47.612" v="18384" actId="478"/>
          <ac:picMkLst>
            <pc:docMk/>
            <pc:sldMk cId="1051600352" sldId="310"/>
            <ac:picMk id="29" creationId="{04EECAD8-9BFC-C5F3-288C-4ED1B9561301}"/>
          </ac:picMkLst>
        </pc:picChg>
        <pc:picChg chg="add del mod">
          <ac:chgData name="musukie52@gmail.com" userId="017bd91f96aa8751" providerId="LiveId" clId="{5B2C3894-F97E-4CAB-8812-5BB4D83AAC6A}" dt="2026-01-25T08:06:37.335" v="18225" actId="478"/>
          <ac:picMkLst>
            <pc:docMk/>
            <pc:sldMk cId="1051600352" sldId="310"/>
            <ac:picMk id="30" creationId="{4490634A-FFAB-0608-84D4-19883B6A40FD}"/>
          </ac:picMkLst>
        </pc:picChg>
        <pc:picChg chg="add del mod ord">
          <ac:chgData name="musukie52@gmail.com" userId="017bd91f96aa8751" providerId="LiveId" clId="{5B2C3894-F97E-4CAB-8812-5BB4D83AAC6A}" dt="2026-01-25T10:41:18.958" v="20021" actId="21"/>
          <ac:picMkLst>
            <pc:docMk/>
            <pc:sldMk cId="1051600352" sldId="310"/>
            <ac:picMk id="31" creationId="{394AEFB7-904F-90A4-0B0D-5015AE254DA3}"/>
          </ac:picMkLst>
        </pc:picChg>
        <pc:picChg chg="add mod">
          <ac:chgData name="musukie52@gmail.com" userId="017bd91f96aa8751" providerId="LiveId" clId="{5B2C3894-F97E-4CAB-8812-5BB4D83AAC6A}" dt="2026-01-25T08:05:50.574" v="18217" actId="571"/>
          <ac:picMkLst>
            <pc:docMk/>
            <pc:sldMk cId="1051600352" sldId="310"/>
            <ac:picMk id="31" creationId="{EC4416F8-7A74-8C54-1B40-7A84D067A803}"/>
          </ac:picMkLst>
        </pc:picChg>
        <pc:picChg chg="add mod ord">
          <ac:chgData name="musukie52@gmail.com" userId="017bd91f96aa8751" providerId="LiveId" clId="{5B2C3894-F97E-4CAB-8812-5BB4D83AAC6A}" dt="2026-01-22T15:32:34.341" v="8153" actId="167"/>
          <ac:picMkLst>
            <pc:docMk/>
            <pc:sldMk cId="1051600352" sldId="310"/>
            <ac:picMk id="32" creationId="{252B6403-65F6-8B0F-DFE0-96C64C7CDA4C}"/>
          </ac:picMkLst>
        </pc:picChg>
        <pc:picChg chg="add del mod">
          <ac:chgData name="musukie52@gmail.com" userId="017bd91f96aa8751" providerId="LiveId" clId="{5B2C3894-F97E-4CAB-8812-5BB4D83AAC6A}" dt="2026-01-25T08:39:11.573" v="18452" actId="478"/>
          <ac:picMkLst>
            <pc:docMk/>
            <pc:sldMk cId="1051600352" sldId="310"/>
            <ac:picMk id="35" creationId="{2386BD2E-877D-C3C6-8CBF-05C19B4F15F0}"/>
          </ac:picMkLst>
        </pc:picChg>
        <pc:picChg chg="add del mod modCrop">
          <ac:chgData name="musukie52@gmail.com" userId="017bd91f96aa8751" providerId="LiveId" clId="{5B2C3894-F97E-4CAB-8812-5BB4D83AAC6A}" dt="2026-01-25T10:41:18.958" v="20021" actId="21"/>
          <ac:picMkLst>
            <pc:docMk/>
            <pc:sldMk cId="1051600352" sldId="310"/>
            <ac:picMk id="37" creationId="{09B49B9C-429E-B105-65D4-466E2FD01C25}"/>
          </ac:picMkLst>
        </pc:picChg>
        <pc:picChg chg="add del mod modCrop">
          <ac:chgData name="musukie52@gmail.com" userId="017bd91f96aa8751" providerId="LiveId" clId="{5B2C3894-F97E-4CAB-8812-5BB4D83AAC6A}" dt="2026-01-25T06:51:22.282" v="17744" actId="478"/>
          <ac:picMkLst>
            <pc:docMk/>
            <pc:sldMk cId="1051600352" sldId="310"/>
            <ac:picMk id="38" creationId="{450B6DE6-24FB-9BCF-2F48-804BA7A04078}"/>
          </ac:picMkLst>
        </pc:picChg>
        <pc:picChg chg="add mod modCrop">
          <ac:chgData name="musukie52@gmail.com" userId="017bd91f96aa8751" providerId="LiveId" clId="{5B2C3894-F97E-4CAB-8812-5BB4D83AAC6A}" dt="2026-01-25T10:34:21.957" v="19974" actId="1076"/>
          <ac:picMkLst>
            <pc:docMk/>
            <pc:sldMk cId="1051600352" sldId="310"/>
            <ac:picMk id="39" creationId="{08549951-2C3B-D56E-3281-9441A1B788E0}"/>
          </ac:picMkLst>
        </pc:picChg>
        <pc:picChg chg="add del mod modCrop">
          <ac:chgData name="musukie52@gmail.com" userId="017bd91f96aa8751" providerId="LiveId" clId="{5B2C3894-F97E-4CAB-8812-5BB4D83AAC6A}" dt="2026-01-25T11:01:15.711" v="20309" actId="478"/>
          <ac:picMkLst>
            <pc:docMk/>
            <pc:sldMk cId="1051600352" sldId="310"/>
            <ac:picMk id="41" creationId="{44F138BE-C873-CCC0-B20F-2F88298129D4}"/>
          </ac:picMkLst>
        </pc:picChg>
        <pc:picChg chg="add del mod">
          <ac:chgData name="musukie52@gmail.com" userId="017bd91f96aa8751" providerId="LiveId" clId="{5B2C3894-F97E-4CAB-8812-5BB4D83AAC6A}" dt="2026-01-25T06:51:22.282" v="17744" actId="478"/>
          <ac:picMkLst>
            <pc:docMk/>
            <pc:sldMk cId="1051600352" sldId="310"/>
            <ac:picMk id="42" creationId="{3738F704-1E30-522A-35B8-1AC151D98A45}"/>
          </ac:picMkLst>
        </pc:picChg>
        <pc:picChg chg="add mod">
          <ac:chgData name="musukie52@gmail.com" userId="017bd91f96aa8751" providerId="LiveId" clId="{5B2C3894-F97E-4CAB-8812-5BB4D83AAC6A}" dt="2026-01-25T10:41:08.558" v="20019"/>
          <ac:picMkLst>
            <pc:docMk/>
            <pc:sldMk cId="1051600352" sldId="310"/>
            <ac:picMk id="42" creationId="{934225F8-6F63-61C5-6334-B7C51C9C0929}"/>
          </ac:picMkLst>
        </pc:picChg>
        <pc:picChg chg="del">
          <ac:chgData name="musukie52@gmail.com" userId="017bd91f96aa8751" providerId="LiveId" clId="{5B2C3894-F97E-4CAB-8812-5BB4D83AAC6A}" dt="2026-01-25T11:15:07.605" v="20492" actId="478"/>
          <ac:picMkLst>
            <pc:docMk/>
            <pc:sldMk cId="1051600352" sldId="310"/>
            <ac:picMk id="43" creationId="{20EFAF18-ABCA-1D71-D109-AA558EACBF20}"/>
          </ac:picMkLst>
        </pc:picChg>
        <pc:picChg chg="add mod">
          <ac:chgData name="musukie52@gmail.com" userId="017bd91f96aa8751" providerId="LiveId" clId="{5B2C3894-F97E-4CAB-8812-5BB4D83AAC6A}" dt="2026-01-25T10:41:08.558" v="20019"/>
          <ac:picMkLst>
            <pc:docMk/>
            <pc:sldMk cId="1051600352" sldId="310"/>
            <ac:picMk id="46" creationId="{B171A23D-8C79-3E4B-F242-E18BD0A72187}"/>
          </ac:picMkLst>
        </pc:picChg>
        <pc:picChg chg="add mod ord">
          <ac:chgData name="musukie52@gmail.com" userId="017bd91f96aa8751" providerId="LiveId" clId="{5B2C3894-F97E-4CAB-8812-5BB4D83AAC6A}" dt="2026-01-25T10:39:58.875" v="20009" actId="167"/>
          <ac:picMkLst>
            <pc:docMk/>
            <pc:sldMk cId="1051600352" sldId="310"/>
            <ac:picMk id="47" creationId="{9CCAD0BD-A93D-CE53-C5D5-525EB9B140E3}"/>
          </ac:picMkLst>
        </pc:picChg>
        <pc:picChg chg="add mod modCrop">
          <ac:chgData name="musukie52@gmail.com" userId="017bd91f96aa8751" providerId="LiveId" clId="{5B2C3894-F97E-4CAB-8812-5BB4D83AAC6A}" dt="2026-01-25T12:24:25.076" v="21020" actId="1076"/>
          <ac:picMkLst>
            <pc:docMk/>
            <pc:sldMk cId="1051600352" sldId="310"/>
            <ac:picMk id="52" creationId="{1E04919E-F2E6-87B1-8464-3D31C567B223}"/>
          </ac:picMkLst>
        </pc:picChg>
        <pc:picChg chg="add mod ord modCrop">
          <ac:chgData name="musukie52@gmail.com" userId="017bd91f96aa8751" providerId="LiveId" clId="{5B2C3894-F97E-4CAB-8812-5BB4D83AAC6A}" dt="2026-01-25T12:24:24.892" v="21019" actId="1076"/>
          <ac:picMkLst>
            <pc:docMk/>
            <pc:sldMk cId="1051600352" sldId="310"/>
            <ac:picMk id="53" creationId="{ACB2EB16-7A8C-04C6-8FF4-FFF650708404}"/>
          </ac:picMkLst>
        </pc:picChg>
        <pc:picChg chg="add del mod ord">
          <ac:chgData name="musukie52@gmail.com" userId="017bd91f96aa8751" providerId="LiveId" clId="{5B2C3894-F97E-4CAB-8812-5BB4D83AAC6A}" dt="2026-01-24T08:20:11.075" v="17118" actId="478"/>
          <ac:picMkLst>
            <pc:docMk/>
            <pc:sldMk cId="1051600352" sldId="310"/>
            <ac:picMk id="55" creationId="{E1043C9D-0351-907E-BE8F-3336D1A3A811}"/>
          </ac:picMkLst>
        </pc:picChg>
        <pc:picChg chg="add mod modCrop">
          <ac:chgData name="musukie52@gmail.com" userId="017bd91f96aa8751" providerId="LiveId" clId="{5B2C3894-F97E-4CAB-8812-5BB4D83AAC6A}" dt="2026-01-25T11:15:35.984" v="20498" actId="14100"/>
          <ac:picMkLst>
            <pc:docMk/>
            <pc:sldMk cId="1051600352" sldId="310"/>
            <ac:picMk id="60" creationId="{C5FF8F1A-274E-A78B-C22A-2B398125DE76}"/>
          </ac:picMkLst>
        </pc:picChg>
        <pc:picChg chg="add del mod modCrop">
          <ac:chgData name="musukie52@gmail.com" userId="017bd91f96aa8751" providerId="LiveId" clId="{5B2C3894-F97E-4CAB-8812-5BB4D83AAC6A}" dt="2026-01-25T11:10:51.175" v="20438" actId="1076"/>
          <ac:picMkLst>
            <pc:docMk/>
            <pc:sldMk cId="1051600352" sldId="310"/>
            <ac:picMk id="61" creationId="{DACD5B6C-7263-A141-DB7A-2377DB8DE405}"/>
          </ac:picMkLst>
        </pc:picChg>
        <pc:picChg chg="add mod modCrop">
          <ac:chgData name="musukie52@gmail.com" userId="017bd91f96aa8751" providerId="LiveId" clId="{5B2C3894-F97E-4CAB-8812-5BB4D83AAC6A}" dt="2026-01-25T12:22:35.022" v="20994" actId="14861"/>
          <ac:picMkLst>
            <pc:docMk/>
            <pc:sldMk cId="1051600352" sldId="310"/>
            <ac:picMk id="62" creationId="{5A80B691-45C3-87A4-0FFE-A10FD7DE1021}"/>
          </ac:picMkLst>
        </pc:picChg>
        <pc:picChg chg="add mod modCrop">
          <ac:chgData name="musukie52@gmail.com" userId="017bd91f96aa8751" providerId="LiveId" clId="{5B2C3894-F97E-4CAB-8812-5BB4D83AAC6A}" dt="2026-01-25T08:20:16.352" v="18441" actId="732"/>
          <ac:picMkLst>
            <pc:docMk/>
            <pc:sldMk cId="1051600352" sldId="310"/>
            <ac:picMk id="63" creationId="{87B61AAA-D7F5-9A5D-AEA7-3B76E26E3D74}"/>
          </ac:picMkLst>
        </pc:picChg>
        <pc:picChg chg="add mod modCrop">
          <ac:chgData name="musukie52@gmail.com" userId="017bd91f96aa8751" providerId="LiveId" clId="{5B2C3894-F97E-4CAB-8812-5BB4D83AAC6A}" dt="2026-01-25T11:10:51.175" v="20438" actId="1076"/>
          <ac:picMkLst>
            <pc:docMk/>
            <pc:sldMk cId="1051600352" sldId="310"/>
            <ac:picMk id="64" creationId="{5A09166E-2D12-0B76-91A0-EBE496DE9FB9}"/>
          </ac:picMkLst>
        </pc:picChg>
        <pc:picChg chg="add mod">
          <ac:chgData name="musukie52@gmail.com" userId="017bd91f96aa8751" providerId="LiveId" clId="{5B2C3894-F97E-4CAB-8812-5BB4D83AAC6A}" dt="2026-01-25T11:02:41.711" v="20331"/>
          <ac:picMkLst>
            <pc:docMk/>
            <pc:sldMk cId="1051600352" sldId="310"/>
            <ac:picMk id="65" creationId="{E2F52C63-9D91-E4D8-5BD0-D4D32D4417B0}"/>
          </ac:picMkLst>
        </pc:picChg>
        <pc:picChg chg="add mod">
          <ac:chgData name="musukie52@gmail.com" userId="017bd91f96aa8751" providerId="LiveId" clId="{5B2C3894-F97E-4CAB-8812-5BB4D83AAC6A}" dt="2026-01-25T11:02:41.711" v="20331"/>
          <ac:picMkLst>
            <pc:docMk/>
            <pc:sldMk cId="1051600352" sldId="310"/>
            <ac:picMk id="66" creationId="{3917687C-2E23-1720-BC64-8EF4BC6F1CE3}"/>
          </ac:picMkLst>
        </pc:picChg>
        <pc:picChg chg="add mod modCrop">
          <ac:chgData name="musukie52@gmail.com" userId="017bd91f96aa8751" providerId="LiveId" clId="{5B2C3894-F97E-4CAB-8812-5BB4D83AAC6A}" dt="2026-01-25T11:10:51.175" v="20438" actId="1076"/>
          <ac:picMkLst>
            <pc:docMk/>
            <pc:sldMk cId="1051600352" sldId="310"/>
            <ac:picMk id="67" creationId="{53B0A3A2-89E1-CF57-14DF-1C29F7F403B8}"/>
          </ac:picMkLst>
        </pc:picChg>
        <pc:picChg chg="mod ord">
          <ac:chgData name="musukie52@gmail.com" userId="017bd91f96aa8751" providerId="LiveId" clId="{5B2C3894-F97E-4CAB-8812-5BB4D83AAC6A}" dt="2026-01-25T10:03:56.861" v="19894" actId="167"/>
          <ac:picMkLst>
            <pc:docMk/>
            <pc:sldMk cId="1051600352" sldId="310"/>
            <ac:picMk id="154" creationId="{342AE6C9-F081-5B0A-94BA-37029D99FEEE}"/>
          </ac:picMkLst>
        </pc:picChg>
      </pc:sldChg>
      <pc:sldChg chg="addSp delSp modSp mod">
        <pc:chgData name="musukie52@gmail.com" userId="017bd91f96aa8751" providerId="LiveId" clId="{5B2C3894-F97E-4CAB-8812-5BB4D83AAC6A}" dt="2026-01-22T13:39:19.939" v="6414" actId="478"/>
        <pc:sldMkLst>
          <pc:docMk/>
          <pc:sldMk cId="2176070825" sldId="311"/>
        </pc:sldMkLst>
        <pc:picChg chg="add mod">
          <ac:chgData name="musukie52@gmail.com" userId="017bd91f96aa8751" providerId="LiveId" clId="{5B2C3894-F97E-4CAB-8812-5BB4D83AAC6A}" dt="2026-01-22T13:39:18.557" v="6413"/>
          <ac:picMkLst>
            <pc:docMk/>
            <pc:sldMk cId="2176070825" sldId="311"/>
            <ac:picMk id="9" creationId="{57668D30-01B7-7877-4120-B454A2CDBF43}"/>
          </ac:picMkLst>
        </pc:picChg>
        <pc:picChg chg="add mod">
          <ac:chgData name="musukie52@gmail.com" userId="017bd91f96aa8751" providerId="LiveId" clId="{5B2C3894-F97E-4CAB-8812-5BB4D83AAC6A}" dt="2026-01-22T13:39:18.557" v="6413"/>
          <ac:picMkLst>
            <pc:docMk/>
            <pc:sldMk cId="2176070825" sldId="311"/>
            <ac:picMk id="13" creationId="{E5DFD310-68D4-87D7-6086-B72CF5492F01}"/>
          </ac:picMkLst>
        </pc:picChg>
        <pc:picChg chg="add mod">
          <ac:chgData name="musukie52@gmail.com" userId="017bd91f96aa8751" providerId="LiveId" clId="{5B2C3894-F97E-4CAB-8812-5BB4D83AAC6A}" dt="2026-01-22T13:39:18.557" v="6413"/>
          <ac:picMkLst>
            <pc:docMk/>
            <pc:sldMk cId="2176070825" sldId="311"/>
            <ac:picMk id="14" creationId="{8B35B3F0-B4F7-9DFE-34FD-C3851BFA9D57}"/>
          </ac:picMkLst>
        </pc:picChg>
        <pc:picChg chg="add mod">
          <ac:chgData name="musukie52@gmail.com" userId="017bd91f96aa8751" providerId="LiveId" clId="{5B2C3894-F97E-4CAB-8812-5BB4D83AAC6A}" dt="2026-01-22T13:39:18.557" v="6413"/>
          <ac:picMkLst>
            <pc:docMk/>
            <pc:sldMk cId="2176070825" sldId="311"/>
            <ac:picMk id="24" creationId="{5BBA2CBB-06A6-6ADC-BFC3-F7622BEF6B4D}"/>
          </ac:picMkLst>
        </pc:picChg>
        <pc:picChg chg="add mod">
          <ac:chgData name="musukie52@gmail.com" userId="017bd91f96aa8751" providerId="LiveId" clId="{5B2C3894-F97E-4CAB-8812-5BB4D83AAC6A}" dt="2026-01-22T13:39:18.557" v="6413"/>
          <ac:picMkLst>
            <pc:docMk/>
            <pc:sldMk cId="2176070825" sldId="311"/>
            <ac:picMk id="25" creationId="{38B8E580-4501-EE84-45D4-6ABF821C95E7}"/>
          </ac:picMkLst>
        </pc:picChg>
        <pc:picChg chg="add mod">
          <ac:chgData name="musukie52@gmail.com" userId="017bd91f96aa8751" providerId="LiveId" clId="{5B2C3894-F97E-4CAB-8812-5BB4D83AAC6A}" dt="2026-01-22T13:39:18.557" v="6413"/>
          <ac:picMkLst>
            <pc:docMk/>
            <pc:sldMk cId="2176070825" sldId="311"/>
            <ac:picMk id="26" creationId="{513A861E-38B2-8060-D0E6-4C78751EB9C0}"/>
          </ac:picMkLst>
        </pc:picChg>
      </pc:sldChg>
      <pc:sldChg chg="addSp modSp new add del mod">
        <pc:chgData name="musukie52@gmail.com" userId="017bd91f96aa8751" providerId="LiveId" clId="{5B2C3894-F97E-4CAB-8812-5BB4D83AAC6A}" dt="2026-01-25T13:04:26.164" v="22172" actId="47"/>
        <pc:sldMkLst>
          <pc:docMk/>
          <pc:sldMk cId="1262848577" sldId="312"/>
        </pc:sldMkLst>
        <pc:picChg chg="add mod">
          <ac:chgData name="musukie52@gmail.com" userId="017bd91f96aa8751" providerId="LiveId" clId="{5B2C3894-F97E-4CAB-8812-5BB4D83AAC6A}" dt="2026-01-22T12:14:18.259" v="4944" actId="962"/>
          <ac:picMkLst>
            <pc:docMk/>
            <pc:sldMk cId="1262848577" sldId="312"/>
            <ac:picMk id="5" creationId="{6CF0E6A2-B03F-2B4B-D46D-8558EBCAD753}"/>
          </ac:picMkLst>
        </pc:picChg>
      </pc:sldChg>
      <pc:sldChg chg="add del setBg">
        <pc:chgData name="musukie52@gmail.com" userId="017bd91f96aa8751" providerId="LiveId" clId="{5B2C3894-F97E-4CAB-8812-5BB4D83AAC6A}" dt="2026-01-25T13:04:29.833" v="22173" actId="47"/>
        <pc:sldMkLst>
          <pc:docMk/>
          <pc:sldMk cId="1260566348" sldId="313"/>
        </pc:sldMkLst>
      </pc:sldChg>
      <pc:sldChg chg="addSp delSp modSp new mod">
        <pc:chgData name="musukie52@gmail.com" userId="017bd91f96aa8751" providerId="LiveId" clId="{5B2C3894-F97E-4CAB-8812-5BB4D83AAC6A}" dt="2026-01-22T18:05:15.163" v="8574" actId="20577"/>
        <pc:sldMkLst>
          <pc:docMk/>
          <pc:sldMk cId="2617679088" sldId="314"/>
        </pc:sldMkLst>
        <pc:spChg chg="add mod">
          <ac:chgData name="musukie52@gmail.com" userId="017bd91f96aa8751" providerId="LiveId" clId="{5B2C3894-F97E-4CAB-8812-5BB4D83AAC6A}" dt="2026-01-22T18:05:15.163" v="8574" actId="20577"/>
          <ac:spMkLst>
            <pc:docMk/>
            <pc:sldMk cId="2617679088" sldId="314"/>
            <ac:spMk id="14" creationId="{BB1E64E6-E2A9-E2AF-3773-21A4D3BB930C}"/>
          </ac:spMkLst>
        </pc:spChg>
        <pc:picChg chg="add mod">
          <ac:chgData name="musukie52@gmail.com" userId="017bd91f96aa8751" providerId="LiveId" clId="{5B2C3894-F97E-4CAB-8812-5BB4D83AAC6A}" dt="2026-01-22T17:55:54.658" v="8410"/>
          <ac:picMkLst>
            <pc:docMk/>
            <pc:sldMk cId="2617679088" sldId="314"/>
            <ac:picMk id="36" creationId="{3EEB8E62-0DC5-D87D-FDB9-5E4421D26A94}"/>
          </ac:picMkLst>
        </pc:picChg>
        <pc:picChg chg="add mod">
          <ac:chgData name="musukie52@gmail.com" userId="017bd91f96aa8751" providerId="LiveId" clId="{5B2C3894-F97E-4CAB-8812-5BB4D83AAC6A}" dt="2026-01-22T17:53:32.263" v="8358" actId="1076"/>
          <ac:picMkLst>
            <pc:docMk/>
            <pc:sldMk cId="2617679088" sldId="314"/>
            <ac:picMk id="39" creationId="{045A01A6-28E6-505A-0B74-17121E1534FC}"/>
          </ac:picMkLst>
        </pc:picChg>
        <pc:picChg chg="add mod modCrop">
          <ac:chgData name="musukie52@gmail.com" userId="017bd91f96aa8751" providerId="LiveId" clId="{5B2C3894-F97E-4CAB-8812-5BB4D83AAC6A}" dt="2026-01-22T18:05:01.946" v="8562" actId="14100"/>
          <ac:picMkLst>
            <pc:docMk/>
            <pc:sldMk cId="2617679088" sldId="314"/>
            <ac:picMk id="208" creationId="{77609F00-0992-0E5D-2F00-49BCA61D7FB5}"/>
          </ac:picMkLst>
        </pc:picChg>
      </pc:sldChg>
      <pc:sldChg chg="addSp delSp modSp add mod ord setBg">
        <pc:chgData name="musukie52@gmail.com" userId="017bd91f96aa8751" providerId="LiveId" clId="{5B2C3894-F97E-4CAB-8812-5BB4D83AAC6A}" dt="2026-01-25T13:21:44.903" v="22296" actId="1076"/>
        <pc:sldMkLst>
          <pc:docMk/>
          <pc:sldMk cId="1849325569" sldId="315"/>
        </pc:sldMkLst>
        <pc:spChg chg="add mod">
          <ac:chgData name="musukie52@gmail.com" userId="017bd91f96aa8751" providerId="LiveId" clId="{5B2C3894-F97E-4CAB-8812-5BB4D83AAC6A}" dt="2026-01-25T13:21:44.903" v="22296" actId="1076"/>
          <ac:spMkLst>
            <pc:docMk/>
            <pc:sldMk cId="1849325569" sldId="315"/>
            <ac:spMk id="6" creationId="{5AD36181-6569-1CF7-8527-3A98F41236C7}"/>
          </ac:spMkLst>
        </pc:spChg>
        <pc:spChg chg="mod">
          <ac:chgData name="musukie52@gmail.com" userId="017bd91f96aa8751" providerId="LiveId" clId="{5B2C3894-F97E-4CAB-8812-5BB4D83AAC6A}" dt="2026-01-24T08:14:04.308" v="16866" actId="2711"/>
          <ac:spMkLst>
            <pc:docMk/>
            <pc:sldMk cId="1849325569" sldId="315"/>
            <ac:spMk id="15" creationId="{BD42AA2F-BF4D-A952-8CC6-66F8409E7753}"/>
          </ac:spMkLst>
        </pc:spChg>
        <pc:spChg chg="mod">
          <ac:chgData name="musukie52@gmail.com" userId="017bd91f96aa8751" providerId="LiveId" clId="{5B2C3894-F97E-4CAB-8812-5BB4D83AAC6A}" dt="2026-01-24T08:14:04.308" v="16866" actId="2711"/>
          <ac:spMkLst>
            <pc:docMk/>
            <pc:sldMk cId="1849325569" sldId="315"/>
            <ac:spMk id="17" creationId="{304C218A-6ECD-EB45-A3E0-6B1CA073C2AE}"/>
          </ac:spMkLst>
        </pc:spChg>
        <pc:spChg chg="mod">
          <ac:chgData name="musukie52@gmail.com" userId="017bd91f96aa8751" providerId="LiveId" clId="{5B2C3894-F97E-4CAB-8812-5BB4D83AAC6A}" dt="2026-01-24T08:14:04.308" v="16866" actId="2711"/>
          <ac:spMkLst>
            <pc:docMk/>
            <pc:sldMk cId="1849325569" sldId="315"/>
            <ac:spMk id="18" creationId="{03C17F71-846C-B095-BA67-075FB1ACDDFA}"/>
          </ac:spMkLst>
        </pc:spChg>
        <pc:spChg chg="mod">
          <ac:chgData name="musukie52@gmail.com" userId="017bd91f96aa8751" providerId="LiveId" clId="{5B2C3894-F97E-4CAB-8812-5BB4D83AAC6A}" dt="2026-01-24T08:14:04.308" v="16866" actId="2711"/>
          <ac:spMkLst>
            <pc:docMk/>
            <pc:sldMk cId="1849325569" sldId="315"/>
            <ac:spMk id="19" creationId="{860CDE6D-8E44-67ED-BC63-416F54782F3C}"/>
          </ac:spMkLst>
        </pc:spChg>
        <pc:spChg chg="mod">
          <ac:chgData name="musukie52@gmail.com" userId="017bd91f96aa8751" providerId="LiveId" clId="{5B2C3894-F97E-4CAB-8812-5BB4D83AAC6A}" dt="2026-01-24T08:14:04.308" v="16866" actId="2711"/>
          <ac:spMkLst>
            <pc:docMk/>
            <pc:sldMk cId="1849325569" sldId="315"/>
            <ac:spMk id="20" creationId="{C7F42E82-B2BE-C382-730A-726A26C79903}"/>
          </ac:spMkLst>
        </pc:spChg>
        <pc:spChg chg="mod">
          <ac:chgData name="musukie52@gmail.com" userId="017bd91f96aa8751" providerId="LiveId" clId="{5B2C3894-F97E-4CAB-8812-5BB4D83AAC6A}" dt="2026-01-24T08:14:04.308" v="16866" actId="2711"/>
          <ac:spMkLst>
            <pc:docMk/>
            <pc:sldMk cId="1849325569" sldId="315"/>
            <ac:spMk id="22" creationId="{8DE89997-C964-5856-D280-D47CCDA97FE4}"/>
          </ac:spMkLst>
        </pc:spChg>
        <pc:spChg chg="add mod">
          <ac:chgData name="musukie52@gmail.com" userId="017bd91f96aa8751" providerId="LiveId" clId="{5B2C3894-F97E-4CAB-8812-5BB4D83AAC6A}" dt="2026-01-24T08:09:12.811" v="16858" actId="1076"/>
          <ac:spMkLst>
            <pc:docMk/>
            <pc:sldMk cId="1849325569" sldId="315"/>
            <ac:spMk id="23" creationId="{8A410126-F3C6-70D6-D855-7DAFDB27EF67}"/>
          </ac:spMkLst>
        </pc:spChg>
        <pc:spChg chg="mod">
          <ac:chgData name="musukie52@gmail.com" userId="017bd91f96aa8751" providerId="LiveId" clId="{5B2C3894-F97E-4CAB-8812-5BB4D83AAC6A}" dt="2026-01-24T08:14:04.308" v="16866" actId="2711"/>
          <ac:spMkLst>
            <pc:docMk/>
            <pc:sldMk cId="1849325569" sldId="315"/>
            <ac:spMk id="33" creationId="{E6456AA0-39FD-350E-DF36-A4D90280ACA5}"/>
          </ac:spMkLst>
        </pc:spChg>
        <pc:spChg chg="mod">
          <ac:chgData name="musukie52@gmail.com" userId="017bd91f96aa8751" providerId="LiveId" clId="{5B2C3894-F97E-4CAB-8812-5BB4D83AAC6A}" dt="2026-01-24T08:14:04.308" v="16866" actId="2711"/>
          <ac:spMkLst>
            <pc:docMk/>
            <pc:sldMk cId="1849325569" sldId="315"/>
            <ac:spMk id="49" creationId="{7A40490C-19D5-A30A-65DD-39128F1B00E1}"/>
          </ac:spMkLst>
        </pc:spChg>
        <pc:spChg chg="del mod">
          <ac:chgData name="musukie52@gmail.com" userId="017bd91f96aa8751" providerId="LiveId" clId="{5B2C3894-F97E-4CAB-8812-5BB4D83AAC6A}" dt="2026-01-25T13:10:06.135" v="22184" actId="478"/>
          <ac:spMkLst>
            <pc:docMk/>
            <pc:sldMk cId="1849325569" sldId="315"/>
            <ac:spMk id="74" creationId="{2557D4A0-5307-0E83-9EE8-6E11E6C10D13}"/>
          </ac:spMkLst>
        </pc:spChg>
        <pc:spChg chg="mod">
          <ac:chgData name="musukie52@gmail.com" userId="017bd91f96aa8751" providerId="LiveId" clId="{5B2C3894-F97E-4CAB-8812-5BB4D83AAC6A}" dt="2026-01-24T08:14:04.308" v="16866" actId="2711"/>
          <ac:spMkLst>
            <pc:docMk/>
            <pc:sldMk cId="1849325569" sldId="315"/>
            <ac:spMk id="155" creationId="{AF210730-4CB3-F1F6-15CF-FF6F0D996C79}"/>
          </ac:spMkLst>
        </pc:spChg>
        <pc:spChg chg="mod">
          <ac:chgData name="musukie52@gmail.com" userId="017bd91f96aa8751" providerId="LiveId" clId="{5B2C3894-F97E-4CAB-8812-5BB4D83AAC6A}" dt="2026-01-24T08:14:04.308" v="16866" actId="2711"/>
          <ac:spMkLst>
            <pc:docMk/>
            <pc:sldMk cId="1849325569" sldId="315"/>
            <ac:spMk id="158" creationId="{A4D814DD-2667-AE8D-EA47-98AC9885886E}"/>
          </ac:spMkLst>
        </pc:spChg>
        <pc:spChg chg="mod">
          <ac:chgData name="musukie52@gmail.com" userId="017bd91f96aa8751" providerId="LiveId" clId="{5B2C3894-F97E-4CAB-8812-5BB4D83AAC6A}" dt="2026-01-22T19:59:45.445" v="16377" actId="20577"/>
          <ac:spMkLst>
            <pc:docMk/>
            <pc:sldMk cId="1849325569" sldId="315"/>
            <ac:spMk id="159" creationId="{0DB5FD37-455C-9CD4-3087-E840CD0FF5E2}"/>
          </ac:spMkLst>
        </pc:spChg>
        <pc:picChg chg="add mod ord">
          <ac:chgData name="musukie52@gmail.com" userId="017bd91f96aa8751" providerId="LiveId" clId="{5B2C3894-F97E-4CAB-8812-5BB4D83AAC6A}" dt="2026-01-22T18:12:48.777" v="8682" actId="167"/>
          <ac:picMkLst>
            <pc:docMk/>
            <pc:sldMk cId="1849325569" sldId="315"/>
            <ac:picMk id="3" creationId="{5486A0E9-6953-5A3D-6F69-1A82E79235CA}"/>
          </ac:picMkLst>
        </pc:picChg>
        <pc:picChg chg="add mod modCrop">
          <ac:chgData name="musukie52@gmail.com" userId="017bd91f96aa8751" providerId="LiveId" clId="{5B2C3894-F97E-4CAB-8812-5BB4D83AAC6A}" dt="2026-01-25T13:21:28.958" v="22294" actId="1036"/>
          <ac:picMkLst>
            <pc:docMk/>
            <pc:sldMk cId="1849325569" sldId="315"/>
            <ac:picMk id="4" creationId="{701B7BCA-3B59-510B-E751-BF322A8C7E69}"/>
          </ac:picMkLst>
        </pc:picChg>
        <pc:picChg chg="add mod">
          <ac:chgData name="musukie52@gmail.com" userId="017bd91f96aa8751" providerId="LiveId" clId="{5B2C3894-F97E-4CAB-8812-5BB4D83AAC6A}" dt="2026-01-25T13:21:44.903" v="22296" actId="1076"/>
          <ac:picMkLst>
            <pc:docMk/>
            <pc:sldMk cId="1849325569" sldId="315"/>
            <ac:picMk id="5" creationId="{017D2E64-194B-35AA-9280-397CB2251E33}"/>
          </ac:picMkLst>
        </pc:picChg>
        <pc:picChg chg="add mod">
          <ac:chgData name="musukie52@gmail.com" userId="017bd91f96aa8751" providerId="LiveId" clId="{5B2C3894-F97E-4CAB-8812-5BB4D83AAC6A}" dt="2026-01-24T08:09:18.654" v="16860" actId="1076"/>
          <ac:picMkLst>
            <pc:docMk/>
            <pc:sldMk cId="1849325569" sldId="315"/>
            <ac:picMk id="60" creationId="{F0958B2E-04E5-6639-03A4-460E493A07F8}"/>
          </ac:picMkLst>
        </pc:picChg>
        <pc:picChg chg="add del mod modCrop">
          <ac:chgData name="musukie52@gmail.com" userId="017bd91f96aa8751" providerId="LiveId" clId="{5B2C3894-F97E-4CAB-8812-5BB4D83AAC6A}" dt="2026-01-25T13:21:14.235" v="22289" actId="478"/>
          <ac:picMkLst>
            <pc:docMk/>
            <pc:sldMk cId="1849325569" sldId="315"/>
            <ac:picMk id="62" creationId="{A9A8EA17-D6CD-DA99-C31C-1DD6C0597886}"/>
          </ac:picMkLst>
        </pc:picChg>
        <pc:picChg chg="add mod ord">
          <ac:chgData name="musukie52@gmail.com" userId="017bd91f96aa8751" providerId="LiveId" clId="{5B2C3894-F97E-4CAB-8812-5BB4D83AAC6A}" dt="2026-01-22T19:41:37.521" v="13306" actId="167"/>
          <ac:picMkLst>
            <pc:docMk/>
            <pc:sldMk cId="1849325569" sldId="315"/>
            <ac:picMk id="63" creationId="{13F0DA23-3FB7-DF97-CE42-35CCEB5DBB5A}"/>
          </ac:picMkLst>
        </pc:picChg>
      </pc:sldChg>
      <pc:sldChg chg="addSp delSp modSp add mod setBg">
        <pc:chgData name="musukie52@gmail.com" userId="017bd91f96aa8751" providerId="LiveId" clId="{5B2C3894-F97E-4CAB-8812-5BB4D83AAC6A}" dt="2026-01-25T13:03:08.687" v="22170" actId="1076"/>
        <pc:sldMkLst>
          <pc:docMk/>
          <pc:sldMk cId="2100520648" sldId="316"/>
        </pc:sldMkLst>
        <pc:spChg chg="add del mod">
          <ac:chgData name="musukie52@gmail.com" userId="017bd91f96aa8751" providerId="LiveId" clId="{5B2C3894-F97E-4CAB-8812-5BB4D83AAC6A}" dt="2026-01-25T08:47:45.514" v="18537" actId="478"/>
          <ac:spMkLst>
            <pc:docMk/>
            <pc:sldMk cId="2100520648" sldId="316"/>
            <ac:spMk id="3" creationId="{AC92A417-856C-ACC6-9A1B-60AC56AD73E8}"/>
          </ac:spMkLst>
        </pc:spChg>
        <pc:spChg chg="add mod">
          <ac:chgData name="musukie52@gmail.com" userId="017bd91f96aa8751" providerId="LiveId" clId="{5B2C3894-F97E-4CAB-8812-5BB4D83AAC6A}" dt="2026-01-25T12:37:40.996" v="21349" actId="20577"/>
          <ac:spMkLst>
            <pc:docMk/>
            <pc:sldMk cId="2100520648" sldId="316"/>
            <ac:spMk id="14" creationId="{273F3314-3563-FBEC-DC4F-FCEE09D8CCB8}"/>
          </ac:spMkLst>
        </pc:spChg>
        <pc:spChg chg="del mod">
          <ac:chgData name="musukie52@gmail.com" userId="017bd91f96aa8751" providerId="LiveId" clId="{5B2C3894-F97E-4CAB-8812-5BB4D83AAC6A}" dt="2026-01-25T05:26:09.289" v="17416" actId="478"/>
          <ac:spMkLst>
            <pc:docMk/>
            <pc:sldMk cId="2100520648" sldId="316"/>
            <ac:spMk id="25" creationId="{00000000-0000-0000-0000-000000000000}"/>
          </ac:spMkLst>
        </pc:spChg>
        <pc:spChg chg="add mod">
          <ac:chgData name="musukie52@gmail.com" userId="017bd91f96aa8751" providerId="LiveId" clId="{5B2C3894-F97E-4CAB-8812-5BB4D83AAC6A}" dt="2026-01-25T13:03:08.687" v="22170" actId="1076"/>
          <ac:spMkLst>
            <pc:docMk/>
            <pc:sldMk cId="2100520648" sldId="316"/>
            <ac:spMk id="65" creationId="{3E9A044F-693E-FDDD-1554-04BDCA14D0E7}"/>
          </ac:spMkLst>
        </pc:spChg>
        <pc:spChg chg="add mod">
          <ac:chgData name="musukie52@gmail.com" userId="017bd91f96aa8751" providerId="LiveId" clId="{5B2C3894-F97E-4CAB-8812-5BB4D83AAC6A}" dt="2026-01-25T13:03:08.687" v="22170" actId="1076"/>
          <ac:spMkLst>
            <pc:docMk/>
            <pc:sldMk cId="2100520648" sldId="316"/>
            <ac:spMk id="66" creationId="{16110249-89C2-5885-4ACA-775690995845}"/>
          </ac:spMkLst>
        </pc:spChg>
        <pc:spChg chg="add mod">
          <ac:chgData name="musukie52@gmail.com" userId="017bd91f96aa8751" providerId="LiveId" clId="{5B2C3894-F97E-4CAB-8812-5BB4D83AAC6A}" dt="2026-01-25T13:03:08.687" v="22170" actId="1076"/>
          <ac:spMkLst>
            <pc:docMk/>
            <pc:sldMk cId="2100520648" sldId="316"/>
            <ac:spMk id="67" creationId="{BCF5A43A-8E6A-65DD-0579-F94C00109A70}"/>
          </ac:spMkLst>
        </pc:spChg>
        <pc:spChg chg="add mod">
          <ac:chgData name="musukie52@gmail.com" userId="017bd91f96aa8751" providerId="LiveId" clId="{5B2C3894-F97E-4CAB-8812-5BB4D83AAC6A}" dt="2026-01-25T13:03:08.687" v="22170" actId="1076"/>
          <ac:spMkLst>
            <pc:docMk/>
            <pc:sldMk cId="2100520648" sldId="316"/>
            <ac:spMk id="68" creationId="{66C64B9F-2276-A671-9D7D-B20B0533AB3C}"/>
          </ac:spMkLst>
        </pc:spChg>
        <pc:spChg chg="add mod">
          <ac:chgData name="musukie52@gmail.com" userId="017bd91f96aa8751" providerId="LiveId" clId="{5B2C3894-F97E-4CAB-8812-5BB4D83AAC6A}" dt="2026-01-25T13:03:08.687" v="22170" actId="1076"/>
          <ac:spMkLst>
            <pc:docMk/>
            <pc:sldMk cId="2100520648" sldId="316"/>
            <ac:spMk id="69" creationId="{414C5C27-CCF1-0D59-7A71-B5AFBCF20562}"/>
          </ac:spMkLst>
        </pc:spChg>
        <pc:spChg chg="add mod">
          <ac:chgData name="musukie52@gmail.com" userId="017bd91f96aa8751" providerId="LiveId" clId="{5B2C3894-F97E-4CAB-8812-5BB4D83AAC6A}" dt="2026-01-25T13:03:08.687" v="22170" actId="1076"/>
          <ac:spMkLst>
            <pc:docMk/>
            <pc:sldMk cId="2100520648" sldId="316"/>
            <ac:spMk id="70" creationId="{FE4AD051-E529-C88F-F9FB-C96AFF55D69B}"/>
          </ac:spMkLst>
        </pc:spChg>
        <pc:spChg chg="add mod">
          <ac:chgData name="musukie52@gmail.com" userId="017bd91f96aa8751" providerId="LiveId" clId="{5B2C3894-F97E-4CAB-8812-5BB4D83AAC6A}" dt="2026-01-25T13:03:08.687" v="22170" actId="1076"/>
          <ac:spMkLst>
            <pc:docMk/>
            <pc:sldMk cId="2100520648" sldId="316"/>
            <ac:spMk id="72" creationId="{C6DA61E9-7367-8D36-E336-432CDEF914EF}"/>
          </ac:spMkLst>
        </pc:spChg>
        <pc:spChg chg="add mod">
          <ac:chgData name="musukie52@gmail.com" userId="017bd91f96aa8751" providerId="LiveId" clId="{5B2C3894-F97E-4CAB-8812-5BB4D83AAC6A}" dt="2026-01-25T13:03:08.687" v="22170" actId="1076"/>
          <ac:spMkLst>
            <pc:docMk/>
            <pc:sldMk cId="2100520648" sldId="316"/>
            <ac:spMk id="73" creationId="{041A6473-95CF-A5C1-EC6D-5D2C69D7AB25}"/>
          </ac:spMkLst>
        </pc:spChg>
        <pc:spChg chg="del">
          <ac:chgData name="musukie52@gmail.com" userId="017bd91f96aa8751" providerId="LiveId" clId="{5B2C3894-F97E-4CAB-8812-5BB4D83AAC6A}" dt="2026-01-25T08:59:49.053" v="19269" actId="478"/>
          <ac:spMkLst>
            <pc:docMk/>
            <pc:sldMk cId="2100520648" sldId="316"/>
            <ac:spMk id="74" creationId="{A763DEA6-50BB-9E5E-6B50-364738ACE6D6}"/>
          </ac:spMkLst>
        </pc:spChg>
        <pc:spChg chg="add mod">
          <ac:chgData name="musukie52@gmail.com" userId="017bd91f96aa8751" providerId="LiveId" clId="{5B2C3894-F97E-4CAB-8812-5BB4D83AAC6A}" dt="2026-01-25T13:03:08.687" v="22170" actId="1076"/>
          <ac:spMkLst>
            <pc:docMk/>
            <pc:sldMk cId="2100520648" sldId="316"/>
            <ac:spMk id="76" creationId="{0B6EF047-5CE7-38F7-002C-B3503C820A2D}"/>
          </ac:spMkLst>
        </pc:spChg>
        <pc:grpChg chg="add mod">
          <ac:chgData name="musukie52@gmail.com" userId="017bd91f96aa8751" providerId="LiveId" clId="{5B2C3894-F97E-4CAB-8812-5BB4D83AAC6A}" dt="2026-01-25T12:40:55.687" v="21548" actId="1076"/>
          <ac:grpSpMkLst>
            <pc:docMk/>
            <pc:sldMk cId="2100520648" sldId="316"/>
            <ac:grpSpMk id="6" creationId="{00000000-0000-0000-0000-000000000000}"/>
          </ac:grpSpMkLst>
        </pc:grpChg>
        <pc:grpChg chg="add del mod">
          <ac:chgData name="musukie52@gmail.com" userId="017bd91f96aa8751" providerId="LiveId" clId="{5B2C3894-F97E-4CAB-8812-5BB4D83AAC6A}" dt="2026-01-25T06:51:17.764" v="17743" actId="478"/>
          <ac:grpSpMkLst>
            <pc:docMk/>
            <pc:sldMk cId="2100520648" sldId="316"/>
            <ac:grpSpMk id="9" creationId="{67E2E55C-24D9-1C2E-17C9-E65B7F5EF4B9}"/>
          </ac:grpSpMkLst>
        </pc:grpChg>
        <pc:grpChg chg="add mod">
          <ac:chgData name="musukie52@gmail.com" userId="017bd91f96aa8751" providerId="LiveId" clId="{5B2C3894-F97E-4CAB-8812-5BB4D83AAC6A}" dt="2026-01-25T09:04:23.333" v="19428"/>
          <ac:grpSpMkLst>
            <pc:docMk/>
            <pc:sldMk cId="2100520648" sldId="316"/>
            <ac:grpSpMk id="36" creationId="{00000000-0000-0000-0000-000000000000}"/>
          </ac:grpSpMkLst>
        </pc:grpChg>
        <pc:grpChg chg="add del mod">
          <ac:chgData name="musukie52@gmail.com" userId="017bd91f96aa8751" providerId="LiveId" clId="{5B2C3894-F97E-4CAB-8812-5BB4D83AAC6A}" dt="2026-01-25T12:42:50.146" v="21567" actId="165"/>
          <ac:grpSpMkLst>
            <pc:docMk/>
            <pc:sldMk cId="2100520648" sldId="316"/>
            <ac:grpSpMk id="47" creationId="{339E6753-5A9F-6147-F18B-1756ED5A5D99}"/>
          </ac:grpSpMkLst>
        </pc:grpChg>
        <pc:graphicFrameChg chg="add mod ord modGraphic">
          <ac:chgData name="musukie52@gmail.com" userId="017bd91f96aa8751" providerId="LiveId" clId="{5B2C3894-F97E-4CAB-8812-5BB4D83AAC6A}" dt="2026-01-25T13:02:41.162" v="22165" actId="14100"/>
          <ac:graphicFrameMkLst>
            <pc:docMk/>
            <pc:sldMk cId="2100520648" sldId="316"/>
            <ac:graphicFrameMk id="2" creationId="{00000000-0000-0000-0000-000000000000}"/>
          </ac:graphicFrameMkLst>
        </pc:graphicFrameChg>
        <pc:graphicFrameChg chg="add mod">
          <ac:chgData name="musukie52@gmail.com" userId="017bd91f96aa8751" providerId="LiveId" clId="{5B2C3894-F97E-4CAB-8812-5BB4D83AAC6A}" dt="2026-01-25T09:00:17.760" v="19281" actId="571"/>
          <ac:graphicFrameMkLst>
            <pc:docMk/>
            <pc:sldMk cId="2100520648" sldId="316"/>
            <ac:graphicFrameMk id="4" creationId="{11BCB520-D80D-33B9-D920-A0D4A9114BDC}"/>
          </ac:graphicFrameMkLst>
        </pc:graphicFrameChg>
        <pc:graphicFrameChg chg="add del mod modGraphic">
          <ac:chgData name="musukie52@gmail.com" userId="017bd91f96aa8751" providerId="LiveId" clId="{5B2C3894-F97E-4CAB-8812-5BB4D83AAC6A}" dt="2026-01-25T12:40:48.442" v="21547" actId="478"/>
          <ac:graphicFrameMkLst>
            <pc:docMk/>
            <pc:sldMk cId="2100520648" sldId="316"/>
            <ac:graphicFrameMk id="16" creationId="{665347A4-94F9-13FE-EBF1-0BB72DFC3728}"/>
          </ac:graphicFrameMkLst>
        </pc:graphicFrameChg>
        <pc:picChg chg="add del mod">
          <ac:chgData name="musukie52@gmail.com" userId="017bd91f96aa8751" providerId="LiveId" clId="{5B2C3894-F97E-4CAB-8812-5BB4D83AAC6A}" dt="2026-01-25T06:48:13.351" v="17726" actId="478"/>
          <ac:picMkLst>
            <pc:docMk/>
            <pc:sldMk cId="2100520648" sldId="316"/>
            <ac:picMk id="3" creationId="{211B600C-E752-EBF8-AB35-8EAD779486BE}"/>
          </ac:picMkLst>
        </pc:picChg>
        <pc:picChg chg="add del mod">
          <ac:chgData name="musukie52@gmail.com" userId="017bd91f96aa8751" providerId="LiveId" clId="{5B2C3894-F97E-4CAB-8812-5BB4D83AAC6A}" dt="2026-01-24T08:38:54.782" v="17410" actId="478"/>
          <ac:picMkLst>
            <pc:docMk/>
            <pc:sldMk cId="2100520648" sldId="316"/>
            <ac:picMk id="3" creationId="{CC2344A9-59B4-3660-8B49-6A0B9DAA5323}"/>
          </ac:picMkLst>
        </pc:picChg>
        <pc:picChg chg="add mod">
          <ac:chgData name="musukie52@gmail.com" userId="017bd91f96aa8751" providerId="LiveId" clId="{5B2C3894-F97E-4CAB-8812-5BB4D83AAC6A}" dt="2026-01-25T12:40:55.687" v="21548" actId="1076"/>
          <ac:picMkLst>
            <pc:docMk/>
            <pc:sldMk cId="2100520648" sldId="316"/>
            <ac:picMk id="5" creationId="{00000000-0000-0000-0000-000000000000}"/>
          </ac:picMkLst>
        </pc:picChg>
        <pc:picChg chg="add mod modCrop">
          <ac:chgData name="musukie52@gmail.com" userId="017bd91f96aa8751" providerId="LiveId" clId="{5B2C3894-F97E-4CAB-8812-5BB4D83AAC6A}" dt="2026-01-25T06:49:10.386" v="17742" actId="164"/>
          <ac:picMkLst>
            <pc:docMk/>
            <pc:sldMk cId="2100520648" sldId="316"/>
            <ac:picMk id="5" creationId="{A8640F7C-4458-9B28-49EC-7BB2BBDC0FFB}"/>
          </ac:picMkLst>
        </pc:picChg>
        <pc:picChg chg="mod">
          <ac:chgData name="musukie52@gmail.com" userId="017bd91f96aa8751" providerId="LiveId" clId="{5B2C3894-F97E-4CAB-8812-5BB4D83AAC6A}" dt="2026-01-25T12:37:10.296" v="21307"/>
          <ac:picMkLst>
            <pc:docMk/>
            <pc:sldMk cId="2100520648" sldId="316"/>
            <ac:picMk id="7" creationId="{00000000-0000-0000-0000-000000000000}"/>
          </ac:picMkLst>
        </pc:picChg>
        <pc:picChg chg="add del mod">
          <ac:chgData name="musukie52@gmail.com" userId="017bd91f96aa8751" providerId="LiveId" clId="{5B2C3894-F97E-4CAB-8812-5BB4D83AAC6A}" dt="2026-01-25T06:48:21.300" v="17729" actId="478"/>
          <ac:picMkLst>
            <pc:docMk/>
            <pc:sldMk cId="2100520648" sldId="316"/>
            <ac:picMk id="7" creationId="{8EB89BE9-5155-DA33-1511-1D59F2C45FD3}"/>
          </ac:picMkLst>
        </pc:picChg>
        <pc:picChg chg="mod">
          <ac:chgData name="musukie52@gmail.com" userId="017bd91f96aa8751" providerId="LiveId" clId="{5B2C3894-F97E-4CAB-8812-5BB4D83AAC6A}" dt="2026-01-25T12:37:10.296" v="21307"/>
          <ac:picMkLst>
            <pc:docMk/>
            <pc:sldMk cId="2100520648" sldId="316"/>
            <ac:picMk id="8" creationId="{00000000-0000-0000-0000-000000000000}"/>
          </ac:picMkLst>
        </pc:picChg>
        <pc:picChg chg="add mod modCrop">
          <ac:chgData name="musukie52@gmail.com" userId="017bd91f96aa8751" providerId="LiveId" clId="{5B2C3894-F97E-4CAB-8812-5BB4D83AAC6A}" dt="2026-01-25T06:49:10.386" v="17742" actId="164"/>
          <ac:picMkLst>
            <pc:docMk/>
            <pc:sldMk cId="2100520648" sldId="316"/>
            <ac:picMk id="8" creationId="{C47B4C7F-52AD-0CBA-D5BF-90CBA6AB0263}"/>
          </ac:picMkLst>
        </pc:picChg>
        <pc:picChg chg="mod">
          <ac:chgData name="musukie52@gmail.com" userId="017bd91f96aa8751" providerId="LiveId" clId="{5B2C3894-F97E-4CAB-8812-5BB4D83AAC6A}" dt="2026-01-25T12:37:10.296" v="21307"/>
          <ac:picMkLst>
            <pc:docMk/>
            <pc:sldMk cId="2100520648" sldId="316"/>
            <ac:picMk id="9" creationId="{00000000-0000-0000-0000-000000000000}"/>
          </ac:picMkLst>
        </pc:picChg>
        <pc:picChg chg="mod">
          <ac:chgData name="musukie52@gmail.com" userId="017bd91f96aa8751" providerId="LiveId" clId="{5B2C3894-F97E-4CAB-8812-5BB4D83AAC6A}" dt="2026-01-25T12:37:10.296" v="21307"/>
          <ac:picMkLst>
            <pc:docMk/>
            <pc:sldMk cId="2100520648" sldId="316"/>
            <ac:picMk id="10" creationId="{00000000-0000-0000-0000-000000000000}"/>
          </ac:picMkLst>
        </pc:picChg>
        <pc:picChg chg="add mod">
          <ac:chgData name="musukie52@gmail.com" userId="017bd91f96aa8751" providerId="LiveId" clId="{5B2C3894-F97E-4CAB-8812-5BB4D83AAC6A}" dt="2026-01-25T12:49:43.535" v="21690" actId="1076"/>
          <ac:picMkLst>
            <pc:docMk/>
            <pc:sldMk cId="2100520648" sldId="316"/>
            <ac:picMk id="11" creationId="{00000000-0000-0000-0000-000000000000}"/>
          </ac:picMkLst>
        </pc:picChg>
        <pc:picChg chg="add del mod modCrop">
          <ac:chgData name="musukie52@gmail.com" userId="017bd91f96aa8751" providerId="LiveId" clId="{5B2C3894-F97E-4CAB-8812-5BB4D83AAC6A}" dt="2026-01-25T05:28:27.201" v="17417" actId="478"/>
          <ac:picMkLst>
            <pc:docMk/>
            <pc:sldMk cId="2100520648" sldId="316"/>
            <ac:picMk id="11" creationId="{A7F89F47-D01B-7AE8-46D5-4514FFB6C848}"/>
          </ac:picMkLst>
        </pc:picChg>
        <pc:picChg chg="add mod">
          <ac:chgData name="musukie52@gmail.com" userId="017bd91f96aa8751" providerId="LiveId" clId="{5B2C3894-F97E-4CAB-8812-5BB4D83AAC6A}" dt="2026-01-25T12:40:55.687" v="21548" actId="1076"/>
          <ac:picMkLst>
            <pc:docMk/>
            <pc:sldMk cId="2100520648" sldId="316"/>
            <ac:picMk id="12" creationId="{00000000-0000-0000-0000-000000000000}"/>
          </ac:picMkLst>
        </pc:picChg>
        <pc:picChg chg="add mod">
          <ac:chgData name="musukie52@gmail.com" userId="017bd91f96aa8751" providerId="LiveId" clId="{5B2C3894-F97E-4CAB-8812-5BB4D83AAC6A}" dt="2026-01-25T13:03:08.687" v="22170" actId="1076"/>
          <ac:picMkLst>
            <pc:docMk/>
            <pc:sldMk cId="2100520648" sldId="316"/>
            <ac:picMk id="13" creationId="{00000000-0000-0000-0000-000000000000}"/>
          </ac:picMkLst>
        </pc:picChg>
        <pc:picChg chg="add del mod modCrop">
          <ac:chgData name="musukie52@gmail.com" userId="017bd91f96aa8751" providerId="LiveId" clId="{5B2C3894-F97E-4CAB-8812-5BB4D83AAC6A}" dt="2026-01-25T05:28:27.201" v="17417" actId="478"/>
          <ac:picMkLst>
            <pc:docMk/>
            <pc:sldMk cId="2100520648" sldId="316"/>
            <ac:picMk id="13" creationId="{9F13FCE8-8C3C-7A8E-35F1-4D30B6BF1B2B}"/>
          </ac:picMkLst>
        </pc:picChg>
        <pc:picChg chg="add del mod modCrop">
          <ac:chgData name="musukie52@gmail.com" userId="017bd91f96aa8751" providerId="LiveId" clId="{5B2C3894-F97E-4CAB-8812-5BB4D83AAC6A}" dt="2026-01-25T05:28:27.201" v="17417" actId="478"/>
          <ac:picMkLst>
            <pc:docMk/>
            <pc:sldMk cId="2100520648" sldId="316"/>
            <ac:picMk id="16" creationId="{00C18958-38AC-32D0-EA2E-D6DDCED2C94A}"/>
          </ac:picMkLst>
        </pc:picChg>
        <pc:picChg chg="add del mod modCrop">
          <ac:chgData name="musukie52@gmail.com" userId="017bd91f96aa8751" providerId="LiveId" clId="{5B2C3894-F97E-4CAB-8812-5BB4D83AAC6A}" dt="2026-01-25T05:28:27.201" v="17417" actId="478"/>
          <ac:picMkLst>
            <pc:docMk/>
            <pc:sldMk cId="2100520648" sldId="316"/>
            <ac:picMk id="24" creationId="{31DC9E8B-C150-E474-2F8D-0EDF68C02606}"/>
          </ac:picMkLst>
        </pc:picChg>
        <pc:picChg chg="add del mod modCrop">
          <ac:chgData name="musukie52@gmail.com" userId="017bd91f96aa8751" providerId="LiveId" clId="{5B2C3894-F97E-4CAB-8812-5BB4D83AAC6A}" dt="2026-01-25T05:28:27.201" v="17417" actId="478"/>
          <ac:picMkLst>
            <pc:docMk/>
            <pc:sldMk cId="2100520648" sldId="316"/>
            <ac:picMk id="26" creationId="{9E0D1513-DD03-E277-1E2B-B878E105E6C6}"/>
          </ac:picMkLst>
        </pc:picChg>
        <pc:picChg chg="add mod">
          <ac:chgData name="musukie52@gmail.com" userId="017bd91f96aa8751" providerId="LiveId" clId="{5B2C3894-F97E-4CAB-8812-5BB4D83AAC6A}" dt="2026-01-25T09:04:23.333" v="19428"/>
          <ac:picMkLst>
            <pc:docMk/>
            <pc:sldMk cId="2100520648" sldId="316"/>
            <ac:picMk id="35" creationId="{00000000-0000-0000-0000-000000000000}"/>
          </ac:picMkLst>
        </pc:picChg>
        <pc:picChg chg="mod">
          <ac:chgData name="musukie52@gmail.com" userId="017bd91f96aa8751" providerId="LiveId" clId="{5B2C3894-F97E-4CAB-8812-5BB4D83AAC6A}" dt="2026-01-25T09:04:23.333" v="19428"/>
          <ac:picMkLst>
            <pc:docMk/>
            <pc:sldMk cId="2100520648" sldId="316"/>
            <ac:picMk id="37" creationId="{00000000-0000-0000-0000-000000000000}"/>
          </ac:picMkLst>
        </pc:picChg>
        <pc:picChg chg="mod">
          <ac:chgData name="musukie52@gmail.com" userId="017bd91f96aa8751" providerId="LiveId" clId="{5B2C3894-F97E-4CAB-8812-5BB4D83AAC6A}" dt="2026-01-25T09:04:23.333" v="19428"/>
          <ac:picMkLst>
            <pc:docMk/>
            <pc:sldMk cId="2100520648" sldId="316"/>
            <ac:picMk id="38" creationId="{00000000-0000-0000-0000-000000000000}"/>
          </ac:picMkLst>
        </pc:picChg>
        <pc:picChg chg="mod">
          <ac:chgData name="musukie52@gmail.com" userId="017bd91f96aa8751" providerId="LiveId" clId="{5B2C3894-F97E-4CAB-8812-5BB4D83AAC6A}" dt="2026-01-25T09:04:23.333" v="19428"/>
          <ac:picMkLst>
            <pc:docMk/>
            <pc:sldMk cId="2100520648" sldId="316"/>
            <ac:picMk id="39" creationId="{00000000-0000-0000-0000-000000000000}"/>
          </ac:picMkLst>
        </pc:picChg>
        <pc:picChg chg="mod">
          <ac:chgData name="musukie52@gmail.com" userId="017bd91f96aa8751" providerId="LiveId" clId="{5B2C3894-F97E-4CAB-8812-5BB4D83AAC6A}" dt="2026-01-25T09:04:23.333" v="19428"/>
          <ac:picMkLst>
            <pc:docMk/>
            <pc:sldMk cId="2100520648" sldId="316"/>
            <ac:picMk id="40" creationId="{00000000-0000-0000-0000-000000000000}"/>
          </ac:picMkLst>
        </pc:picChg>
        <pc:picChg chg="add mod">
          <ac:chgData name="musukie52@gmail.com" userId="017bd91f96aa8751" providerId="LiveId" clId="{5B2C3894-F97E-4CAB-8812-5BB4D83AAC6A}" dt="2026-01-25T09:04:23.333" v="19428"/>
          <ac:picMkLst>
            <pc:docMk/>
            <pc:sldMk cId="2100520648" sldId="316"/>
            <ac:picMk id="41" creationId="{00000000-0000-0000-0000-000000000000}"/>
          </ac:picMkLst>
        </pc:picChg>
        <pc:picChg chg="add mod">
          <ac:chgData name="musukie52@gmail.com" userId="017bd91f96aa8751" providerId="LiveId" clId="{5B2C3894-F97E-4CAB-8812-5BB4D83AAC6A}" dt="2026-01-25T09:04:23.333" v="19428"/>
          <ac:picMkLst>
            <pc:docMk/>
            <pc:sldMk cId="2100520648" sldId="316"/>
            <ac:picMk id="42" creationId="{00000000-0000-0000-0000-000000000000}"/>
          </ac:picMkLst>
        </pc:picChg>
        <pc:picChg chg="add mod">
          <ac:chgData name="musukie52@gmail.com" userId="017bd91f96aa8751" providerId="LiveId" clId="{5B2C3894-F97E-4CAB-8812-5BB4D83AAC6A}" dt="2026-01-25T09:04:23.333" v="19428"/>
          <ac:picMkLst>
            <pc:docMk/>
            <pc:sldMk cId="2100520648" sldId="316"/>
            <ac:picMk id="45" creationId="{00000000-0000-0000-0000-000000000000}"/>
          </ac:picMkLst>
        </pc:picChg>
        <pc:picChg chg="del mod topLvl">
          <ac:chgData name="musukie52@gmail.com" userId="017bd91f96aa8751" providerId="LiveId" clId="{5B2C3894-F97E-4CAB-8812-5BB4D83AAC6A}" dt="2026-01-25T12:42:52.881" v="21569" actId="478"/>
          <ac:picMkLst>
            <pc:docMk/>
            <pc:sldMk cId="2100520648" sldId="316"/>
            <ac:picMk id="48" creationId="{2D4786CB-E851-B57A-84BE-9F807E40523C}"/>
          </ac:picMkLst>
        </pc:picChg>
        <pc:picChg chg="del mod topLvl">
          <ac:chgData name="musukie52@gmail.com" userId="017bd91f96aa8751" providerId="LiveId" clId="{5B2C3894-F97E-4CAB-8812-5BB4D83AAC6A}" dt="2026-01-25T12:42:52.426" v="21568" actId="478"/>
          <ac:picMkLst>
            <pc:docMk/>
            <pc:sldMk cId="2100520648" sldId="316"/>
            <ac:picMk id="49" creationId="{42D5AA80-6DB1-98DE-872E-F56962875450}"/>
          </ac:picMkLst>
        </pc:picChg>
        <pc:picChg chg="del mod topLvl">
          <ac:chgData name="musukie52@gmail.com" userId="017bd91f96aa8751" providerId="LiveId" clId="{5B2C3894-F97E-4CAB-8812-5BB4D83AAC6A}" dt="2026-01-25T12:42:53.693" v="21570" actId="478"/>
          <ac:picMkLst>
            <pc:docMk/>
            <pc:sldMk cId="2100520648" sldId="316"/>
            <ac:picMk id="50" creationId="{A7288745-25A3-5156-7076-D2048558FCAF}"/>
          </ac:picMkLst>
        </pc:picChg>
        <pc:picChg chg="add del mod ord topLvl modCrop">
          <ac:chgData name="musukie52@gmail.com" userId="017bd91f96aa8751" providerId="LiveId" clId="{5B2C3894-F97E-4CAB-8812-5BB4D83AAC6A}" dt="2026-01-25T12:58:14.068" v="21850" actId="1036"/>
          <ac:picMkLst>
            <pc:docMk/>
            <pc:sldMk cId="2100520648" sldId="316"/>
            <ac:picMk id="51" creationId="{25F11C75-1296-8C14-9063-44227974186D}"/>
          </ac:picMkLst>
        </pc:picChg>
        <pc:picChg chg="add del mod ord modCrop">
          <ac:chgData name="musukie52@gmail.com" userId="017bd91f96aa8751" providerId="LiveId" clId="{5B2C3894-F97E-4CAB-8812-5BB4D83AAC6A}" dt="2026-01-25T13:03:02.715" v="22169" actId="732"/>
          <ac:picMkLst>
            <pc:docMk/>
            <pc:sldMk cId="2100520648" sldId="316"/>
            <ac:picMk id="59" creationId="{73EF94D4-6785-74F0-4973-A5646BADF666}"/>
          </ac:picMkLst>
        </pc:picChg>
        <pc:picChg chg="add mod modCrop">
          <ac:chgData name="musukie52@gmail.com" userId="017bd91f96aa8751" providerId="LiveId" clId="{5B2C3894-F97E-4CAB-8812-5BB4D83AAC6A}" dt="2026-01-25T12:55:03.986" v="21801" actId="1037"/>
          <ac:picMkLst>
            <pc:docMk/>
            <pc:sldMk cId="2100520648" sldId="316"/>
            <ac:picMk id="71" creationId="{46BAD0D7-C52B-25A9-78CE-4BF1D33E685E}"/>
          </ac:picMkLst>
        </pc:picChg>
        <pc:picChg chg="add del mod">
          <ac:chgData name="musukie52@gmail.com" userId="017bd91f96aa8751" providerId="LiveId" clId="{5B2C3894-F97E-4CAB-8812-5BB4D83AAC6A}" dt="2026-01-25T12:56:57.492" v="21837" actId="21"/>
          <ac:picMkLst>
            <pc:docMk/>
            <pc:sldMk cId="2100520648" sldId="316"/>
            <ac:picMk id="75" creationId="{178E270E-6A57-5905-85F9-42734057E28B}"/>
          </ac:picMkLst>
        </pc:picChg>
        <pc:cxnChg chg="add del mod">
          <ac:chgData name="musukie52@gmail.com" userId="017bd91f96aa8751" providerId="LiveId" clId="{5B2C3894-F97E-4CAB-8812-5BB4D83AAC6A}" dt="2026-01-25T12:48:14.535" v="21652" actId="478"/>
          <ac:cxnSpMkLst>
            <pc:docMk/>
            <pc:sldMk cId="2100520648" sldId="316"/>
            <ac:cxnSpMk id="24" creationId="{0B118449-8DA5-E5E7-D056-169CDB0D0038}"/>
          </ac:cxnSpMkLst>
        </pc:cxnChg>
        <pc:cxnChg chg="add del mod">
          <ac:chgData name="musukie52@gmail.com" userId="017bd91f96aa8751" providerId="LiveId" clId="{5B2C3894-F97E-4CAB-8812-5BB4D83AAC6A}" dt="2026-01-25T12:48:15.519" v="21653" actId="478"/>
          <ac:cxnSpMkLst>
            <pc:docMk/>
            <pc:sldMk cId="2100520648" sldId="316"/>
            <ac:cxnSpMk id="26" creationId="{B71B13B4-AB32-D295-E9F6-CE75D7E9C350}"/>
          </ac:cxnSpMkLst>
        </pc:cxnChg>
        <pc:cxnChg chg="add del mod ord">
          <ac:chgData name="musukie52@gmail.com" userId="017bd91f96aa8751" providerId="LiveId" clId="{5B2C3894-F97E-4CAB-8812-5BB4D83AAC6A}" dt="2026-01-25T12:48:17.195" v="21655" actId="478"/>
          <ac:cxnSpMkLst>
            <pc:docMk/>
            <pc:sldMk cId="2100520648" sldId="316"/>
            <ac:cxnSpMk id="31" creationId="{0393D8EE-9B9D-5166-8208-C8D2DB7BD1BF}"/>
          </ac:cxnSpMkLst>
        </pc:cxnChg>
        <pc:cxnChg chg="add del mod">
          <ac:chgData name="musukie52@gmail.com" userId="017bd91f96aa8751" providerId="LiveId" clId="{5B2C3894-F97E-4CAB-8812-5BB4D83AAC6A}" dt="2026-01-25T12:48:16.406" v="21654" actId="478"/>
          <ac:cxnSpMkLst>
            <pc:docMk/>
            <pc:sldMk cId="2100520648" sldId="316"/>
            <ac:cxnSpMk id="55" creationId="{E0C5DB43-84E1-CF1E-5544-C4C71AE205C7}"/>
          </ac:cxnSpMkLst>
        </pc:cxnChg>
      </pc:sldChg>
      <pc:sldChg chg="delSp modSp del mod">
        <pc:chgData name="musukie52@gmail.com" userId="017bd91f96aa8751" providerId="LiveId" clId="{5B2C3894-F97E-4CAB-8812-5BB4D83AAC6A}" dt="2026-01-25T12:58:26.459" v="21853" actId="47"/>
        <pc:sldMkLst>
          <pc:docMk/>
          <pc:sldMk cId="911555231" sldId="317"/>
        </pc:sldMkLst>
        <pc:graphicFrameChg chg="del modGraphic">
          <ac:chgData name="musukie52@gmail.com" userId="017bd91f96aa8751" providerId="LiveId" clId="{5B2C3894-F97E-4CAB-8812-5BB4D83AAC6A}" dt="2026-01-25T08:44:22.783" v="18476" actId="21"/>
          <ac:graphicFrameMkLst>
            <pc:docMk/>
            <pc:sldMk cId="911555231" sldId="317"/>
            <ac:graphicFrameMk id="2" creationId="{00000000-0000-0000-0000-000000000000}"/>
          </ac:graphicFrameMkLst>
        </pc:graphicFrameChg>
        <pc:picChg chg="del">
          <ac:chgData name="musukie52@gmail.com" userId="017bd91f96aa8751" providerId="LiveId" clId="{5B2C3894-F97E-4CAB-8812-5BB4D83AAC6A}" dt="2026-01-25T07:59:21.991" v="18181" actId="478"/>
          <ac:picMkLst>
            <pc:docMk/>
            <pc:sldMk cId="911555231" sldId="317"/>
            <ac:picMk id="3" creationId="{00000000-0000-0000-0000-000000000000}"/>
          </ac:picMkLst>
        </pc:picChg>
      </pc:sldChg>
      <pc:sldChg chg="delSp modSp del mod">
        <pc:chgData name="musukie52@gmail.com" userId="017bd91f96aa8751" providerId="LiveId" clId="{5B2C3894-F97E-4CAB-8812-5BB4D83AAC6A}" dt="2026-01-25T12:58:24.255" v="21852" actId="47"/>
        <pc:sldMkLst>
          <pc:docMk/>
          <pc:sldMk cId="178837070" sldId="321"/>
        </pc:sldMkLst>
        <pc:picChg chg="del mod">
          <ac:chgData name="musukie52@gmail.com" userId="017bd91f96aa8751" providerId="LiveId" clId="{5B2C3894-F97E-4CAB-8812-5BB4D83AAC6A}" dt="2026-01-25T07:00:57.502" v="17960" actId="478"/>
          <ac:picMkLst>
            <pc:docMk/>
            <pc:sldMk cId="178837070" sldId="321"/>
            <ac:picMk id="2" creationId="{00000000-0000-0000-0000-000000000000}"/>
          </ac:picMkLst>
        </pc:picChg>
        <pc:picChg chg="del mod modCrop">
          <ac:chgData name="musukie52@gmail.com" userId="017bd91f96aa8751" providerId="LiveId" clId="{5B2C3894-F97E-4CAB-8812-5BB4D83AAC6A}" dt="2026-01-25T07:02:29.083" v="17963" actId="478"/>
          <ac:picMkLst>
            <pc:docMk/>
            <pc:sldMk cId="178837070" sldId="321"/>
            <ac:picMk id="5" creationId="{00000000-0000-0000-0000-000000000000}"/>
          </ac:picMkLst>
        </pc:picChg>
      </pc:sldChg>
      <pc:sldChg chg="addSp delSp modSp del mod ord">
        <pc:chgData name="musukie52@gmail.com" userId="017bd91f96aa8751" providerId="LiveId" clId="{5B2C3894-F97E-4CAB-8812-5BB4D83AAC6A}" dt="2026-01-25T12:58:21.849" v="21851" actId="47"/>
        <pc:sldMkLst>
          <pc:docMk/>
          <pc:sldMk cId="3720418022" sldId="326"/>
        </pc:sldMkLst>
        <pc:spChg chg="mod">
          <ac:chgData name="musukie52@gmail.com" userId="017bd91f96aa8751" providerId="LiveId" clId="{5B2C3894-F97E-4CAB-8812-5BB4D83AAC6A}" dt="2026-01-25T12:34:59.267" v="21248" actId="20577"/>
          <ac:spMkLst>
            <pc:docMk/>
            <pc:sldMk cId="3720418022" sldId="326"/>
            <ac:spMk id="34" creationId="{54ABCDEC-9A56-5CDE-F3AD-77C4A59104BF}"/>
          </ac:spMkLst>
        </pc:spChg>
        <pc:grpChg chg="add del mod">
          <ac:chgData name="musukie52@gmail.com" userId="017bd91f96aa8751" providerId="LiveId" clId="{5B2C3894-F97E-4CAB-8812-5BB4D83AAC6A}" dt="2026-01-25T12:37:07.390" v="21306" actId="21"/>
          <ac:grpSpMkLst>
            <pc:docMk/>
            <pc:sldMk cId="3720418022" sldId="326"/>
            <ac:grpSpMk id="36" creationId="{00000000-0000-0000-0000-000000000000}"/>
          </ac:grpSpMkLst>
        </pc:grpChg>
        <pc:graphicFrameChg chg="mod modGraphic">
          <ac:chgData name="musukie52@gmail.com" userId="017bd91f96aa8751" providerId="LiveId" clId="{5B2C3894-F97E-4CAB-8812-5BB4D83AAC6A}" dt="2026-01-25T12:38:06.104" v="21359" actId="20577"/>
          <ac:graphicFrameMkLst>
            <pc:docMk/>
            <pc:sldMk cId="3720418022" sldId="326"/>
            <ac:graphicFrameMk id="2" creationId="{00000000-0000-0000-0000-000000000000}"/>
          </ac:graphicFrameMkLst>
        </pc:graphicFrameChg>
        <pc:picChg chg="add del mod">
          <ac:chgData name="musukie52@gmail.com" userId="017bd91f96aa8751" providerId="LiveId" clId="{5B2C3894-F97E-4CAB-8812-5BB4D83AAC6A}" dt="2026-01-25T12:37:07.390" v="21306" actId="21"/>
          <ac:picMkLst>
            <pc:docMk/>
            <pc:sldMk cId="3720418022" sldId="326"/>
            <ac:picMk id="35" creationId="{00000000-0000-0000-0000-000000000000}"/>
          </ac:picMkLst>
        </pc:picChg>
        <pc:picChg chg="add del mod">
          <ac:chgData name="musukie52@gmail.com" userId="017bd91f96aa8751" providerId="LiveId" clId="{5B2C3894-F97E-4CAB-8812-5BB4D83AAC6A}" dt="2026-01-25T12:37:07.390" v="21306" actId="21"/>
          <ac:picMkLst>
            <pc:docMk/>
            <pc:sldMk cId="3720418022" sldId="326"/>
            <ac:picMk id="41" creationId="{00000000-0000-0000-0000-000000000000}"/>
          </ac:picMkLst>
        </pc:picChg>
        <pc:picChg chg="add del mod">
          <ac:chgData name="musukie52@gmail.com" userId="017bd91f96aa8751" providerId="LiveId" clId="{5B2C3894-F97E-4CAB-8812-5BB4D83AAC6A}" dt="2026-01-25T12:37:07.390" v="21306" actId="21"/>
          <ac:picMkLst>
            <pc:docMk/>
            <pc:sldMk cId="3720418022" sldId="326"/>
            <ac:picMk id="42" creationId="{00000000-0000-0000-0000-000000000000}"/>
          </ac:picMkLst>
        </pc:picChg>
        <pc:picChg chg="add del mod">
          <ac:chgData name="musukie52@gmail.com" userId="017bd91f96aa8751" providerId="LiveId" clId="{5B2C3894-F97E-4CAB-8812-5BB4D83AAC6A}" dt="2026-01-25T12:37:07.390" v="21306" actId="21"/>
          <ac:picMkLst>
            <pc:docMk/>
            <pc:sldMk cId="3720418022" sldId="326"/>
            <ac:picMk id="45" creationId="{00000000-0000-0000-0000-000000000000}"/>
          </ac:picMkLst>
        </pc:picChg>
      </pc:sldChg>
      <pc:sldChg chg="modSp del mod">
        <pc:chgData name="musukie52@gmail.com" userId="017bd91f96aa8751" providerId="LiveId" clId="{5B2C3894-F97E-4CAB-8812-5BB4D83AAC6A}" dt="2026-01-25T12:58:32.829" v="21854" actId="47"/>
        <pc:sldMkLst>
          <pc:docMk/>
          <pc:sldMk cId="612952928" sldId="327"/>
        </pc:sldMkLst>
        <pc:graphicFrameChg chg="modGraphic">
          <ac:chgData name="musukie52@gmail.com" userId="017bd91f96aa8751" providerId="LiveId" clId="{5B2C3894-F97E-4CAB-8812-5BB4D83AAC6A}" dt="2026-01-24T08:13:45.690" v="16865" actId="2711"/>
          <ac:graphicFrameMkLst>
            <pc:docMk/>
            <pc:sldMk cId="612952928" sldId="327"/>
            <ac:graphicFrameMk id="2" creationId="{00000000-0000-0000-0000-000000000000}"/>
          </ac:graphicFrameMkLst>
        </pc:graphicFrameChg>
      </pc:sldChg>
      <pc:sldChg chg="addSp delSp modSp new del mod">
        <pc:chgData name="musukie52@gmail.com" userId="017bd91f96aa8751" providerId="LiveId" clId="{5B2C3894-F97E-4CAB-8812-5BB4D83AAC6A}" dt="2026-01-25T08:19:36.865" v="18430" actId="47"/>
        <pc:sldMkLst>
          <pc:docMk/>
          <pc:sldMk cId="324262771" sldId="328"/>
        </pc:sldMkLst>
        <pc:spChg chg="del">
          <ac:chgData name="musukie52@gmail.com" userId="017bd91f96aa8751" providerId="LiveId" clId="{5B2C3894-F97E-4CAB-8812-5BB4D83AAC6A}" dt="2026-01-24T08:41:53.878" v="17412" actId="478"/>
          <ac:spMkLst>
            <pc:docMk/>
            <pc:sldMk cId="324262771" sldId="328"/>
            <ac:spMk id="2" creationId="{6EAA9A82-01B1-C0C4-6F40-B5027B2E0C3B}"/>
          </ac:spMkLst>
        </pc:spChg>
        <pc:spChg chg="del">
          <ac:chgData name="musukie52@gmail.com" userId="017bd91f96aa8751" providerId="LiveId" clId="{5B2C3894-F97E-4CAB-8812-5BB4D83AAC6A}" dt="2026-01-24T08:41:53.878" v="17412" actId="478"/>
          <ac:spMkLst>
            <pc:docMk/>
            <pc:sldMk cId="324262771" sldId="328"/>
            <ac:spMk id="3" creationId="{85CE4A23-DB57-28D4-73CE-BFEFD9E239C5}"/>
          </ac:spMkLst>
        </pc:spChg>
        <pc:grpChg chg="add mod">
          <ac:chgData name="musukie52@gmail.com" userId="017bd91f96aa8751" providerId="LiveId" clId="{5B2C3894-F97E-4CAB-8812-5BB4D83AAC6A}" dt="2026-01-25T05:56:54.242" v="17503" actId="164"/>
          <ac:grpSpMkLst>
            <pc:docMk/>
            <pc:sldMk cId="324262771" sldId="328"/>
            <ac:grpSpMk id="15" creationId="{C5B88D92-6B5D-30E7-5D50-54D2FF16D19C}"/>
          </ac:grpSpMkLst>
        </pc:grpChg>
        <pc:grpChg chg="add del mod">
          <ac:chgData name="musukie52@gmail.com" userId="017bd91f96aa8751" providerId="LiveId" clId="{5B2C3894-F97E-4CAB-8812-5BB4D83AAC6A}" dt="2026-01-25T06:03:31.558" v="17519" actId="478"/>
          <ac:grpSpMkLst>
            <pc:docMk/>
            <pc:sldMk cId="324262771" sldId="328"/>
            <ac:grpSpMk id="16" creationId="{4D9B21CA-7028-BE5E-C7D2-0EB7856DC10F}"/>
          </ac:grpSpMkLst>
        </pc:grpChg>
        <pc:grpChg chg="add del mod">
          <ac:chgData name="musukie52@gmail.com" userId="017bd91f96aa8751" providerId="LiveId" clId="{5B2C3894-F97E-4CAB-8812-5BB4D83AAC6A}" dt="2026-01-25T07:42:12.815" v="18046" actId="478"/>
          <ac:grpSpMkLst>
            <pc:docMk/>
            <pc:sldMk cId="324262771" sldId="328"/>
            <ac:grpSpMk id="70" creationId="{57F34FE0-E571-EC09-9198-F0D23DA32A5F}"/>
          </ac:grpSpMkLst>
        </pc:grpChg>
        <pc:grpChg chg="add mod">
          <ac:chgData name="musukie52@gmail.com" userId="017bd91f96aa8751" providerId="LiveId" clId="{5B2C3894-F97E-4CAB-8812-5BB4D83AAC6A}" dt="2026-01-25T07:43:15.337" v="18062" actId="164"/>
          <ac:grpSpMkLst>
            <pc:docMk/>
            <pc:sldMk cId="324262771" sldId="328"/>
            <ac:grpSpMk id="71" creationId="{6DBF9F26-03FB-2B8A-43DA-B3FB8EF0FA9A}"/>
          </ac:grpSpMkLst>
        </pc:grpChg>
        <pc:grpChg chg="add del mod">
          <ac:chgData name="musukie52@gmail.com" userId="017bd91f96aa8751" providerId="LiveId" clId="{5B2C3894-F97E-4CAB-8812-5BB4D83AAC6A}" dt="2026-01-25T07:42:05.623" v="18044" actId="165"/>
          <ac:grpSpMkLst>
            <pc:docMk/>
            <pc:sldMk cId="324262771" sldId="328"/>
            <ac:grpSpMk id="74" creationId="{CBC3CE6A-C8D1-201F-F0F7-D4F7454FC465}"/>
          </ac:grpSpMkLst>
        </pc:grpChg>
        <pc:grpChg chg="add del mod">
          <ac:chgData name="musukie52@gmail.com" userId="017bd91f96aa8751" providerId="LiveId" clId="{5B2C3894-F97E-4CAB-8812-5BB4D83AAC6A}" dt="2026-01-25T07:47:14.732" v="18071" actId="478"/>
          <ac:grpSpMkLst>
            <pc:docMk/>
            <pc:sldMk cId="324262771" sldId="328"/>
            <ac:grpSpMk id="78" creationId="{461D045A-5931-CF27-9A70-CC78F5C665E7}"/>
          </ac:grpSpMkLst>
        </pc:grpChg>
        <pc:picChg chg="add mod modCrop">
          <ac:chgData name="musukie52@gmail.com" userId="017bd91f96aa8751" providerId="LiveId" clId="{5B2C3894-F97E-4CAB-8812-5BB4D83AAC6A}" dt="2026-01-25T06:03:10.620" v="17516" actId="164"/>
          <ac:picMkLst>
            <pc:docMk/>
            <pc:sldMk cId="324262771" sldId="328"/>
            <ac:picMk id="3" creationId="{046C5E04-AD2E-75D5-CF01-B23F28E810EB}"/>
          </ac:picMkLst>
        </pc:picChg>
        <pc:picChg chg="add del mod modCrop">
          <ac:chgData name="musukie52@gmail.com" userId="017bd91f96aa8751" providerId="LiveId" clId="{5B2C3894-F97E-4CAB-8812-5BB4D83AAC6A}" dt="2026-01-25T05:49:16.444" v="17419" actId="478"/>
          <ac:picMkLst>
            <pc:docMk/>
            <pc:sldMk cId="324262771" sldId="328"/>
            <ac:picMk id="5" creationId="{C74EFC19-D859-F69C-C89F-E6F0BE3A35C4}"/>
          </ac:picMkLst>
        </pc:picChg>
        <pc:picChg chg="add mod modCrop">
          <ac:chgData name="musukie52@gmail.com" userId="017bd91f96aa8751" providerId="LiveId" clId="{5B2C3894-F97E-4CAB-8812-5BB4D83AAC6A}" dt="2026-01-25T06:03:10.620" v="17516" actId="164"/>
          <ac:picMkLst>
            <pc:docMk/>
            <pc:sldMk cId="324262771" sldId="328"/>
            <ac:picMk id="6" creationId="{9C3333D9-DCE9-37D4-EFAC-F19F19585CF1}"/>
          </ac:picMkLst>
        </pc:picChg>
        <pc:picChg chg="add mod modCrop">
          <ac:chgData name="musukie52@gmail.com" userId="017bd91f96aa8751" providerId="LiveId" clId="{5B2C3894-F97E-4CAB-8812-5BB4D83AAC6A}" dt="2026-01-25T06:03:10.620" v="17516" actId="164"/>
          <ac:picMkLst>
            <pc:docMk/>
            <pc:sldMk cId="324262771" sldId="328"/>
            <ac:picMk id="8" creationId="{8ECB0687-5C00-C696-CF04-F9571AC9F546}"/>
          </ac:picMkLst>
        </pc:picChg>
        <pc:picChg chg="add mod modCrop">
          <ac:chgData name="musukie52@gmail.com" userId="017bd91f96aa8751" providerId="LiveId" clId="{5B2C3894-F97E-4CAB-8812-5BB4D83AAC6A}" dt="2026-01-25T06:03:10.620" v="17516" actId="164"/>
          <ac:picMkLst>
            <pc:docMk/>
            <pc:sldMk cId="324262771" sldId="328"/>
            <ac:picMk id="10" creationId="{60715803-CC6F-D6B0-1F23-D1644A7D748D}"/>
          </ac:picMkLst>
        </pc:picChg>
        <pc:picChg chg="add mod modCrop">
          <ac:chgData name="musukie52@gmail.com" userId="017bd91f96aa8751" providerId="LiveId" clId="{5B2C3894-F97E-4CAB-8812-5BB4D83AAC6A}" dt="2026-01-25T06:03:10.620" v="17516" actId="164"/>
          <ac:picMkLst>
            <pc:docMk/>
            <pc:sldMk cId="324262771" sldId="328"/>
            <ac:picMk id="12" creationId="{218907B1-B8A0-3A0B-EA39-D6FCD309FC10}"/>
          </ac:picMkLst>
        </pc:picChg>
        <pc:picChg chg="add mod modCrop">
          <ac:chgData name="musukie52@gmail.com" userId="017bd91f96aa8751" providerId="LiveId" clId="{5B2C3894-F97E-4CAB-8812-5BB4D83AAC6A}" dt="2026-01-25T06:03:10.620" v="17516" actId="164"/>
          <ac:picMkLst>
            <pc:docMk/>
            <pc:sldMk cId="324262771" sldId="328"/>
            <ac:picMk id="13" creationId="{A47E6DE4-0875-4B10-BE07-088E6788C6DC}"/>
          </ac:picMkLst>
        </pc:picChg>
        <pc:picChg chg="add mod modCrop">
          <ac:chgData name="musukie52@gmail.com" userId="017bd91f96aa8751" providerId="LiveId" clId="{5B2C3894-F97E-4CAB-8812-5BB4D83AAC6A}" dt="2026-01-25T05:56:57.384" v="17515" actId="732"/>
          <ac:picMkLst>
            <pc:docMk/>
            <pc:sldMk cId="324262771" sldId="328"/>
            <ac:picMk id="14" creationId="{BA0B8698-C55D-ABA1-E425-278BDBE676FC}"/>
          </ac:picMkLst>
        </pc:picChg>
        <pc:picChg chg="add del mod modCrop">
          <ac:chgData name="musukie52@gmail.com" userId="017bd91f96aa8751" providerId="LiveId" clId="{5B2C3894-F97E-4CAB-8812-5BB4D83AAC6A}" dt="2026-01-25T06:09:24.140" v="17588" actId="478"/>
          <ac:picMkLst>
            <pc:docMk/>
            <pc:sldMk cId="324262771" sldId="328"/>
            <ac:picMk id="18" creationId="{987B8605-90DC-C500-4AAA-5FD130A88A2C}"/>
          </ac:picMkLst>
        </pc:picChg>
        <pc:picChg chg="add mod">
          <ac:chgData name="musukie52@gmail.com" userId="017bd91f96aa8751" providerId="LiveId" clId="{5B2C3894-F97E-4CAB-8812-5BB4D83AAC6A}" dt="2026-01-25T06:06:24.529" v="17559" actId="931"/>
          <ac:picMkLst>
            <pc:docMk/>
            <pc:sldMk cId="324262771" sldId="328"/>
            <ac:picMk id="20" creationId="{8B080793-F42B-39F3-E041-B2641242BD46}"/>
          </ac:picMkLst>
        </pc:picChg>
        <pc:picChg chg="add mod">
          <ac:chgData name="musukie52@gmail.com" userId="017bd91f96aa8751" providerId="LiveId" clId="{5B2C3894-F97E-4CAB-8812-5BB4D83AAC6A}" dt="2026-01-25T06:06:24.529" v="17559" actId="931"/>
          <ac:picMkLst>
            <pc:docMk/>
            <pc:sldMk cId="324262771" sldId="328"/>
            <ac:picMk id="22" creationId="{6AB62A9F-3313-069A-D864-521CFDB220D7}"/>
          </ac:picMkLst>
        </pc:picChg>
        <pc:picChg chg="add mod">
          <ac:chgData name="musukie52@gmail.com" userId="017bd91f96aa8751" providerId="LiveId" clId="{5B2C3894-F97E-4CAB-8812-5BB4D83AAC6A}" dt="2026-01-25T06:06:24.529" v="17559" actId="931"/>
          <ac:picMkLst>
            <pc:docMk/>
            <pc:sldMk cId="324262771" sldId="328"/>
            <ac:picMk id="24" creationId="{E7F4C833-D714-C56A-66DF-E05FD6FA6E77}"/>
          </ac:picMkLst>
        </pc:picChg>
        <pc:picChg chg="add mod">
          <ac:chgData name="musukie52@gmail.com" userId="017bd91f96aa8751" providerId="LiveId" clId="{5B2C3894-F97E-4CAB-8812-5BB4D83AAC6A}" dt="2026-01-25T06:06:24.529" v="17559" actId="931"/>
          <ac:picMkLst>
            <pc:docMk/>
            <pc:sldMk cId="324262771" sldId="328"/>
            <ac:picMk id="26" creationId="{FB3414B3-4FEE-E598-5963-C65FD6C2CFD6}"/>
          </ac:picMkLst>
        </pc:picChg>
        <pc:picChg chg="add mod">
          <ac:chgData name="musukie52@gmail.com" userId="017bd91f96aa8751" providerId="LiveId" clId="{5B2C3894-F97E-4CAB-8812-5BB4D83AAC6A}" dt="2026-01-25T06:06:24.529" v="17559" actId="931"/>
          <ac:picMkLst>
            <pc:docMk/>
            <pc:sldMk cId="324262771" sldId="328"/>
            <ac:picMk id="28" creationId="{D2FDDEE4-6ECE-059E-1D35-373AC24A926E}"/>
          </ac:picMkLst>
        </pc:picChg>
        <pc:picChg chg="add mod">
          <ac:chgData name="musukie52@gmail.com" userId="017bd91f96aa8751" providerId="LiveId" clId="{5B2C3894-F97E-4CAB-8812-5BB4D83AAC6A}" dt="2026-01-25T06:06:24.529" v="17559" actId="931"/>
          <ac:picMkLst>
            <pc:docMk/>
            <pc:sldMk cId="324262771" sldId="328"/>
            <ac:picMk id="30" creationId="{43F0155F-5D55-4DF2-6414-EFFBA2D31A14}"/>
          </ac:picMkLst>
        </pc:picChg>
        <pc:picChg chg="add mod">
          <ac:chgData name="musukie52@gmail.com" userId="017bd91f96aa8751" providerId="LiveId" clId="{5B2C3894-F97E-4CAB-8812-5BB4D83AAC6A}" dt="2026-01-25T06:06:24.529" v="17559" actId="931"/>
          <ac:picMkLst>
            <pc:docMk/>
            <pc:sldMk cId="324262771" sldId="328"/>
            <ac:picMk id="32" creationId="{3439FF4C-C408-DEEC-FC71-BB28E3DB366A}"/>
          </ac:picMkLst>
        </pc:picChg>
        <pc:picChg chg="add mod">
          <ac:chgData name="musukie52@gmail.com" userId="017bd91f96aa8751" providerId="LiveId" clId="{5B2C3894-F97E-4CAB-8812-5BB4D83AAC6A}" dt="2026-01-25T06:06:24.529" v="17559" actId="931"/>
          <ac:picMkLst>
            <pc:docMk/>
            <pc:sldMk cId="324262771" sldId="328"/>
            <ac:picMk id="34" creationId="{B6E94B83-68F8-4248-A78C-5A0ECB32FC80}"/>
          </ac:picMkLst>
        </pc:picChg>
        <pc:picChg chg="add mod">
          <ac:chgData name="musukie52@gmail.com" userId="017bd91f96aa8751" providerId="LiveId" clId="{5B2C3894-F97E-4CAB-8812-5BB4D83AAC6A}" dt="2026-01-25T06:06:24.529" v="17559" actId="931"/>
          <ac:picMkLst>
            <pc:docMk/>
            <pc:sldMk cId="324262771" sldId="328"/>
            <ac:picMk id="36" creationId="{F139B3C4-F8EF-E0AA-4B1A-7A8A08A54DF5}"/>
          </ac:picMkLst>
        </pc:picChg>
        <pc:picChg chg="add del mod">
          <ac:chgData name="musukie52@gmail.com" userId="017bd91f96aa8751" providerId="LiveId" clId="{5B2C3894-F97E-4CAB-8812-5BB4D83AAC6A}" dt="2026-01-25T06:06:38.280" v="17561" actId="478"/>
          <ac:picMkLst>
            <pc:docMk/>
            <pc:sldMk cId="324262771" sldId="328"/>
            <ac:picMk id="38" creationId="{565F7E04-6041-9942-1457-8E356793A814}"/>
          </ac:picMkLst>
        </pc:picChg>
        <pc:picChg chg="add del mod">
          <ac:chgData name="musukie52@gmail.com" userId="017bd91f96aa8751" providerId="LiveId" clId="{5B2C3894-F97E-4CAB-8812-5BB4D83AAC6A}" dt="2026-01-25T06:07:54.470" v="17571" actId="478"/>
          <ac:picMkLst>
            <pc:docMk/>
            <pc:sldMk cId="324262771" sldId="328"/>
            <ac:picMk id="40" creationId="{48CBB0E8-B160-01C4-6118-A514FB0DB362}"/>
          </ac:picMkLst>
        </pc:picChg>
        <pc:picChg chg="add del mod">
          <ac:chgData name="musukie52@gmail.com" userId="017bd91f96aa8751" providerId="LiveId" clId="{5B2C3894-F97E-4CAB-8812-5BB4D83AAC6A}" dt="2026-01-25T07:47:15.483" v="18072" actId="478"/>
          <ac:picMkLst>
            <pc:docMk/>
            <pc:sldMk cId="324262771" sldId="328"/>
            <ac:picMk id="42" creationId="{5455D5BB-FC4B-9C2C-BC5F-E32FFE466F13}"/>
          </ac:picMkLst>
        </pc:picChg>
        <pc:picChg chg="add del mod">
          <ac:chgData name="musukie52@gmail.com" userId="017bd91f96aa8751" providerId="LiveId" clId="{5B2C3894-F97E-4CAB-8812-5BB4D83AAC6A}" dt="2026-01-25T06:07:52.183" v="17570" actId="478"/>
          <ac:picMkLst>
            <pc:docMk/>
            <pc:sldMk cId="324262771" sldId="328"/>
            <ac:picMk id="44" creationId="{85DC9334-166E-1AED-0697-A12849AC9C48}"/>
          </ac:picMkLst>
        </pc:picChg>
        <pc:picChg chg="add del mod">
          <ac:chgData name="musukie52@gmail.com" userId="017bd91f96aa8751" providerId="LiveId" clId="{5B2C3894-F97E-4CAB-8812-5BB4D83AAC6A}" dt="2026-01-25T06:09:33.819" v="17590" actId="478"/>
          <ac:picMkLst>
            <pc:docMk/>
            <pc:sldMk cId="324262771" sldId="328"/>
            <ac:picMk id="46" creationId="{B81C2749-88AD-FCB8-82D9-DE344B913DB9}"/>
          </ac:picMkLst>
        </pc:picChg>
        <pc:picChg chg="add del mod modCrop">
          <ac:chgData name="musukie52@gmail.com" userId="017bd91f96aa8751" providerId="LiveId" clId="{5B2C3894-F97E-4CAB-8812-5BB4D83AAC6A}" dt="2026-01-25T06:14:52.366" v="17639" actId="478"/>
          <ac:picMkLst>
            <pc:docMk/>
            <pc:sldMk cId="324262771" sldId="328"/>
            <ac:picMk id="48" creationId="{93A54783-77D1-650E-00DB-F4A23447720E}"/>
          </ac:picMkLst>
        </pc:picChg>
        <pc:picChg chg="add del mod modCrop">
          <ac:chgData name="musukie52@gmail.com" userId="017bd91f96aa8751" providerId="LiveId" clId="{5B2C3894-F97E-4CAB-8812-5BB4D83AAC6A}" dt="2026-01-25T07:47:16.426" v="18073" actId="478"/>
          <ac:picMkLst>
            <pc:docMk/>
            <pc:sldMk cId="324262771" sldId="328"/>
            <ac:picMk id="50" creationId="{BC3EBA68-F08C-9E61-E5D2-30008AC4521A}"/>
          </ac:picMkLst>
        </pc:picChg>
        <pc:picChg chg="add del mod">
          <ac:chgData name="musukie52@gmail.com" userId="017bd91f96aa8751" providerId="LiveId" clId="{5B2C3894-F97E-4CAB-8812-5BB4D83AAC6A}" dt="2026-01-25T07:46:22.497" v="18066" actId="478"/>
          <ac:picMkLst>
            <pc:docMk/>
            <pc:sldMk cId="324262771" sldId="328"/>
            <ac:picMk id="52" creationId="{BA2B36F6-8156-8C99-633B-8055E17A520F}"/>
          </ac:picMkLst>
        </pc:picChg>
        <pc:picChg chg="add del mod modCrop">
          <ac:chgData name="musukie52@gmail.com" userId="017bd91f96aa8751" providerId="LiveId" clId="{5B2C3894-F97E-4CAB-8812-5BB4D83AAC6A}" dt="2026-01-25T06:12:00.798" v="17608" actId="21"/>
          <ac:picMkLst>
            <pc:docMk/>
            <pc:sldMk cId="324262771" sldId="328"/>
            <ac:picMk id="53" creationId="{F0873CC9-2817-7F6F-1F89-568C56A442D0}"/>
          </ac:picMkLst>
        </pc:picChg>
        <pc:picChg chg="add del mod">
          <ac:chgData name="musukie52@gmail.com" userId="017bd91f96aa8751" providerId="LiveId" clId="{5B2C3894-F97E-4CAB-8812-5BB4D83AAC6A}" dt="2026-01-25T06:12:34.050" v="17614" actId="478"/>
          <ac:picMkLst>
            <pc:docMk/>
            <pc:sldMk cId="324262771" sldId="328"/>
            <ac:picMk id="54" creationId="{F0873CC9-2817-7F6F-1F89-568C56A442D0}"/>
          </ac:picMkLst>
        </pc:picChg>
        <pc:picChg chg="add del mod modCrop">
          <ac:chgData name="musukie52@gmail.com" userId="017bd91f96aa8751" providerId="LiveId" clId="{5B2C3894-F97E-4CAB-8812-5BB4D83AAC6A}" dt="2026-01-25T06:14:08.512" v="17636" actId="478"/>
          <ac:picMkLst>
            <pc:docMk/>
            <pc:sldMk cId="324262771" sldId="328"/>
            <ac:picMk id="55" creationId="{512AD57C-857E-A062-4FED-D1A23D76FAC9}"/>
          </ac:picMkLst>
        </pc:picChg>
        <pc:picChg chg="add del mod">
          <ac:chgData name="musukie52@gmail.com" userId="017bd91f96aa8751" providerId="LiveId" clId="{5B2C3894-F97E-4CAB-8812-5BB4D83AAC6A}" dt="2026-01-25T07:47:13.909" v="18070" actId="478"/>
          <ac:picMkLst>
            <pc:docMk/>
            <pc:sldMk cId="324262771" sldId="328"/>
            <ac:picMk id="57" creationId="{FEFDA2A6-1C08-679A-B31C-34AE891A6906}"/>
          </ac:picMkLst>
        </pc:picChg>
        <pc:picChg chg="add del mod">
          <ac:chgData name="musukie52@gmail.com" userId="017bd91f96aa8751" providerId="LiveId" clId="{5B2C3894-F97E-4CAB-8812-5BB4D83AAC6A}" dt="2026-01-25T07:43:23.606" v="18063" actId="478"/>
          <ac:picMkLst>
            <pc:docMk/>
            <pc:sldMk cId="324262771" sldId="328"/>
            <ac:picMk id="59" creationId="{FC137C6A-0A1D-B9F6-B149-90E5F40C2E88}"/>
          </ac:picMkLst>
        </pc:picChg>
        <pc:picChg chg="add del mod">
          <ac:chgData name="musukie52@gmail.com" userId="017bd91f96aa8751" providerId="LiveId" clId="{5B2C3894-F97E-4CAB-8812-5BB4D83AAC6A}" dt="2026-01-25T07:47:05.968" v="18068" actId="478"/>
          <ac:picMkLst>
            <pc:docMk/>
            <pc:sldMk cId="324262771" sldId="328"/>
            <ac:picMk id="61" creationId="{46C01507-E1B8-65C8-9728-5AF16E44B3EE}"/>
          </ac:picMkLst>
        </pc:picChg>
        <pc:picChg chg="add del mod">
          <ac:chgData name="musukie52@gmail.com" userId="017bd91f96aa8751" providerId="LiveId" clId="{5B2C3894-F97E-4CAB-8812-5BB4D83AAC6A}" dt="2026-01-25T08:19:32.060" v="18429" actId="21"/>
          <ac:picMkLst>
            <pc:docMk/>
            <pc:sldMk cId="324262771" sldId="328"/>
            <ac:picMk id="63" creationId="{87B61AAA-D7F5-9A5D-AEA7-3B76E26E3D74}"/>
          </ac:picMkLst>
        </pc:picChg>
        <pc:picChg chg="add del mod">
          <ac:chgData name="musukie52@gmail.com" userId="017bd91f96aa8751" providerId="LiveId" clId="{5B2C3894-F97E-4CAB-8812-5BB4D83AAC6A}" dt="2026-01-25T07:46:24.897" v="18067" actId="478"/>
          <ac:picMkLst>
            <pc:docMk/>
            <pc:sldMk cId="324262771" sldId="328"/>
            <ac:picMk id="65" creationId="{839C5EA8-DE4C-5BB9-6A7D-1BC970FB3FF6}"/>
          </ac:picMkLst>
        </pc:picChg>
        <pc:picChg chg="add mod">
          <ac:chgData name="musukie52@gmail.com" userId="017bd91f96aa8751" providerId="LiveId" clId="{5B2C3894-F97E-4CAB-8812-5BB4D83AAC6A}" dt="2026-01-25T07:41:05.971" v="18032" actId="164"/>
          <ac:picMkLst>
            <pc:docMk/>
            <pc:sldMk cId="324262771" sldId="328"/>
            <ac:picMk id="67" creationId="{141593CE-5C60-267C-C065-F2A7762C2D11}"/>
          </ac:picMkLst>
        </pc:picChg>
        <pc:picChg chg="add mod modCrop">
          <ac:chgData name="musukie52@gmail.com" userId="017bd91f96aa8751" providerId="LiveId" clId="{5B2C3894-F97E-4CAB-8812-5BB4D83AAC6A}" dt="2026-01-25T07:41:05.971" v="18032" actId="164"/>
          <ac:picMkLst>
            <pc:docMk/>
            <pc:sldMk cId="324262771" sldId="328"/>
            <ac:picMk id="69" creationId="{654AE603-5A36-2D85-DC56-0B76972CF065}"/>
          </ac:picMkLst>
        </pc:picChg>
        <pc:picChg chg="mod modCrop">
          <ac:chgData name="musukie52@gmail.com" userId="017bd91f96aa8751" providerId="LiveId" clId="{5B2C3894-F97E-4CAB-8812-5BB4D83AAC6A}" dt="2026-01-25T07:41:52.305" v="18040" actId="732"/>
          <ac:picMkLst>
            <pc:docMk/>
            <pc:sldMk cId="324262771" sldId="328"/>
            <ac:picMk id="72" creationId="{00FC1DEA-A6D7-DD0D-95B3-E3D0BD27E172}"/>
          </ac:picMkLst>
        </pc:picChg>
        <pc:picChg chg="mod">
          <ac:chgData name="musukie52@gmail.com" userId="017bd91f96aa8751" providerId="LiveId" clId="{5B2C3894-F97E-4CAB-8812-5BB4D83AAC6A}" dt="2026-01-25T07:41:14.609" v="18035"/>
          <ac:picMkLst>
            <pc:docMk/>
            <pc:sldMk cId="324262771" sldId="328"/>
            <ac:picMk id="73" creationId="{235E4C41-4BC0-39F3-620D-122352A0FD76}"/>
          </ac:picMkLst>
        </pc:picChg>
        <pc:picChg chg="mod topLvl modCrop">
          <ac:chgData name="musukie52@gmail.com" userId="017bd91f96aa8751" providerId="LiveId" clId="{5B2C3894-F97E-4CAB-8812-5BB4D83AAC6A}" dt="2026-01-25T07:43:15.337" v="18062" actId="164"/>
          <ac:picMkLst>
            <pc:docMk/>
            <pc:sldMk cId="324262771" sldId="328"/>
            <ac:picMk id="75" creationId="{64F03406-7095-6D01-E975-E5ABF7B0CF76}"/>
          </ac:picMkLst>
        </pc:picChg>
        <pc:picChg chg="del mod topLvl">
          <ac:chgData name="musukie52@gmail.com" userId="017bd91f96aa8751" providerId="LiveId" clId="{5B2C3894-F97E-4CAB-8812-5BB4D83AAC6A}" dt="2026-01-25T07:42:10.344" v="18045" actId="478"/>
          <ac:picMkLst>
            <pc:docMk/>
            <pc:sldMk cId="324262771" sldId="328"/>
            <ac:picMk id="76" creationId="{BD633058-72BD-05F1-3246-313833FC7C58}"/>
          </ac:picMkLst>
        </pc:picChg>
        <pc:picChg chg="add mod modCrop">
          <ac:chgData name="musukie52@gmail.com" userId="017bd91f96aa8751" providerId="LiveId" clId="{5B2C3894-F97E-4CAB-8812-5BB4D83AAC6A}" dt="2026-01-25T07:43:15.337" v="18062" actId="164"/>
          <ac:picMkLst>
            <pc:docMk/>
            <pc:sldMk cId="324262771" sldId="328"/>
            <ac:picMk id="77" creationId="{0D40011D-EEC1-88B3-94D3-B543EBABF51F}"/>
          </ac:picMkLst>
        </pc:picChg>
      </pc:sldChg>
      <pc:sldChg chg="addSp delSp modSp new mod ord setBg">
        <pc:chgData name="musukie52@gmail.com" userId="017bd91f96aa8751" providerId="LiveId" clId="{5B2C3894-F97E-4CAB-8812-5BB4D83AAC6A}" dt="2026-01-25T13:14:44.464" v="22237" actId="21"/>
        <pc:sldMkLst>
          <pc:docMk/>
          <pc:sldMk cId="1128694241" sldId="328"/>
        </pc:sldMkLst>
        <pc:spChg chg="del">
          <ac:chgData name="musukie52@gmail.com" userId="017bd91f96aa8751" providerId="LiveId" clId="{5B2C3894-F97E-4CAB-8812-5BB4D83AAC6A}" dt="2026-01-25T10:40:27.829" v="20011" actId="478"/>
          <ac:spMkLst>
            <pc:docMk/>
            <pc:sldMk cId="1128694241" sldId="328"/>
            <ac:spMk id="2" creationId="{1C4B05A3-526F-3295-16D8-1A349D7F1FDA}"/>
          </ac:spMkLst>
        </pc:spChg>
        <pc:spChg chg="del">
          <ac:chgData name="musukie52@gmail.com" userId="017bd91f96aa8751" providerId="LiveId" clId="{5B2C3894-F97E-4CAB-8812-5BB4D83AAC6A}" dt="2026-01-25T10:40:27.829" v="20011" actId="478"/>
          <ac:spMkLst>
            <pc:docMk/>
            <pc:sldMk cId="1128694241" sldId="328"/>
            <ac:spMk id="3" creationId="{AD24EA55-AF2B-5B0E-C077-596C6780DB37}"/>
          </ac:spMkLst>
        </pc:spChg>
        <pc:spChg chg="add mod">
          <ac:chgData name="musukie52@gmail.com" userId="017bd91f96aa8751" providerId="LiveId" clId="{5B2C3894-F97E-4CAB-8812-5BB4D83AAC6A}" dt="2026-01-25T10:40:53.137" v="20017"/>
          <ac:spMkLst>
            <pc:docMk/>
            <pc:sldMk cId="1128694241" sldId="328"/>
            <ac:spMk id="4" creationId="{012D797E-CB77-1892-9948-5096E0519FC8}"/>
          </ac:spMkLst>
        </pc:spChg>
        <pc:spChg chg="add mod">
          <ac:chgData name="musukie52@gmail.com" userId="017bd91f96aa8751" providerId="LiveId" clId="{5B2C3894-F97E-4CAB-8812-5BB4D83AAC6A}" dt="2026-01-25T10:40:53.137" v="20017"/>
          <ac:spMkLst>
            <pc:docMk/>
            <pc:sldMk cId="1128694241" sldId="328"/>
            <ac:spMk id="5" creationId="{3B8A6EE2-D659-DDF8-35C3-4155C2A0B9DD}"/>
          </ac:spMkLst>
        </pc:spChg>
        <pc:spChg chg="add mod">
          <ac:chgData name="musukie52@gmail.com" userId="017bd91f96aa8751" providerId="LiveId" clId="{5B2C3894-F97E-4CAB-8812-5BB4D83AAC6A}" dt="2026-01-25T10:40:53.137" v="20017"/>
          <ac:spMkLst>
            <pc:docMk/>
            <pc:sldMk cId="1128694241" sldId="328"/>
            <ac:spMk id="6" creationId="{618467DE-B2DD-A5EE-7917-0E028BA3F96E}"/>
          </ac:spMkLst>
        </pc:spChg>
        <pc:spChg chg="add mod">
          <ac:chgData name="musukie52@gmail.com" userId="017bd91f96aa8751" providerId="LiveId" clId="{5B2C3894-F97E-4CAB-8812-5BB4D83AAC6A}" dt="2026-01-25T10:40:53.137" v="20017"/>
          <ac:spMkLst>
            <pc:docMk/>
            <pc:sldMk cId="1128694241" sldId="328"/>
            <ac:spMk id="7" creationId="{978BA67A-4D78-3D02-BF9B-9B75D39D9049}"/>
          </ac:spMkLst>
        </pc:spChg>
        <pc:spChg chg="add mod">
          <ac:chgData name="musukie52@gmail.com" userId="017bd91f96aa8751" providerId="LiveId" clId="{5B2C3894-F97E-4CAB-8812-5BB4D83AAC6A}" dt="2026-01-25T10:40:53.137" v="20017"/>
          <ac:spMkLst>
            <pc:docMk/>
            <pc:sldMk cId="1128694241" sldId="328"/>
            <ac:spMk id="8" creationId="{26ED7B1D-D130-2A3F-809F-EA45DCFEB1D8}"/>
          </ac:spMkLst>
        </pc:spChg>
        <pc:spChg chg="add mod">
          <ac:chgData name="musukie52@gmail.com" userId="017bd91f96aa8751" providerId="LiveId" clId="{5B2C3894-F97E-4CAB-8812-5BB4D83AAC6A}" dt="2026-01-25T10:40:53.137" v="20017"/>
          <ac:spMkLst>
            <pc:docMk/>
            <pc:sldMk cId="1128694241" sldId="328"/>
            <ac:spMk id="9" creationId="{A47A581A-9FD6-BE10-AB4D-3E01C35F6B95}"/>
          </ac:spMkLst>
        </pc:spChg>
        <pc:spChg chg="add mod">
          <ac:chgData name="musukie52@gmail.com" userId="017bd91f96aa8751" providerId="LiveId" clId="{5B2C3894-F97E-4CAB-8812-5BB4D83AAC6A}" dt="2026-01-25T10:40:53.137" v="20017"/>
          <ac:spMkLst>
            <pc:docMk/>
            <pc:sldMk cId="1128694241" sldId="328"/>
            <ac:spMk id="10" creationId="{51888BE5-D3EA-0D6C-E830-1B1454796721}"/>
          </ac:spMkLst>
        </pc:spChg>
        <pc:spChg chg="add mod">
          <ac:chgData name="musukie52@gmail.com" userId="017bd91f96aa8751" providerId="LiveId" clId="{5B2C3894-F97E-4CAB-8812-5BB4D83AAC6A}" dt="2026-01-25T10:41:11.300" v="20020"/>
          <ac:spMkLst>
            <pc:docMk/>
            <pc:sldMk cId="1128694241" sldId="328"/>
            <ac:spMk id="12" creationId="{EBD65CDE-9CF4-1FEE-7EF7-EBB058EA5943}"/>
          </ac:spMkLst>
        </pc:spChg>
        <pc:spChg chg="add mod">
          <ac:chgData name="musukie52@gmail.com" userId="017bd91f96aa8751" providerId="LiveId" clId="{5B2C3894-F97E-4CAB-8812-5BB4D83AAC6A}" dt="2026-01-25T10:41:11.300" v="20020"/>
          <ac:spMkLst>
            <pc:docMk/>
            <pc:sldMk cId="1128694241" sldId="328"/>
            <ac:spMk id="14" creationId="{A7F9AC51-13EA-38DA-F2BC-074879B19172}"/>
          </ac:spMkLst>
        </pc:spChg>
        <pc:spChg chg="add mod ord">
          <ac:chgData name="musukie52@gmail.com" userId="017bd91f96aa8751" providerId="LiveId" clId="{5B2C3894-F97E-4CAB-8812-5BB4D83AAC6A}" dt="2026-01-25T12:15:40.496" v="20652" actId="14100"/>
          <ac:spMkLst>
            <pc:docMk/>
            <pc:sldMk cId="1128694241" sldId="328"/>
            <ac:spMk id="57" creationId="{97C10F35-0F47-B7B1-7392-D1B424F11362}"/>
          </ac:spMkLst>
        </pc:spChg>
        <pc:spChg chg="add del mod">
          <ac:chgData name="musukie52@gmail.com" userId="017bd91f96aa8751" providerId="LiveId" clId="{5B2C3894-F97E-4CAB-8812-5BB4D83AAC6A}" dt="2026-01-25T12:15:48.647" v="20653" actId="478"/>
          <ac:spMkLst>
            <pc:docMk/>
            <pc:sldMk cId="1128694241" sldId="328"/>
            <ac:spMk id="58" creationId="{223C9437-56F3-90AC-0097-6D0CCD58A568}"/>
          </ac:spMkLst>
        </pc:spChg>
        <pc:spChg chg="add mod">
          <ac:chgData name="musukie52@gmail.com" userId="017bd91f96aa8751" providerId="LiveId" clId="{5B2C3894-F97E-4CAB-8812-5BB4D83AAC6A}" dt="2026-01-25T12:29:16.749" v="21241"/>
          <ac:spMkLst>
            <pc:docMk/>
            <pc:sldMk cId="1128694241" sldId="328"/>
            <ac:spMk id="59" creationId="{060A1FC1-F01B-7BBE-E265-FDAEEC0BAA91}"/>
          </ac:spMkLst>
        </pc:spChg>
        <pc:grpChg chg="add del mod">
          <ac:chgData name="musukie52@gmail.com" userId="017bd91f96aa8751" providerId="LiveId" clId="{5B2C3894-F97E-4CAB-8812-5BB4D83AAC6A}" dt="2026-01-25T11:44:22.611" v="20539" actId="165"/>
          <ac:grpSpMkLst>
            <pc:docMk/>
            <pc:sldMk cId="1128694241" sldId="328"/>
            <ac:grpSpMk id="22" creationId="{2E505BE1-B2BB-4112-DFDA-B29EF3012F91}"/>
          </ac:grpSpMkLst>
        </pc:grpChg>
        <pc:grpChg chg="add mod ord">
          <ac:chgData name="musukie52@gmail.com" userId="017bd91f96aa8751" providerId="LiveId" clId="{5B2C3894-F97E-4CAB-8812-5BB4D83AAC6A}" dt="2026-01-25T12:16:20.211" v="20660" actId="1076"/>
          <ac:grpSpMkLst>
            <pc:docMk/>
            <pc:sldMk cId="1128694241" sldId="328"/>
            <ac:grpSpMk id="35" creationId="{93C5A486-8092-22EB-AD2F-DFCD3568CA65}"/>
          </ac:grpSpMkLst>
        </pc:grpChg>
        <pc:grpChg chg="add del mod">
          <ac:chgData name="musukie52@gmail.com" userId="017bd91f96aa8751" providerId="LiveId" clId="{5B2C3894-F97E-4CAB-8812-5BB4D83AAC6A}" dt="2026-01-25T13:14:23.255" v="22231" actId="165"/>
          <ac:grpSpMkLst>
            <pc:docMk/>
            <pc:sldMk cId="1128694241" sldId="328"/>
            <ac:grpSpMk id="60" creationId="{68C0D352-850C-A4D3-3C63-901C13C42D3E}"/>
          </ac:grpSpMkLst>
        </pc:grpChg>
        <pc:picChg chg="add mod">
          <ac:chgData name="musukie52@gmail.com" userId="017bd91f96aa8751" providerId="LiveId" clId="{5B2C3894-F97E-4CAB-8812-5BB4D83AAC6A}" dt="2026-01-25T10:41:11.300" v="20020"/>
          <ac:picMkLst>
            <pc:docMk/>
            <pc:sldMk cId="1128694241" sldId="328"/>
            <ac:picMk id="11" creationId="{BE89BA7B-C560-884B-23E8-881BCD773B0C}"/>
          </ac:picMkLst>
        </pc:picChg>
        <pc:picChg chg="add mod">
          <ac:chgData name="musukie52@gmail.com" userId="017bd91f96aa8751" providerId="LiveId" clId="{5B2C3894-F97E-4CAB-8812-5BB4D83AAC6A}" dt="2026-01-25T10:41:11.300" v="20020"/>
          <ac:picMkLst>
            <pc:docMk/>
            <pc:sldMk cId="1128694241" sldId="328"/>
            <ac:picMk id="13" creationId="{E36CB948-C510-0841-C49E-F37EE9D5A81D}"/>
          </ac:picMkLst>
        </pc:picChg>
        <pc:picChg chg="add del mod topLvl">
          <ac:chgData name="musukie52@gmail.com" userId="017bd91f96aa8751" providerId="LiveId" clId="{5B2C3894-F97E-4CAB-8812-5BB4D83AAC6A}" dt="2026-01-25T11:33:43.983" v="20507" actId="478"/>
          <ac:picMkLst>
            <pc:docMk/>
            <pc:sldMk cId="1128694241" sldId="328"/>
            <ac:picMk id="15" creationId="{1B7F5F6F-0758-1A24-D601-47657CBD2B21}"/>
          </ac:picMkLst>
        </pc:picChg>
        <pc:picChg chg="add del mod topLvl">
          <ac:chgData name="musukie52@gmail.com" userId="017bd91f96aa8751" providerId="LiveId" clId="{5B2C3894-F97E-4CAB-8812-5BB4D83AAC6A}" dt="2026-01-25T11:33:43.983" v="20507" actId="478"/>
          <ac:picMkLst>
            <pc:docMk/>
            <pc:sldMk cId="1128694241" sldId="328"/>
            <ac:picMk id="16" creationId="{A5AFA51B-B54A-D988-CDF5-CF1116A5DFB3}"/>
          </ac:picMkLst>
        </pc:picChg>
        <pc:picChg chg="add del mod topLvl">
          <ac:chgData name="musukie52@gmail.com" userId="017bd91f96aa8751" providerId="LiveId" clId="{5B2C3894-F97E-4CAB-8812-5BB4D83AAC6A}" dt="2026-01-25T11:33:43.983" v="20507" actId="478"/>
          <ac:picMkLst>
            <pc:docMk/>
            <pc:sldMk cId="1128694241" sldId="328"/>
            <ac:picMk id="17" creationId="{9096A79F-D8BD-D887-A791-DD45D3727C74}"/>
          </ac:picMkLst>
        </pc:picChg>
        <pc:picChg chg="add del mod topLvl">
          <ac:chgData name="musukie52@gmail.com" userId="017bd91f96aa8751" providerId="LiveId" clId="{5B2C3894-F97E-4CAB-8812-5BB4D83AAC6A}" dt="2026-01-25T11:44:34.667" v="20541" actId="478"/>
          <ac:picMkLst>
            <pc:docMk/>
            <pc:sldMk cId="1128694241" sldId="328"/>
            <ac:picMk id="18" creationId="{039D2D03-669E-8B17-8A96-4AA7CBCEDBFF}"/>
          </ac:picMkLst>
        </pc:picChg>
        <pc:picChg chg="add del mod topLvl modCrop">
          <ac:chgData name="musukie52@gmail.com" userId="017bd91f96aa8751" providerId="LiveId" clId="{5B2C3894-F97E-4CAB-8812-5BB4D83AAC6A}" dt="2026-01-25T11:44:31.457" v="20540" actId="21"/>
          <ac:picMkLst>
            <pc:docMk/>
            <pc:sldMk cId="1128694241" sldId="328"/>
            <ac:picMk id="21" creationId="{C81CC248-43F0-2422-B227-3F355E1F2CCB}"/>
          </ac:picMkLst>
        </pc:picChg>
        <pc:picChg chg="add del mod topLvl">
          <ac:chgData name="musukie52@gmail.com" userId="017bd91f96aa8751" providerId="LiveId" clId="{5B2C3894-F97E-4CAB-8812-5BB4D83AAC6A}" dt="2026-01-25T11:44:34.667" v="20541" actId="478"/>
          <ac:picMkLst>
            <pc:docMk/>
            <pc:sldMk cId="1128694241" sldId="328"/>
            <ac:picMk id="24" creationId="{F8734639-238D-D207-BB55-F283A14A9C38}"/>
          </ac:picMkLst>
        </pc:picChg>
        <pc:picChg chg="add del mod topLvl">
          <ac:chgData name="musukie52@gmail.com" userId="017bd91f96aa8751" providerId="LiveId" clId="{5B2C3894-F97E-4CAB-8812-5BB4D83AAC6A}" dt="2026-01-25T11:44:34.667" v="20541" actId="478"/>
          <ac:picMkLst>
            <pc:docMk/>
            <pc:sldMk cId="1128694241" sldId="328"/>
            <ac:picMk id="25" creationId="{61F924E9-75C6-15E9-23B0-2625454E7411}"/>
          </ac:picMkLst>
        </pc:picChg>
        <pc:picChg chg="add del mod topLvl">
          <ac:chgData name="musukie52@gmail.com" userId="017bd91f96aa8751" providerId="LiveId" clId="{5B2C3894-F97E-4CAB-8812-5BB4D83AAC6A}" dt="2026-01-25T11:44:34.667" v="20541" actId="478"/>
          <ac:picMkLst>
            <pc:docMk/>
            <pc:sldMk cId="1128694241" sldId="328"/>
            <ac:picMk id="26" creationId="{0C7E7A04-89DD-6546-E694-C9296B3DABF4}"/>
          </ac:picMkLst>
        </pc:picChg>
        <pc:picChg chg="add del mod topLvl">
          <ac:chgData name="musukie52@gmail.com" userId="017bd91f96aa8751" providerId="LiveId" clId="{5B2C3894-F97E-4CAB-8812-5BB4D83AAC6A}" dt="2026-01-25T11:44:34.667" v="20541" actId="478"/>
          <ac:picMkLst>
            <pc:docMk/>
            <pc:sldMk cId="1128694241" sldId="328"/>
            <ac:picMk id="27" creationId="{CF016124-D755-56B5-E647-355D473607AD}"/>
          </ac:picMkLst>
        </pc:picChg>
        <pc:picChg chg="add del mod">
          <ac:chgData name="musukie52@gmail.com" userId="017bd91f96aa8751" providerId="LiveId" clId="{5B2C3894-F97E-4CAB-8812-5BB4D83AAC6A}" dt="2026-01-25T11:43:25.817" v="20533" actId="478"/>
          <ac:picMkLst>
            <pc:docMk/>
            <pc:sldMk cId="1128694241" sldId="328"/>
            <ac:picMk id="28" creationId="{BFBD972D-B6DE-BBA4-C11B-903AF0400677}"/>
          </ac:picMkLst>
        </pc:picChg>
        <pc:picChg chg="add del mod">
          <ac:chgData name="musukie52@gmail.com" userId="017bd91f96aa8751" providerId="LiveId" clId="{5B2C3894-F97E-4CAB-8812-5BB4D83AAC6A}" dt="2026-01-25T11:44:14.231" v="20537" actId="478"/>
          <ac:picMkLst>
            <pc:docMk/>
            <pc:sldMk cId="1128694241" sldId="328"/>
            <ac:picMk id="30" creationId="{CF1BD95D-93F0-64EA-F360-4E2E5D4D9D32}"/>
          </ac:picMkLst>
        </pc:picChg>
        <pc:picChg chg="add del mod topLvl">
          <ac:chgData name="musukie52@gmail.com" userId="017bd91f96aa8751" providerId="LiveId" clId="{5B2C3894-F97E-4CAB-8812-5BB4D83AAC6A}" dt="2026-01-25T11:44:34.667" v="20541" actId="478"/>
          <ac:picMkLst>
            <pc:docMk/>
            <pc:sldMk cId="1128694241" sldId="328"/>
            <ac:picMk id="31" creationId="{394AEFB7-904F-90A4-0B0D-5015AE254DA3}"/>
          </ac:picMkLst>
        </pc:picChg>
        <pc:picChg chg="add mod">
          <ac:chgData name="musukie52@gmail.com" userId="017bd91f96aa8751" providerId="LiveId" clId="{5B2C3894-F97E-4CAB-8812-5BB4D83AAC6A}" dt="2026-01-25T11:45:01.557" v="20550" actId="164"/>
          <ac:picMkLst>
            <pc:docMk/>
            <pc:sldMk cId="1128694241" sldId="328"/>
            <ac:picMk id="33" creationId="{63C1F83F-A83D-2440-59F8-16C6D4A397B2}"/>
          </ac:picMkLst>
        </pc:picChg>
        <pc:picChg chg="add mod">
          <ac:chgData name="musukie52@gmail.com" userId="017bd91f96aa8751" providerId="LiveId" clId="{5B2C3894-F97E-4CAB-8812-5BB4D83AAC6A}" dt="2026-01-25T11:45:01.557" v="20550" actId="164"/>
          <ac:picMkLst>
            <pc:docMk/>
            <pc:sldMk cId="1128694241" sldId="328"/>
            <ac:picMk id="34" creationId="{C81CC248-43F0-2422-B227-3F355E1F2CCB}"/>
          </ac:picMkLst>
        </pc:picChg>
        <pc:picChg chg="add del mod topLvl">
          <ac:chgData name="musukie52@gmail.com" userId="017bd91f96aa8751" providerId="LiveId" clId="{5B2C3894-F97E-4CAB-8812-5BB4D83AAC6A}" dt="2026-01-25T11:44:34.667" v="20541" actId="478"/>
          <ac:picMkLst>
            <pc:docMk/>
            <pc:sldMk cId="1128694241" sldId="328"/>
            <ac:picMk id="37" creationId="{09B49B9C-429E-B105-65D4-466E2FD01C25}"/>
          </ac:picMkLst>
        </pc:picChg>
        <pc:picChg chg="add del mod modCrop">
          <ac:chgData name="musukie52@gmail.com" userId="017bd91f96aa8751" providerId="LiveId" clId="{5B2C3894-F97E-4CAB-8812-5BB4D83AAC6A}" dt="2026-01-25T12:06:29.746" v="20583" actId="478"/>
          <ac:picMkLst>
            <pc:docMk/>
            <pc:sldMk cId="1128694241" sldId="328"/>
            <ac:picMk id="38" creationId="{43FA5C6F-BBBC-3ADE-BF3B-A8DDBF4F85DA}"/>
          </ac:picMkLst>
        </pc:picChg>
        <pc:picChg chg="add del mod">
          <ac:chgData name="musukie52@gmail.com" userId="017bd91f96aa8751" providerId="LiveId" clId="{5B2C3894-F97E-4CAB-8812-5BB4D83AAC6A}" dt="2026-01-25T11:49:48.647" v="20553" actId="478"/>
          <ac:picMkLst>
            <pc:docMk/>
            <pc:sldMk cId="1128694241" sldId="328"/>
            <ac:picMk id="40" creationId="{A82B0E34-44DE-5A17-3DB1-947D69D50061}"/>
          </ac:picMkLst>
        </pc:picChg>
        <pc:picChg chg="add del mod ord">
          <ac:chgData name="musukie52@gmail.com" userId="017bd91f96aa8751" providerId="LiveId" clId="{5B2C3894-F97E-4CAB-8812-5BB4D83AAC6A}" dt="2026-01-25T11:55:56.893" v="20572" actId="478"/>
          <ac:picMkLst>
            <pc:docMk/>
            <pc:sldMk cId="1128694241" sldId="328"/>
            <ac:picMk id="42" creationId="{96950C74-C5B3-25FD-16CC-0CFA03E467F0}"/>
          </ac:picMkLst>
        </pc:picChg>
        <pc:picChg chg="add del mod ord">
          <ac:chgData name="musukie52@gmail.com" userId="017bd91f96aa8751" providerId="LiveId" clId="{5B2C3894-F97E-4CAB-8812-5BB4D83AAC6A}" dt="2026-01-25T12:07:02.114" v="20590" actId="478"/>
          <ac:picMkLst>
            <pc:docMk/>
            <pc:sldMk cId="1128694241" sldId="328"/>
            <ac:picMk id="44" creationId="{FF9CAD25-129D-490D-F751-7413FC284B32}"/>
          </ac:picMkLst>
        </pc:picChg>
        <pc:picChg chg="add mod ord modCrop">
          <ac:chgData name="musukie52@gmail.com" userId="017bd91f96aa8751" providerId="LiveId" clId="{5B2C3894-F97E-4CAB-8812-5BB4D83AAC6A}" dt="2026-01-25T12:17:35.043" v="20907" actId="14861"/>
          <ac:picMkLst>
            <pc:docMk/>
            <pc:sldMk cId="1128694241" sldId="328"/>
            <ac:picMk id="46" creationId="{86718DAB-7967-FB22-FBA9-F408FF07EBAA}"/>
          </ac:picMkLst>
        </pc:picChg>
        <pc:picChg chg="add del mod">
          <ac:chgData name="musukie52@gmail.com" userId="017bd91f96aa8751" providerId="LiveId" clId="{5B2C3894-F97E-4CAB-8812-5BB4D83AAC6A}" dt="2026-01-25T12:13:04.369" v="20615" actId="478"/>
          <ac:picMkLst>
            <pc:docMk/>
            <pc:sldMk cId="1128694241" sldId="328"/>
            <ac:picMk id="48" creationId="{4253A538-BE8A-28D9-3105-9BD7869150F1}"/>
          </ac:picMkLst>
        </pc:picChg>
        <pc:picChg chg="add del mod">
          <ac:chgData name="musukie52@gmail.com" userId="017bd91f96aa8751" providerId="LiveId" clId="{5B2C3894-F97E-4CAB-8812-5BB4D83AAC6A}" dt="2026-01-25T12:06:57.034" v="20585" actId="478"/>
          <ac:picMkLst>
            <pc:docMk/>
            <pc:sldMk cId="1128694241" sldId="328"/>
            <ac:picMk id="50" creationId="{82FEABA0-21CC-7A2B-87E5-FFBD32593192}"/>
          </ac:picMkLst>
        </pc:picChg>
        <pc:picChg chg="add del mod">
          <ac:chgData name="musukie52@gmail.com" userId="017bd91f96aa8751" providerId="LiveId" clId="{5B2C3894-F97E-4CAB-8812-5BB4D83AAC6A}" dt="2026-01-25T12:13:12.830" v="20617" actId="478"/>
          <ac:picMkLst>
            <pc:docMk/>
            <pc:sldMk cId="1128694241" sldId="328"/>
            <ac:picMk id="52" creationId="{17ED0F52-D3A5-A1B5-60B1-D8D6E21B472D}"/>
          </ac:picMkLst>
        </pc:picChg>
        <pc:picChg chg="add del mod">
          <ac:chgData name="musukie52@gmail.com" userId="017bd91f96aa8751" providerId="LiveId" clId="{5B2C3894-F97E-4CAB-8812-5BB4D83AAC6A}" dt="2026-01-25T12:13:35.399" v="20621" actId="478"/>
          <ac:picMkLst>
            <pc:docMk/>
            <pc:sldMk cId="1128694241" sldId="328"/>
            <ac:picMk id="54" creationId="{7C6AAABA-27FC-DA5B-E8F6-562B8651F3F1}"/>
          </ac:picMkLst>
        </pc:picChg>
        <pc:picChg chg="add mod">
          <ac:chgData name="musukie52@gmail.com" userId="017bd91f96aa8751" providerId="LiveId" clId="{5B2C3894-F97E-4CAB-8812-5BB4D83AAC6A}" dt="2026-01-25T12:15:02.591" v="20645" actId="1076"/>
          <ac:picMkLst>
            <pc:docMk/>
            <pc:sldMk cId="1128694241" sldId="328"/>
            <ac:picMk id="56" creationId="{0F85F371-768A-3AD1-3BFF-4EBC3196C1C0}"/>
          </ac:picMkLst>
        </pc:picChg>
        <pc:picChg chg="del mod topLvl modCrop">
          <ac:chgData name="musukie52@gmail.com" userId="017bd91f96aa8751" providerId="LiveId" clId="{5B2C3894-F97E-4CAB-8812-5BB4D83AAC6A}" dt="2026-01-25T13:14:44.464" v="22237" actId="21"/>
          <ac:picMkLst>
            <pc:docMk/>
            <pc:sldMk cId="1128694241" sldId="328"/>
            <ac:picMk id="61" creationId="{119DFBCB-EA86-5749-4495-B96C83E457E7}"/>
          </ac:picMkLst>
        </pc:picChg>
        <pc:picChg chg="del mod topLvl">
          <ac:chgData name="musukie52@gmail.com" userId="017bd91f96aa8751" providerId="LiveId" clId="{5B2C3894-F97E-4CAB-8812-5BB4D83AAC6A}" dt="2026-01-25T13:14:28.148" v="22233" actId="478"/>
          <ac:picMkLst>
            <pc:docMk/>
            <pc:sldMk cId="1128694241" sldId="328"/>
            <ac:picMk id="62" creationId="{350AB356-B5BB-0D75-09B9-89459CEBA55D}"/>
          </ac:picMkLst>
        </pc:picChg>
      </pc:sldChg>
      <pc:sldChg chg="addSp delSp modSp add mod setBg">
        <pc:chgData name="musukie52@gmail.com" userId="017bd91f96aa8751" providerId="LiveId" clId="{5B2C3894-F97E-4CAB-8812-5BB4D83AAC6A}" dt="2026-01-25T13:46:48.385" v="23455" actId="20577"/>
        <pc:sldMkLst>
          <pc:docMk/>
          <pc:sldMk cId="98448131" sldId="329"/>
        </pc:sldMkLst>
        <pc:spChg chg="add mod">
          <ac:chgData name="musukie52@gmail.com" userId="017bd91f96aa8751" providerId="LiveId" clId="{5B2C3894-F97E-4CAB-8812-5BB4D83AAC6A}" dt="2026-01-25T13:10:13.141" v="22186"/>
          <ac:spMkLst>
            <pc:docMk/>
            <pc:sldMk cId="98448131" sldId="329"/>
            <ac:spMk id="4" creationId="{2835FA32-1499-619E-A1F8-1DFDD66E3E94}"/>
          </ac:spMkLst>
        </pc:spChg>
        <pc:spChg chg="del">
          <ac:chgData name="musukie52@gmail.com" userId="017bd91f96aa8751" providerId="LiveId" clId="{5B2C3894-F97E-4CAB-8812-5BB4D83AAC6A}" dt="2026-01-25T13:10:12.815" v="22185" actId="478"/>
          <ac:spMkLst>
            <pc:docMk/>
            <pc:sldMk cId="98448131" sldId="329"/>
            <ac:spMk id="33" creationId="{E4209475-1F1F-926F-3CA2-B578CD2E9B59}"/>
          </ac:spMkLst>
        </pc:spChg>
        <pc:graphicFrameChg chg="mod modGraphic">
          <ac:chgData name="musukie52@gmail.com" userId="017bd91f96aa8751" providerId="LiveId" clId="{5B2C3894-F97E-4CAB-8812-5BB4D83AAC6A}" dt="2026-01-25T13:46:48.385" v="23455" actId="20577"/>
          <ac:graphicFrameMkLst>
            <pc:docMk/>
            <pc:sldMk cId="98448131" sldId="329"/>
            <ac:graphicFrameMk id="2" creationId="{3509C79B-23CE-1EF5-49B2-70A014A1587E}"/>
          </ac:graphicFrameMkLst>
        </pc:graphicFrameChg>
        <pc:picChg chg="add mod">
          <ac:chgData name="musukie52@gmail.com" userId="017bd91f96aa8751" providerId="LiveId" clId="{5B2C3894-F97E-4CAB-8812-5BB4D83AAC6A}" dt="2026-01-25T13:10:13.141" v="22186"/>
          <ac:picMkLst>
            <pc:docMk/>
            <pc:sldMk cId="98448131" sldId="329"/>
            <ac:picMk id="3" creationId="{B68C7D69-961D-65E0-5B37-8BB6B9B4EDEB}"/>
          </ac:picMkLst>
        </pc:picChg>
        <pc:picChg chg="del">
          <ac:chgData name="musukie52@gmail.com" userId="017bd91f96aa8751" providerId="LiveId" clId="{5B2C3894-F97E-4CAB-8812-5BB4D83AAC6A}" dt="2026-01-25T13:10:12.815" v="22185" actId="478"/>
          <ac:picMkLst>
            <pc:docMk/>
            <pc:sldMk cId="98448131" sldId="329"/>
            <ac:picMk id="32" creationId="{14E6F688-8EB6-5A77-4ECE-5537D56F023C}"/>
          </ac:picMkLst>
        </pc:picChg>
      </pc:sldChg>
      <pc:sldChg chg="addSp delSp modSp new mod setBg">
        <pc:chgData name="musukie52@gmail.com" userId="017bd91f96aa8751" providerId="LiveId" clId="{5B2C3894-F97E-4CAB-8812-5BB4D83AAC6A}" dt="2026-01-25T13:40:35.763" v="22583"/>
        <pc:sldMkLst>
          <pc:docMk/>
          <pc:sldMk cId="3830839864" sldId="330"/>
        </pc:sldMkLst>
        <pc:spChg chg="del">
          <ac:chgData name="musukie52@gmail.com" userId="017bd91f96aa8751" providerId="LiveId" clId="{5B2C3894-F97E-4CAB-8812-5BB4D83AAC6A}" dt="2026-01-25T13:09:15.953" v="22179" actId="478"/>
          <ac:spMkLst>
            <pc:docMk/>
            <pc:sldMk cId="3830839864" sldId="330"/>
            <ac:spMk id="2" creationId="{90B6B4E5-D8F8-0F6B-736C-40A2A30F4ED9}"/>
          </ac:spMkLst>
        </pc:spChg>
        <pc:spChg chg="add mod">
          <ac:chgData name="musukie52@gmail.com" userId="017bd91f96aa8751" providerId="LiveId" clId="{5B2C3894-F97E-4CAB-8812-5BB4D83AAC6A}" dt="2026-01-25T13:39:53.420" v="22570" actId="255"/>
          <ac:spMkLst>
            <pc:docMk/>
            <pc:sldMk cId="3830839864" sldId="330"/>
            <ac:spMk id="2" creationId="{AEF0BB2B-2949-E674-CC50-8948CBCA6984}"/>
          </ac:spMkLst>
        </pc:spChg>
        <pc:spChg chg="del">
          <ac:chgData name="musukie52@gmail.com" userId="017bd91f96aa8751" providerId="LiveId" clId="{5B2C3894-F97E-4CAB-8812-5BB4D83AAC6A}" dt="2026-01-25T13:09:15.953" v="22179" actId="478"/>
          <ac:spMkLst>
            <pc:docMk/>
            <pc:sldMk cId="3830839864" sldId="330"/>
            <ac:spMk id="3" creationId="{F0D7E97A-BC16-8FF0-EC37-30540368571D}"/>
          </ac:spMkLst>
        </pc:spChg>
        <pc:spChg chg="add mod">
          <ac:chgData name="musukie52@gmail.com" userId="017bd91f96aa8751" providerId="LiveId" clId="{5B2C3894-F97E-4CAB-8812-5BB4D83AAC6A}" dt="2026-01-25T13:10:22.286" v="22187"/>
          <ac:spMkLst>
            <pc:docMk/>
            <pc:sldMk cId="3830839864" sldId="330"/>
            <ac:spMk id="5" creationId="{8B3A3E40-6E06-C251-7CAE-3F5B95BE3CAA}"/>
          </ac:spMkLst>
        </pc:spChg>
        <pc:spChg chg="add mod ord">
          <ac:chgData name="musukie52@gmail.com" userId="017bd91f96aa8751" providerId="LiveId" clId="{5B2C3894-F97E-4CAB-8812-5BB4D83AAC6A}" dt="2026-01-25T13:12:46.176" v="22209" actId="1076"/>
          <ac:spMkLst>
            <pc:docMk/>
            <pc:sldMk cId="3830839864" sldId="330"/>
            <ac:spMk id="6" creationId="{F8E9BB43-235C-BEEA-7185-0EF5C354E805}"/>
          </ac:spMkLst>
        </pc:spChg>
        <pc:spChg chg="add mod">
          <ac:chgData name="musukie52@gmail.com" userId="017bd91f96aa8751" providerId="LiveId" clId="{5B2C3894-F97E-4CAB-8812-5BB4D83AAC6A}" dt="2026-01-25T13:23:42.004" v="22345" actId="1076"/>
          <ac:spMkLst>
            <pc:docMk/>
            <pc:sldMk cId="3830839864" sldId="330"/>
            <ac:spMk id="7" creationId="{273EAD0A-BA5E-0713-0737-3EE7088E6797}"/>
          </ac:spMkLst>
        </pc:spChg>
        <pc:spChg chg="add mod">
          <ac:chgData name="musukie52@gmail.com" userId="017bd91f96aa8751" providerId="LiveId" clId="{5B2C3894-F97E-4CAB-8812-5BB4D83AAC6A}" dt="2026-01-25T13:13:40.640" v="22228" actId="14100"/>
          <ac:spMkLst>
            <pc:docMk/>
            <pc:sldMk cId="3830839864" sldId="330"/>
            <ac:spMk id="8" creationId="{C48220F6-8499-6D05-7958-C026AE7D2546}"/>
          </ac:spMkLst>
        </pc:spChg>
        <pc:spChg chg="add mod">
          <ac:chgData name="musukie52@gmail.com" userId="017bd91f96aa8751" providerId="LiveId" clId="{5B2C3894-F97E-4CAB-8812-5BB4D83AAC6A}" dt="2026-01-25T13:39:48.622" v="22569" actId="255"/>
          <ac:spMkLst>
            <pc:docMk/>
            <pc:sldMk cId="3830839864" sldId="330"/>
            <ac:spMk id="16" creationId="{D975808B-C35B-E399-292E-7CED90DD2F20}"/>
          </ac:spMkLst>
        </pc:spChg>
        <pc:spChg chg="add mod">
          <ac:chgData name="musukie52@gmail.com" userId="017bd91f96aa8751" providerId="LiveId" clId="{5B2C3894-F97E-4CAB-8812-5BB4D83AAC6A}" dt="2026-01-25T13:37:47.054" v="22550"/>
          <ac:spMkLst>
            <pc:docMk/>
            <pc:sldMk cId="3830839864" sldId="330"/>
            <ac:spMk id="23" creationId="{30FF9AD3-0492-F8D8-AD62-FD08BEFBB82D}"/>
          </ac:spMkLst>
        </pc:spChg>
        <pc:picChg chg="add mod">
          <ac:chgData name="musukie52@gmail.com" userId="017bd91f96aa8751" providerId="LiveId" clId="{5B2C3894-F97E-4CAB-8812-5BB4D83AAC6A}" dt="2026-01-25T13:10:22.286" v="22187"/>
          <ac:picMkLst>
            <pc:docMk/>
            <pc:sldMk cId="3830839864" sldId="330"/>
            <ac:picMk id="4" creationId="{1237AEF0-6F8C-1614-C8AF-769BA1A2B43C}"/>
          </ac:picMkLst>
        </pc:picChg>
        <pc:picChg chg="add del mod">
          <ac:chgData name="musukie52@gmail.com" userId="017bd91f96aa8751" providerId="LiveId" clId="{5B2C3894-F97E-4CAB-8812-5BB4D83AAC6A}" dt="2026-01-25T13:27:51.291" v="22414" actId="478"/>
          <ac:picMkLst>
            <pc:docMk/>
            <pc:sldMk cId="3830839864" sldId="330"/>
            <ac:picMk id="9" creationId="{59B454E5-09BA-4886-B569-4AB9C91E32DF}"/>
          </ac:picMkLst>
        </pc:picChg>
        <pc:picChg chg="add del mod">
          <ac:chgData name="musukie52@gmail.com" userId="017bd91f96aa8751" providerId="LiveId" clId="{5B2C3894-F97E-4CAB-8812-5BB4D83AAC6A}" dt="2026-01-25T13:27:51.921" v="22415" actId="478"/>
          <ac:picMkLst>
            <pc:docMk/>
            <pc:sldMk cId="3830839864" sldId="330"/>
            <ac:picMk id="11" creationId="{4B81392B-7EED-0403-56E2-44B47ADC938E}"/>
          </ac:picMkLst>
        </pc:picChg>
        <pc:picChg chg="add del mod">
          <ac:chgData name="musukie52@gmail.com" userId="017bd91f96aa8751" providerId="LiveId" clId="{5B2C3894-F97E-4CAB-8812-5BB4D83AAC6A}" dt="2026-01-25T13:27:29.483" v="22411" actId="478"/>
          <ac:picMkLst>
            <pc:docMk/>
            <pc:sldMk cId="3830839864" sldId="330"/>
            <ac:picMk id="13" creationId="{F1715819-4933-1F6F-CDAC-4DCB7E9E4C79}"/>
          </ac:picMkLst>
        </pc:picChg>
        <pc:picChg chg="add mod modCrop">
          <ac:chgData name="musukie52@gmail.com" userId="017bd91f96aa8751" providerId="LiveId" clId="{5B2C3894-F97E-4CAB-8812-5BB4D83AAC6A}" dt="2026-01-25T13:40:35.763" v="22583"/>
          <ac:picMkLst>
            <pc:docMk/>
            <pc:sldMk cId="3830839864" sldId="330"/>
            <ac:picMk id="15" creationId="{3BEFCAC9-612D-12D3-A06C-B3C31EAC18BE}"/>
          </ac:picMkLst>
        </pc:picChg>
        <pc:picChg chg="add mod modCrop">
          <ac:chgData name="musukie52@gmail.com" userId="017bd91f96aa8751" providerId="LiveId" clId="{5B2C3894-F97E-4CAB-8812-5BB4D83AAC6A}" dt="2026-01-25T13:37:59.999" v="22553" actId="14100"/>
          <ac:picMkLst>
            <pc:docMk/>
            <pc:sldMk cId="3830839864" sldId="330"/>
            <ac:picMk id="18" creationId="{C553401D-C26B-681C-5B04-893EF3561B94}"/>
          </ac:picMkLst>
        </pc:picChg>
        <pc:picChg chg="add mod modCrop">
          <ac:chgData name="musukie52@gmail.com" userId="017bd91f96aa8751" providerId="LiveId" clId="{5B2C3894-F97E-4CAB-8812-5BB4D83AAC6A}" dt="2026-01-25T13:38:11.788" v="22554" actId="1076"/>
          <ac:picMkLst>
            <pc:docMk/>
            <pc:sldMk cId="3830839864" sldId="330"/>
            <ac:picMk id="20" creationId="{89B027E8-4FAB-4D23-224E-3E8633CF89E2}"/>
          </ac:picMkLst>
        </pc:picChg>
        <pc:picChg chg="add del mod modCrop">
          <ac:chgData name="musukie52@gmail.com" userId="017bd91f96aa8751" providerId="LiveId" clId="{5B2C3894-F97E-4CAB-8812-5BB4D83AAC6A}" dt="2026-01-25T13:37:59.999" v="22553" actId="14100"/>
          <ac:picMkLst>
            <pc:docMk/>
            <pc:sldMk cId="3830839864" sldId="330"/>
            <ac:picMk id="21" creationId="{45504E00-5568-B598-1116-A30E0324A7D3}"/>
          </ac:picMkLst>
        </pc:picChg>
        <pc:picChg chg="add mod">
          <ac:chgData name="musukie52@gmail.com" userId="017bd91f96aa8751" providerId="LiveId" clId="{5B2C3894-F97E-4CAB-8812-5BB4D83AAC6A}" dt="2026-01-25T13:37:47.054" v="22550"/>
          <ac:picMkLst>
            <pc:docMk/>
            <pc:sldMk cId="3830839864" sldId="330"/>
            <ac:picMk id="22" creationId="{DBB0EBF9-2DED-B86E-AD6F-60037B1B4425}"/>
          </ac:picMkLst>
        </pc:picChg>
        <pc:picChg chg="add mod">
          <ac:chgData name="musukie52@gmail.com" userId="017bd91f96aa8751" providerId="LiveId" clId="{5B2C3894-F97E-4CAB-8812-5BB4D83AAC6A}" dt="2026-01-25T13:38:41.404" v="22559" actId="1035"/>
          <ac:picMkLst>
            <pc:docMk/>
            <pc:sldMk cId="3830839864" sldId="330"/>
            <ac:picMk id="24" creationId="{11FE40A4-51C8-846F-9250-6ABD45C71315}"/>
          </ac:picMkLst>
        </pc:picChg>
        <pc:picChg chg="add mod">
          <ac:chgData name="musukie52@gmail.com" userId="017bd91f96aa8751" providerId="LiveId" clId="{5B2C3894-F97E-4CAB-8812-5BB4D83AAC6A}" dt="2026-01-25T13:39:45.719" v="22565" actId="1076"/>
          <ac:picMkLst>
            <pc:docMk/>
            <pc:sldMk cId="3830839864" sldId="330"/>
            <ac:picMk id="1026" creationId="{0DDC5E74-65B3-78A5-5B45-36FDB7039B2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5693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825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6894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33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6782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164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1456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60919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265D4-40A8-6A00-D0EE-0CA0B6360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302122-D5F4-F820-7ED6-539D60457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60ABD2-15AF-4DD9-414A-150D730F9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A19A3C-0772-3E5E-995F-B326BA9A32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4116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3A738-D4D3-BC18-410A-7EE8A3587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66F722-FD3C-3862-D8DB-FD78736EA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7F8497-FDE9-BCB2-55BC-E9F2FC29B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6E790F-4E86-DF55-00CA-87697D04A9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0674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98766-C1FA-2CAD-B0CB-DE5D5B161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1393BA-CAC1-FC2E-EA3B-8E73A760F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EFA49D-5E98-63D5-34E9-6212F36B6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305255-4B17-3C00-00BA-09979E5018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378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95400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24448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7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60007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50079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40980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41705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603722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414234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62942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07125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96597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4B3BA9B4-7E72-4B67-919E-AB65492FA93B}" type="datetime1">
              <a:rPr lang="ko-KR" altLang="en-US"/>
              <a:pPr lvl="0">
                <a:defRPr/>
              </a:pPr>
              <a:t>2026-01-25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94A2137-8E27-430F-BC1F-15A504CFDD7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030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microsoft.com/office/2007/relationships/hdphoto" Target="../media/hdphoto5.wdp"/><Relationship Id="rId3" Type="http://schemas.openxmlformats.org/officeDocument/2006/relationships/image" Target="../media/image14.png"/><Relationship Id="rId7" Type="http://schemas.microsoft.com/office/2007/relationships/hdphoto" Target="../media/hdphoto2.wdp"/><Relationship Id="rId12" Type="http://schemas.openxmlformats.org/officeDocument/2006/relationships/image" Target="../media/image19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5" Type="http://schemas.microsoft.com/office/2007/relationships/hdphoto" Target="../media/hdphoto6.wdp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microsoft.com/office/2007/relationships/hdphoto" Target="../media/hdphoto3.wdp"/><Relationship Id="rId1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microsoft.com/office/2007/relationships/hdphoto" Target="../media/hdphoto10.wdp"/><Relationship Id="rId18" Type="http://schemas.openxmlformats.org/officeDocument/2006/relationships/image" Target="../media/image30.png"/><Relationship Id="rId26" Type="http://schemas.openxmlformats.org/officeDocument/2006/relationships/image" Target="../media/image35.png"/><Relationship Id="rId3" Type="http://schemas.openxmlformats.org/officeDocument/2006/relationships/image" Target="../media/image22.png"/><Relationship Id="rId21" Type="http://schemas.openxmlformats.org/officeDocument/2006/relationships/image" Target="../media/image32.png"/><Relationship Id="rId7" Type="http://schemas.microsoft.com/office/2007/relationships/hdphoto" Target="../media/hdphoto8.wdp"/><Relationship Id="rId12" Type="http://schemas.openxmlformats.org/officeDocument/2006/relationships/image" Target="../media/image27.png"/><Relationship Id="rId17" Type="http://schemas.microsoft.com/office/2007/relationships/hdphoto" Target="../media/hdphoto2.wdp"/><Relationship Id="rId25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9.png"/><Relationship Id="rId20" Type="http://schemas.openxmlformats.org/officeDocument/2006/relationships/image" Target="../media/image31.png"/><Relationship Id="rId29" Type="http://schemas.microsoft.com/office/2007/relationships/hdphoto" Target="../media/hdphoto16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6.png"/><Relationship Id="rId24" Type="http://schemas.microsoft.com/office/2007/relationships/hdphoto" Target="../media/hdphoto14.wdp"/><Relationship Id="rId5" Type="http://schemas.openxmlformats.org/officeDocument/2006/relationships/image" Target="../media/image23.png"/><Relationship Id="rId15" Type="http://schemas.microsoft.com/office/2007/relationships/hdphoto" Target="../media/hdphoto11.wdp"/><Relationship Id="rId23" Type="http://schemas.openxmlformats.org/officeDocument/2006/relationships/image" Target="../media/image33.png"/><Relationship Id="rId28" Type="http://schemas.openxmlformats.org/officeDocument/2006/relationships/image" Target="../media/image36.png"/><Relationship Id="rId10" Type="http://schemas.microsoft.com/office/2007/relationships/hdphoto" Target="../media/hdphoto9.wdp"/><Relationship Id="rId19" Type="http://schemas.microsoft.com/office/2007/relationships/hdphoto" Target="../media/hdphoto12.wdp"/><Relationship Id="rId4" Type="http://schemas.microsoft.com/office/2007/relationships/hdphoto" Target="../media/hdphoto7.wdp"/><Relationship Id="rId9" Type="http://schemas.openxmlformats.org/officeDocument/2006/relationships/image" Target="../media/image25.png"/><Relationship Id="rId14" Type="http://schemas.openxmlformats.org/officeDocument/2006/relationships/image" Target="../media/image28.png"/><Relationship Id="rId22" Type="http://schemas.microsoft.com/office/2007/relationships/hdphoto" Target="../media/hdphoto13.wdp"/><Relationship Id="rId27" Type="http://schemas.microsoft.com/office/2007/relationships/hdphoto" Target="../media/hdphoto15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8.wdp"/><Relationship Id="rId11" Type="http://schemas.microsoft.com/office/2007/relationships/hdphoto" Target="../media/hdphoto17.wdp"/><Relationship Id="rId5" Type="http://schemas.openxmlformats.org/officeDocument/2006/relationships/image" Target="../media/image24.png"/><Relationship Id="rId10" Type="http://schemas.openxmlformats.org/officeDocument/2006/relationships/image" Target="../media/image38.png"/><Relationship Id="rId4" Type="http://schemas.openxmlformats.org/officeDocument/2006/relationships/image" Target="../media/image26.png"/><Relationship Id="rId9" Type="http://schemas.microsoft.com/office/2007/relationships/hdphoto" Target="../media/hdphoto16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5.png"/><Relationship Id="rId18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12.png"/><Relationship Id="rId12" Type="http://schemas.openxmlformats.org/officeDocument/2006/relationships/image" Target="../media/image44.png"/><Relationship Id="rId17" Type="http://schemas.microsoft.com/office/2007/relationships/hdphoto" Target="../media/hdphoto20.wdp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43.png"/><Relationship Id="rId5" Type="http://schemas.openxmlformats.org/officeDocument/2006/relationships/image" Target="../media/image40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microsoft.com/office/2007/relationships/hdphoto" Target="../media/hdphoto18.wdp"/><Relationship Id="rId9" Type="http://schemas.microsoft.com/office/2007/relationships/hdphoto" Target="../media/hdphoto19.wdp"/><Relationship Id="rId1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2.png"/><Relationship Id="rId7" Type="http://schemas.microsoft.com/office/2007/relationships/hdphoto" Target="../media/hdphoto2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21.png"/><Relationship Id="rId4" Type="http://schemas.openxmlformats.org/officeDocument/2006/relationships/image" Target="../media/image50.png"/><Relationship Id="rId9" Type="http://schemas.microsoft.com/office/2007/relationships/hdphoto" Target="../media/hdphoto22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2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microsoft.com/office/2007/relationships/hdphoto" Target="../media/hdphoto8.wdp"/><Relationship Id="rId5" Type="http://schemas.openxmlformats.org/officeDocument/2006/relationships/image" Target="../media/image24.png"/><Relationship Id="rId10" Type="http://schemas.microsoft.com/office/2007/relationships/hdphoto" Target="../media/hdphoto23.wdp"/><Relationship Id="rId4" Type="http://schemas.openxmlformats.org/officeDocument/2006/relationships/image" Target="../media/image11.png"/><Relationship Id="rId9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19.wdp"/><Relationship Id="rId13" Type="http://schemas.openxmlformats.org/officeDocument/2006/relationships/image" Target="../media/image46.png"/><Relationship Id="rId18" Type="http://schemas.openxmlformats.org/officeDocument/2006/relationships/image" Target="../media/image11.png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12" Type="http://schemas.openxmlformats.org/officeDocument/2006/relationships/image" Target="../media/image45.png"/><Relationship Id="rId17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6" Type="http://schemas.microsoft.com/office/2007/relationships/hdphoto" Target="../media/hdphoto20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44.png"/><Relationship Id="rId5" Type="http://schemas.openxmlformats.org/officeDocument/2006/relationships/image" Target="../media/image40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microsoft.com/office/2007/relationships/hdphoto" Target="../media/hdphoto18.wdp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1.png"/><Relationship Id="rId7" Type="http://schemas.microsoft.com/office/2007/relationships/hdphoto" Target="../media/hdphoto25.wdp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12.png"/><Relationship Id="rId5" Type="http://schemas.microsoft.com/office/2007/relationships/hdphoto" Target="../media/hdphoto24.wdp"/><Relationship Id="rId10" Type="http://schemas.openxmlformats.org/officeDocument/2006/relationships/image" Target="../media/image59.png"/><Relationship Id="rId4" Type="http://schemas.openxmlformats.org/officeDocument/2006/relationships/image" Target="../media/image56.png"/><Relationship Id="rId9" Type="http://schemas.microsoft.com/office/2007/relationships/hdphoto" Target="../media/hdphoto26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7.wdp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8.wdp"/><Relationship Id="rId7" Type="http://schemas.microsoft.com/office/2007/relationships/hdphoto" Target="../media/hdphoto30.wdp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microsoft.com/office/2007/relationships/hdphoto" Target="../media/hdphoto29.wdp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61589" y="1427177"/>
            <a:ext cx="3177947" cy="3177947"/>
          </a:xfrm>
          <a:prstGeom prst="roundRect">
            <a:avLst>
              <a:gd name="adj" fmla="val 35798"/>
            </a:avLst>
          </a:prstGeom>
          <a:effectLst>
            <a:reflection blurRad="6350" stA="50000" endA="300" endPos="35000" dir="5400000" sy="-100000" algn="bl" rotWithShape="0"/>
            <a:softEdge rad="127000"/>
          </a:effectLst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>
            <a:grayscl/>
            <a:lum/>
          </a:blip>
          <a:stretch>
            <a:fillRect/>
          </a:stretch>
        </p:blipFill>
        <p:spPr>
          <a:xfrm>
            <a:off x="1160611" y="2706588"/>
            <a:ext cx="2571750" cy="1444823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104081" y="3808024"/>
            <a:ext cx="1491755" cy="242053"/>
          </a:xfrm>
          <a:prstGeom prst="rect">
            <a:avLst/>
          </a:prstGeom>
        </p:spPr>
      </p:pic>
      <p:sp>
        <p:nvSpPr>
          <p:cNvPr id="50" name="직사각형 49">
            <a:extLst>
              <a:ext uri="{FF2B5EF4-FFF2-40B4-BE49-F238E27FC236}">
                <a16:creationId xmlns:a16="http://schemas.microsoft.com/office/drawing/2014/main" id="{B4B0D09F-A1DC-A188-B36C-15D02FB0080C}"/>
              </a:ext>
            </a:extLst>
          </p:cNvPr>
          <p:cNvSpPr/>
          <p:nvPr/>
        </p:nvSpPr>
        <p:spPr>
          <a:xfrm>
            <a:off x="866904" y="2263642"/>
            <a:ext cx="38100" cy="38100"/>
          </a:xfrm>
          <a:prstGeom prst="rect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6FE70AED-C309-3CCB-1508-5684C7C8581D}"/>
              </a:ext>
            </a:extLst>
          </p:cNvPr>
          <p:cNvSpPr>
            <a:spLocks noChangeAspect="1"/>
          </p:cNvSpPr>
          <p:nvPr/>
        </p:nvSpPr>
        <p:spPr>
          <a:xfrm>
            <a:off x="9531736" y="5246748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1B2F219D-23C8-8079-1495-381B82B71E8D}"/>
              </a:ext>
            </a:extLst>
          </p:cNvPr>
          <p:cNvSpPr txBox="1"/>
          <p:nvPr/>
        </p:nvSpPr>
        <p:spPr>
          <a:xfrm>
            <a:off x="9316166" y="0"/>
            <a:ext cx="212018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글자 크기</a:t>
            </a:r>
          </a:p>
          <a:p>
            <a:pPr lvl="0">
              <a:defRPr/>
            </a:pPr>
            <a:r>
              <a:rPr lang="ko-KR" altLang="en-US" sz="35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ㄱ</a:t>
            </a:r>
            <a:r>
              <a:rPr lang="ko-KR" altLang="en-US" sz="3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3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(35)</a:t>
            </a:r>
          </a:p>
          <a:p>
            <a:pPr lvl="0">
              <a:defRPr/>
            </a:pPr>
            <a:r>
              <a:rPr lang="ko-KR" altLang="en-US" sz="19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ㄱ</a:t>
            </a:r>
            <a:r>
              <a:rPr lang="ko-KR" altLang="en-US" sz="19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19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(19)</a:t>
            </a:r>
          </a:p>
          <a:p>
            <a:pPr lvl="0">
              <a:defRPr/>
            </a:pPr>
            <a:r>
              <a:rPr lang="ko-KR" altLang="en-US" sz="10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ㄱ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(11)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C5DA784-FC79-FE71-71BA-4EA1E2F7DB05}"/>
              </a:ext>
            </a:extLst>
          </p:cNvPr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87AFFA3-2520-71C1-10AD-6CBED69BAA57}"/>
              </a:ext>
            </a:extLst>
          </p:cNvPr>
          <p:cNvSpPr>
            <a:spLocks noChangeAspect="1"/>
          </p:cNvSpPr>
          <p:nvPr/>
        </p:nvSpPr>
        <p:spPr>
          <a:xfrm>
            <a:off x="9531736" y="2803533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12D6613-FF00-9879-F543-3A92FF019B7C}"/>
              </a:ext>
            </a:extLst>
          </p:cNvPr>
          <p:cNvSpPr>
            <a:spLocks noChangeAspect="1"/>
          </p:cNvSpPr>
          <p:nvPr/>
        </p:nvSpPr>
        <p:spPr>
          <a:xfrm>
            <a:off x="9531736" y="3415986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B4F61F5-DA99-0C9C-AC84-8443034F2E85}"/>
              </a:ext>
            </a:extLst>
          </p:cNvPr>
          <p:cNvSpPr>
            <a:spLocks noChangeAspect="1"/>
          </p:cNvSpPr>
          <p:nvPr/>
        </p:nvSpPr>
        <p:spPr>
          <a:xfrm>
            <a:off x="9531736" y="4636494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365DE8A-45BB-4E56-62F1-2A70847F5C2B}"/>
              </a:ext>
            </a:extLst>
          </p:cNvPr>
          <p:cNvSpPr>
            <a:spLocks noChangeAspect="1"/>
          </p:cNvSpPr>
          <p:nvPr/>
        </p:nvSpPr>
        <p:spPr>
          <a:xfrm>
            <a:off x="9531736" y="4026240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EF1783F-2AE1-0C97-DFAA-FA0813AF8175}"/>
              </a:ext>
            </a:extLst>
          </p:cNvPr>
          <p:cNvSpPr>
            <a:spLocks noChangeAspect="1"/>
          </p:cNvSpPr>
          <p:nvPr/>
        </p:nvSpPr>
        <p:spPr>
          <a:xfrm>
            <a:off x="9531736" y="5857002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2CF5622E-26DB-6B4C-F395-E6E6D8D12B83}"/>
              </a:ext>
            </a:extLst>
          </p:cNvPr>
          <p:cNvSpPr txBox="1"/>
          <p:nvPr/>
        </p:nvSpPr>
        <p:spPr>
          <a:xfrm>
            <a:off x="9322874" y="1680233"/>
            <a:ext cx="19652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글꼴</a:t>
            </a:r>
          </a:p>
          <a:p>
            <a:pPr lvl="0">
              <a:defRPr/>
            </a:pPr>
            <a:r>
              <a:rPr lang="en-US" altLang="ko-KR" sz="10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KoddiUD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10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온고딕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Regular</a:t>
            </a:r>
            <a:endParaRPr lang="ko-KR" altLang="en-US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1492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D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196C4B-3069-98E4-3290-E6823102C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E2884DC-5E16-EAF2-33FC-F0480971CA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61589" y="1427177"/>
            <a:ext cx="3177947" cy="3177947"/>
          </a:xfrm>
          <a:prstGeom prst="roundRect">
            <a:avLst>
              <a:gd name="adj" fmla="val 35798"/>
            </a:avLst>
          </a:prstGeom>
          <a:effectLst>
            <a:reflection blurRad="6350" stA="50000" endA="300" endPos="35000" dir="5400000" sy="-100000" algn="bl" rotWithShape="0"/>
            <a:softEdge rad="127000"/>
          </a:effectLst>
        </p:spPr>
      </p:pic>
      <p:sp>
        <p:nvSpPr>
          <p:cNvPr id="32" name="가로 글상자 31">
            <a:extLst>
              <a:ext uri="{FF2B5EF4-FFF2-40B4-BE49-F238E27FC236}">
                <a16:creationId xmlns:a16="http://schemas.microsoft.com/office/drawing/2014/main" id="{7FFC31E0-CAA4-F6B5-F0AE-0561D3F065EC}"/>
              </a:ext>
            </a:extLst>
          </p:cNvPr>
          <p:cNvSpPr txBox="1"/>
          <p:nvPr/>
        </p:nvSpPr>
        <p:spPr>
          <a:xfrm>
            <a:off x="6950886" y="7097387"/>
            <a:ext cx="2374034" cy="363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1.16.</a:t>
            </a:r>
            <a:r>
              <a:rPr lang="ko-KR" altLang="en-US"/>
              <a:t>금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177B9C45-5674-8973-FE8B-2C7230673FE1}"/>
              </a:ext>
            </a:extLst>
          </p:cNvPr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777C1EB0-F4A2-96CF-2EA9-3270155E2A3C}"/>
              </a:ext>
            </a:extLst>
          </p:cNvPr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62CDDCBD-A8FA-6E8C-5920-CFD543D6DE3E}"/>
              </a:ext>
            </a:extLst>
          </p:cNvPr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F600CE2E-A04A-6D07-1F95-194948B3E6E1}"/>
              </a:ext>
            </a:extLst>
          </p:cNvPr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CA6A9AF6-75FB-3B62-C604-B4409AD4C475}"/>
              </a:ext>
            </a:extLst>
          </p:cNvPr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5C60F8CB-60E3-E4C5-84B4-A15E47BC1869}"/>
              </a:ext>
            </a:extLst>
          </p:cNvPr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AACF9C5-BD0F-ED09-9FCE-765C361F65B7}"/>
              </a:ext>
            </a:extLst>
          </p:cNvPr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48690E-C436-6CBC-6E64-D4D49F63848B}"/>
              </a:ext>
            </a:extLst>
          </p:cNvPr>
          <p:cNvSpPr txBox="1"/>
          <p:nvPr/>
        </p:nvSpPr>
        <p:spPr>
          <a:xfrm>
            <a:off x="1410952" y="3020457"/>
            <a:ext cx="2294626" cy="63094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/>
            <a:r>
              <a:rPr lang="ko-KR" altLang="en-US" sz="3500" b="1" dirty="0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넌 착해 </a:t>
            </a:r>
            <a:r>
              <a:rPr lang="en-US" altLang="ko-KR" sz="3500" b="1" dirty="0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!</a:t>
            </a:r>
            <a:endParaRPr lang="ko-KR" altLang="en-US" sz="3500" b="1" dirty="0">
              <a:solidFill>
                <a:srgbClr val="ECEDF1"/>
              </a:solidFill>
              <a:latin typeface="GalmuriMono7 Regular" panose="020B0503020202000000" pitchFamily="50" charset="-127"/>
              <a:ea typeface="GalmuriMono7 Regular" panose="020B0503020202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5D94FB-4719-9A60-6445-249D461B0C82}"/>
              </a:ext>
            </a:extLst>
          </p:cNvPr>
          <p:cNvSpPr txBox="1"/>
          <p:nvPr/>
        </p:nvSpPr>
        <p:spPr>
          <a:xfrm>
            <a:off x="1334752" y="3579927"/>
            <a:ext cx="2294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b="1" dirty="0" err="1">
                <a:solidFill>
                  <a:srgbClr val="FCE89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네러티브</a:t>
            </a:r>
            <a:r>
              <a:rPr lang="ko-KR" altLang="en-US" sz="1100" b="1" dirty="0">
                <a:solidFill>
                  <a:srgbClr val="FCE89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 중심 어드벤처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E550B8-E378-85E2-A018-B13765305DE0}"/>
              </a:ext>
            </a:extLst>
          </p:cNvPr>
          <p:cNvSpPr txBox="1"/>
          <p:nvPr/>
        </p:nvSpPr>
        <p:spPr>
          <a:xfrm>
            <a:off x="3366831" y="672358"/>
            <a:ext cx="9432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믿고 있어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3C1D46C-33BD-6A4C-F646-460AE757E10B}"/>
              </a:ext>
            </a:extLst>
          </p:cNvPr>
          <p:cNvSpPr txBox="1"/>
          <p:nvPr/>
        </p:nvSpPr>
        <p:spPr>
          <a:xfrm>
            <a:off x="6608046" y="4768760"/>
            <a:ext cx="9432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고마워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3C3499-A3F8-32A5-5F90-8E0F18575EDD}"/>
              </a:ext>
            </a:extLst>
          </p:cNvPr>
          <p:cNvSpPr txBox="1"/>
          <p:nvPr/>
        </p:nvSpPr>
        <p:spPr>
          <a:xfrm>
            <a:off x="4640484" y="2130863"/>
            <a:ext cx="9432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부탁할게</a:t>
            </a:r>
            <a:endParaRPr lang="ko-KR" altLang="en-US" sz="1100" dirty="0">
              <a:solidFill>
                <a:srgbClr val="ECEDF1"/>
              </a:solidFill>
              <a:latin typeface="GalmuriMono7 Regular" panose="020B0503020202000000" pitchFamily="50" charset="-127"/>
              <a:ea typeface="GalmuriMono7 Regular" panose="020B0503020202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AFFB39F-7713-1991-E626-699E5EFAC8F4}"/>
              </a:ext>
            </a:extLst>
          </p:cNvPr>
          <p:cNvSpPr txBox="1"/>
          <p:nvPr/>
        </p:nvSpPr>
        <p:spPr>
          <a:xfrm>
            <a:off x="6789943" y="1300535"/>
            <a:ext cx="10360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니가</a:t>
            </a:r>
            <a:r>
              <a:rPr lang="ko-KR" altLang="en-US" sz="1100" dirty="0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 최고야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9292C34-6A8A-D1F7-1A42-D7131A54FA00}"/>
              </a:ext>
            </a:extLst>
          </p:cNvPr>
          <p:cNvSpPr txBox="1"/>
          <p:nvPr/>
        </p:nvSpPr>
        <p:spPr>
          <a:xfrm>
            <a:off x="2310731" y="5475701"/>
            <a:ext cx="1030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너밖에</a:t>
            </a:r>
            <a:r>
              <a:rPr lang="ko-KR" altLang="en-US" sz="1100" dirty="0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 없어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B0D69BC-BC84-8917-5DF1-3A69AFE9DBE8}"/>
              </a:ext>
            </a:extLst>
          </p:cNvPr>
          <p:cNvSpPr txBox="1"/>
          <p:nvPr/>
        </p:nvSpPr>
        <p:spPr>
          <a:xfrm>
            <a:off x="583079" y="1506810"/>
            <a:ext cx="9432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역시 너야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5BD0088-EA1F-76FE-E0AF-C58BBCD545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" t="2537" r="66251" b="76478"/>
          <a:stretch>
            <a:fillRect/>
          </a:stretch>
        </p:blipFill>
        <p:spPr>
          <a:xfrm>
            <a:off x="1213381" y="2621399"/>
            <a:ext cx="2768069" cy="181512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38D4047-2B67-2B3C-DB59-6B95D978C9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455788" y="1345736"/>
            <a:ext cx="1197871" cy="57972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3C48E0F-ABB0-CE28-1ECF-ADFBB564C8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3239540" y="513298"/>
            <a:ext cx="1197871" cy="57972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95A39F3-7721-4277-46F0-DCF86A9F14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4513193" y="1971803"/>
            <a:ext cx="1197871" cy="57972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A18B012-78FA-BC34-5121-A6770A710D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6691003" y="1141475"/>
            <a:ext cx="1197871" cy="57972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1F0E055-96B1-45E0-208A-5AF90DF454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6479998" y="4613220"/>
            <a:ext cx="1197871" cy="57972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A462B32-A4C8-9B03-D3FD-15A9507276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2227079" y="5337189"/>
            <a:ext cx="1197871" cy="57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21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D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6A84E3-D2CD-360A-2558-DF09544BC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343678C-FC41-0834-7E95-F3BAB4AD9D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61589" y="1427177"/>
            <a:ext cx="3177947" cy="3177947"/>
          </a:xfrm>
          <a:prstGeom prst="roundRect">
            <a:avLst>
              <a:gd name="adj" fmla="val 35798"/>
            </a:avLst>
          </a:prstGeom>
          <a:effectLst>
            <a:reflection blurRad="6350" stA="50000" endA="300" endPos="35000" dir="5400000" sy="-100000" algn="bl" rotWithShape="0"/>
            <a:softEdge rad="127000"/>
          </a:effectLst>
        </p:spPr>
      </p:pic>
      <p:sp>
        <p:nvSpPr>
          <p:cNvPr id="32" name="가로 글상자 31">
            <a:extLst>
              <a:ext uri="{FF2B5EF4-FFF2-40B4-BE49-F238E27FC236}">
                <a16:creationId xmlns:a16="http://schemas.microsoft.com/office/drawing/2014/main" id="{6607359D-3A0A-932C-75ED-E9DC41E2E8D6}"/>
              </a:ext>
            </a:extLst>
          </p:cNvPr>
          <p:cNvSpPr txBox="1"/>
          <p:nvPr/>
        </p:nvSpPr>
        <p:spPr>
          <a:xfrm>
            <a:off x="6950886" y="7097387"/>
            <a:ext cx="2374034" cy="363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1.16.</a:t>
            </a:r>
            <a:r>
              <a:rPr lang="ko-KR" altLang="en-US"/>
              <a:t>금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C087A3BB-49CD-1566-29C3-D7B23BBFCA68}"/>
              </a:ext>
            </a:extLst>
          </p:cNvPr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6A6A86E9-31D0-2498-BE24-1FCEFF7A0C37}"/>
              </a:ext>
            </a:extLst>
          </p:cNvPr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A7EA3AE5-8BAE-7364-0722-8727732E3C2F}"/>
              </a:ext>
            </a:extLst>
          </p:cNvPr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5EC1E8A6-B820-E4B7-F0AE-E2C520E4C34B}"/>
              </a:ext>
            </a:extLst>
          </p:cNvPr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158494A9-3C2E-02B8-DDE6-CF5EED0962C8}"/>
              </a:ext>
            </a:extLst>
          </p:cNvPr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0012C4C9-111B-3932-B9E2-09291FD3CC95}"/>
              </a:ext>
            </a:extLst>
          </p:cNvPr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2A801FB9-8246-1C1A-DAD1-8FBE98B56EC7}"/>
              </a:ext>
            </a:extLst>
          </p:cNvPr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C2F9B5-064A-41E6-5D12-25DAABFEF1C3}"/>
              </a:ext>
            </a:extLst>
          </p:cNvPr>
          <p:cNvSpPr txBox="1"/>
          <p:nvPr/>
        </p:nvSpPr>
        <p:spPr>
          <a:xfrm>
            <a:off x="1305561" y="2925579"/>
            <a:ext cx="2294626" cy="63094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/>
            <a:r>
              <a:rPr lang="ko-KR" altLang="en-US" sz="3500" b="1" dirty="0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넌 착해 </a:t>
            </a:r>
            <a:r>
              <a:rPr lang="en-US" altLang="ko-KR" sz="3500" b="1" dirty="0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!</a:t>
            </a:r>
            <a:endParaRPr lang="ko-KR" altLang="en-US" sz="3500" b="1" dirty="0">
              <a:solidFill>
                <a:srgbClr val="ECEDF1"/>
              </a:solidFill>
              <a:latin typeface="GalmuriMono7 Regular" panose="020B0503020202000000" pitchFamily="50" charset="-127"/>
              <a:ea typeface="GalmuriMono7 Regular" panose="020B0503020202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8ECA50-C85F-86F0-550A-BFBB6F51F87E}"/>
              </a:ext>
            </a:extLst>
          </p:cNvPr>
          <p:cNvSpPr txBox="1"/>
          <p:nvPr/>
        </p:nvSpPr>
        <p:spPr>
          <a:xfrm>
            <a:off x="1229361" y="3485049"/>
            <a:ext cx="2294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b="1" dirty="0" err="1">
                <a:solidFill>
                  <a:srgbClr val="FCE89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네러티브</a:t>
            </a:r>
            <a:r>
              <a:rPr lang="ko-KR" altLang="en-US" sz="1100" b="1" dirty="0">
                <a:solidFill>
                  <a:srgbClr val="FCE89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 중심 어드벤처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C7C627C-3BBE-F050-C729-EEE5D076E391}"/>
              </a:ext>
            </a:extLst>
          </p:cNvPr>
          <p:cNvSpPr txBox="1"/>
          <p:nvPr/>
        </p:nvSpPr>
        <p:spPr>
          <a:xfrm>
            <a:off x="7094628" y="2957631"/>
            <a:ext cx="9432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믿고 있어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2DEFB34-BA2E-53AE-FE71-8C3CFD733711}"/>
              </a:ext>
            </a:extLst>
          </p:cNvPr>
          <p:cNvSpPr txBox="1"/>
          <p:nvPr/>
        </p:nvSpPr>
        <p:spPr>
          <a:xfrm>
            <a:off x="4613278" y="2130863"/>
            <a:ext cx="9432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역시 너야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EFF843-7B55-04D3-AC37-122615118C8E}"/>
              </a:ext>
            </a:extLst>
          </p:cNvPr>
          <p:cNvSpPr txBox="1"/>
          <p:nvPr/>
        </p:nvSpPr>
        <p:spPr>
          <a:xfrm>
            <a:off x="6791021" y="1312582"/>
            <a:ext cx="10360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니가</a:t>
            </a:r>
            <a:r>
              <a:rPr lang="ko-KR" altLang="en-US" sz="1100" dirty="0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 최고야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90B8727-3034-51B5-3AB7-0EE290A568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4485987" y="1971803"/>
            <a:ext cx="1197871" cy="57972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E6E7C05-FF37-A6D5-C176-E370B8E1752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16" t="685" r="42554" b="74685"/>
          <a:stretch>
            <a:fillRect/>
          </a:stretch>
        </p:blipFill>
        <p:spPr>
          <a:xfrm flipH="1">
            <a:off x="980487" y="2190437"/>
            <a:ext cx="2955600" cy="236329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4CF9996-6D79-EA2B-A534-198CEFC5B2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6710092" y="1150620"/>
            <a:ext cx="1197871" cy="57972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D23FA49-40C2-84E4-FA8C-0883736DDD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6965642" y="2792353"/>
            <a:ext cx="1197871" cy="57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875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D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DE08EF-BFA9-BDE2-3E15-7E2665CE2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그룹 49">
            <a:extLst>
              <a:ext uri="{FF2B5EF4-FFF2-40B4-BE49-F238E27FC236}">
                <a16:creationId xmlns:a16="http://schemas.microsoft.com/office/drawing/2014/main" id="{3AC8C9D1-8654-8E97-0FC3-993E2797C933}"/>
              </a:ext>
            </a:extLst>
          </p:cNvPr>
          <p:cNvGrpSpPr/>
          <p:nvPr/>
        </p:nvGrpSpPr>
        <p:grpSpPr>
          <a:xfrm flipH="1">
            <a:off x="977218" y="2242065"/>
            <a:ext cx="3240000" cy="4353339"/>
            <a:chOff x="4571995" y="1947334"/>
            <a:chExt cx="3239250" cy="4353339"/>
          </a:xfrm>
        </p:grpSpPr>
        <p:pic>
          <p:nvPicPr>
            <p:cNvPr id="51" name="그림 50" descr="예술, 스크린샷, 만화 영화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8513693-A47E-7398-01A7-AD4D8F51D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180" b="50587"/>
            <a:stretch>
              <a:fillRect/>
            </a:stretch>
          </p:blipFill>
          <p:spPr>
            <a:xfrm rot="5400000">
              <a:off x="4014950" y="2504379"/>
              <a:ext cx="4353339" cy="3239250"/>
            </a:xfrm>
            <a:prstGeom prst="rect">
              <a:avLst/>
            </a:prstGeom>
          </p:spPr>
        </p:pic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DF7CE06C-62D9-6E2F-FDD1-0C940A40DF99}"/>
                </a:ext>
              </a:extLst>
            </p:cNvPr>
            <p:cNvSpPr/>
            <p:nvPr/>
          </p:nvSpPr>
          <p:spPr>
            <a:xfrm>
              <a:off x="6145401" y="3943349"/>
              <a:ext cx="82758" cy="70248"/>
            </a:xfrm>
            <a:prstGeom prst="rect">
              <a:avLst/>
            </a:prstGeom>
            <a:solidFill>
              <a:srgbClr val="B7AD7C"/>
            </a:solidFill>
            <a:ln>
              <a:noFill/>
            </a:ln>
            <a:effectLst>
              <a:softEdge rad="254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C3074205-948C-61F3-1AD7-6C19681D1216}"/>
                </a:ext>
              </a:extLst>
            </p:cNvPr>
            <p:cNvSpPr/>
            <p:nvPr/>
          </p:nvSpPr>
          <p:spPr>
            <a:xfrm>
              <a:off x="6011466" y="3675461"/>
              <a:ext cx="417909" cy="270271"/>
            </a:xfrm>
            <a:prstGeom prst="rect">
              <a:avLst/>
            </a:prstGeom>
            <a:solidFill>
              <a:srgbClr val="947E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78" name="그림 77" descr="예술, 스크린샷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90A313-693C-C554-1F30-66D2EE7D2F0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2180" b="50587"/>
          <a:stretch>
            <a:fillRect/>
          </a:stretch>
        </p:blipFill>
        <p:spPr>
          <a:xfrm rot="5400000">
            <a:off x="4369454" y="2793224"/>
            <a:ext cx="4353339" cy="324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9A54E68-3543-5194-8CB8-01A5EBC3C8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1141841" y="2646989"/>
            <a:ext cx="1197871" cy="57972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265B80C-75B2-D72B-5DAF-9A99CA7365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6884120" y="2642984"/>
            <a:ext cx="1197871" cy="579729"/>
          </a:xfrm>
          <a:prstGeom prst="rect">
            <a:avLst/>
          </a:prstGeom>
        </p:spPr>
      </p:pic>
      <p:sp>
        <p:nvSpPr>
          <p:cNvPr id="32" name="가로 글상자 31">
            <a:extLst>
              <a:ext uri="{FF2B5EF4-FFF2-40B4-BE49-F238E27FC236}">
                <a16:creationId xmlns:a16="http://schemas.microsoft.com/office/drawing/2014/main" id="{C4F1CDD9-912C-069F-4406-8DE6DE7F48E4}"/>
              </a:ext>
            </a:extLst>
          </p:cNvPr>
          <p:cNvSpPr txBox="1"/>
          <p:nvPr/>
        </p:nvSpPr>
        <p:spPr>
          <a:xfrm>
            <a:off x="6950886" y="7097387"/>
            <a:ext cx="2374034" cy="363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1.16.</a:t>
            </a:r>
            <a:r>
              <a:rPr lang="ko-KR" altLang="en-US"/>
              <a:t>금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765C376-787B-B264-D599-E0D3EC8DD4CB}"/>
              </a:ext>
            </a:extLst>
          </p:cNvPr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76A7CA66-EED1-791E-B3A1-0BC32528F566}"/>
              </a:ext>
            </a:extLst>
          </p:cNvPr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949167FF-E5F1-C2E2-49A8-EC612DA7103D}"/>
              </a:ext>
            </a:extLst>
          </p:cNvPr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AD77AB57-90C5-1E0D-ACA6-45B2DF291107}"/>
              </a:ext>
            </a:extLst>
          </p:cNvPr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C0E6B00E-09E0-593F-8F2A-8055F5F58F62}"/>
              </a:ext>
            </a:extLst>
          </p:cNvPr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2B896E24-CD65-DE70-C8D2-4C940155429F}"/>
              </a:ext>
            </a:extLst>
          </p:cNvPr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CD662DD2-7C1D-82EF-CC76-0C70193CF2A3}"/>
              </a:ext>
            </a:extLst>
          </p:cNvPr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89ABAC-CBEA-212F-3E4B-8E4038A8F87F}"/>
              </a:ext>
            </a:extLst>
          </p:cNvPr>
          <p:cNvSpPr txBox="1"/>
          <p:nvPr/>
        </p:nvSpPr>
        <p:spPr>
          <a:xfrm>
            <a:off x="3622673" y="1257315"/>
            <a:ext cx="201295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dirty="0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넌</a:t>
            </a:r>
            <a:r>
              <a:rPr lang="en-US" altLang="ko-KR" sz="3500" dirty="0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 </a:t>
            </a:r>
            <a:r>
              <a:rPr lang="ko-KR" altLang="en-US" sz="3500" dirty="0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착해</a:t>
            </a:r>
            <a:r>
              <a:rPr lang="en-US" altLang="ko-KR" sz="3500" dirty="0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 !</a:t>
            </a:r>
            <a:endParaRPr lang="ko-KR" altLang="en-US" sz="3500" dirty="0">
              <a:solidFill>
                <a:srgbClr val="ECEDF1"/>
              </a:solidFill>
              <a:latin typeface="GalmuriMono7 Regular" panose="020B0503020202000000" pitchFamily="50" charset="-127"/>
              <a:ea typeface="GalmuriMono7 Regular" panose="020B0503020202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E1BC92-6CC4-A0EF-7C5A-4C936D3A5EF9}"/>
              </a:ext>
            </a:extLst>
          </p:cNvPr>
          <p:cNvSpPr txBox="1"/>
          <p:nvPr/>
        </p:nvSpPr>
        <p:spPr>
          <a:xfrm>
            <a:off x="3775073" y="1799526"/>
            <a:ext cx="20129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>
                <a:solidFill>
                  <a:srgbClr val="FCE89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네러티브</a:t>
            </a:r>
            <a:r>
              <a:rPr lang="ko-KR" altLang="en-US" sz="1100" dirty="0">
                <a:solidFill>
                  <a:srgbClr val="FCE89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 중심 어드벤처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4F65EA-554E-E43B-F80F-AC07F558543E}"/>
              </a:ext>
            </a:extLst>
          </p:cNvPr>
          <p:cNvSpPr txBox="1"/>
          <p:nvPr/>
        </p:nvSpPr>
        <p:spPr>
          <a:xfrm>
            <a:off x="3546217" y="3660749"/>
            <a:ext cx="9432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고마워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D35147-4E12-C4B4-B288-F1BF52826D58}"/>
              </a:ext>
            </a:extLst>
          </p:cNvPr>
          <p:cNvSpPr txBox="1"/>
          <p:nvPr/>
        </p:nvSpPr>
        <p:spPr>
          <a:xfrm>
            <a:off x="1269132" y="2790729"/>
            <a:ext cx="9432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부탁할게</a:t>
            </a:r>
            <a:endParaRPr lang="ko-KR" altLang="en-US" sz="1100" dirty="0">
              <a:solidFill>
                <a:srgbClr val="ECEDF1"/>
              </a:solidFill>
              <a:latin typeface="GalmuriMono7 Regular" panose="020B0503020202000000" pitchFamily="50" charset="-127"/>
              <a:ea typeface="GalmuriMono7 Regular" panose="020B0503020202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4438C7-4EF4-921C-3974-B5893E752EE3}"/>
              </a:ext>
            </a:extLst>
          </p:cNvPr>
          <p:cNvSpPr txBox="1"/>
          <p:nvPr/>
        </p:nvSpPr>
        <p:spPr>
          <a:xfrm flipV="1">
            <a:off x="4699696" y="4716969"/>
            <a:ext cx="943291" cy="284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8E8690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네가 해줘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33CA61A-08AE-4EB6-54A8-AE03B733AA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3418926" y="3504205"/>
            <a:ext cx="1197871" cy="57972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B25FF86-2DA1-1887-5674-8A12CA548099}"/>
              </a:ext>
            </a:extLst>
          </p:cNvPr>
          <p:cNvPicPr>
            <a:picLocks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 flipV="1">
            <a:off x="4596388" y="4569280"/>
            <a:ext cx="1197871" cy="57960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14A59A8E-E95F-CFCF-382E-B9781F00B1C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16" t="685" r="42554" b="74685"/>
          <a:stretch>
            <a:fillRect/>
          </a:stretch>
        </p:blipFill>
        <p:spPr>
          <a:xfrm flipH="1">
            <a:off x="3093871" y="581094"/>
            <a:ext cx="2955600" cy="236329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9C15B966-1B02-2DFD-FF87-CE65B7BEFA26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2559" y="2772134"/>
            <a:ext cx="1029600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87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가로 글상자 25"/>
          <p:cNvSpPr txBox="1"/>
          <p:nvPr/>
        </p:nvSpPr>
        <p:spPr>
          <a:xfrm>
            <a:off x="7510060" y="353112"/>
            <a:ext cx="1151334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3500" b="1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목차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394E205-494A-0381-AEC8-D3425B3B1BCE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9" t="3509" r="67223" b="76879"/>
          <a:stretch>
            <a:fillRect/>
          </a:stretch>
        </p:blipFill>
        <p:spPr>
          <a:xfrm flipH="1">
            <a:off x="7426062" y="275502"/>
            <a:ext cx="1370129" cy="876508"/>
          </a:xfrm>
          <a:prstGeom prst="rect">
            <a:avLst/>
          </a:prstGeom>
        </p:spPr>
      </p:pic>
      <p:sp>
        <p:nvSpPr>
          <p:cNvPr id="51" name="가로 글상자 50"/>
          <p:cNvSpPr txBox="1"/>
          <p:nvPr/>
        </p:nvSpPr>
        <p:spPr>
          <a:xfrm>
            <a:off x="6950886" y="7097387"/>
            <a:ext cx="2374034" cy="363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1.16.</a:t>
            </a:r>
            <a:r>
              <a:rPr lang="ko-KR" altLang="en-US"/>
              <a:t>금</a:t>
            </a:r>
          </a:p>
        </p:txBody>
      </p:sp>
      <p:sp>
        <p:nvSpPr>
          <p:cNvPr id="54" name="타원 53"/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6" name="타원 55"/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7" name="타원 56"/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8" name="타원 57"/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9" name="타원 58"/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0" name="타원 59"/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1" name="타원 60"/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3" name="가로 글상자 62"/>
          <p:cNvSpPr txBox="1"/>
          <p:nvPr/>
        </p:nvSpPr>
        <p:spPr>
          <a:xfrm>
            <a:off x="509585" y="2219720"/>
            <a:ext cx="230267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 b="1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개요</a:t>
            </a:r>
          </a:p>
        </p:txBody>
      </p:sp>
      <p:sp>
        <p:nvSpPr>
          <p:cNvPr id="64" name="가로 글상자 63"/>
          <p:cNvSpPr txBox="1"/>
          <p:nvPr/>
        </p:nvSpPr>
        <p:spPr>
          <a:xfrm>
            <a:off x="2269329" y="2256521"/>
            <a:ext cx="42766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방향성          게임의 정의          컨텐츠 볼륨 맵</a:t>
            </a:r>
          </a:p>
        </p:txBody>
      </p:sp>
      <p:sp>
        <p:nvSpPr>
          <p:cNvPr id="65" name="가로 글상자 64"/>
          <p:cNvSpPr txBox="1"/>
          <p:nvPr/>
        </p:nvSpPr>
        <p:spPr>
          <a:xfrm>
            <a:off x="509586" y="2903620"/>
            <a:ext cx="144542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 b="1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게임의 정의</a:t>
            </a:r>
            <a:endParaRPr lang="en-US" altLang="ko-KR" sz="1900" b="1" dirty="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66" name="가로 글상자 65"/>
          <p:cNvSpPr txBox="1"/>
          <p:nvPr/>
        </p:nvSpPr>
        <p:spPr>
          <a:xfrm>
            <a:off x="2269330" y="2945146"/>
            <a:ext cx="38266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플레이의 작용요소          방해요인          </a:t>
            </a:r>
            <a:r>
              <a:rPr lang="ko-KR" altLang="en-US" sz="1300" b="1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목적</a:t>
            </a:r>
            <a:r>
              <a:rPr lang="ko-KR" altLang="en-US" sz="1400" b="1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       </a:t>
            </a:r>
          </a:p>
        </p:txBody>
      </p:sp>
      <p:sp>
        <p:nvSpPr>
          <p:cNvPr id="73" name="모서리가 둥근 직사각형 72"/>
          <p:cNvSpPr/>
          <p:nvPr/>
        </p:nvSpPr>
        <p:spPr>
          <a:xfrm>
            <a:off x="482606" y="1450505"/>
            <a:ext cx="8178788" cy="464094"/>
          </a:xfrm>
          <a:custGeom>
            <a:avLst/>
            <a:gdLst>
              <a:gd name="csX0" fmla="*/ 0 w 8178788"/>
              <a:gd name="csY0" fmla="*/ 77351 h 464094"/>
              <a:gd name="csX1" fmla="*/ 77351 w 8178788"/>
              <a:gd name="csY1" fmla="*/ 0 h 464094"/>
              <a:gd name="csX2" fmla="*/ 730741 w 8178788"/>
              <a:gd name="csY2" fmla="*/ 0 h 464094"/>
              <a:gd name="csX3" fmla="*/ 1303890 w 8178788"/>
              <a:gd name="csY3" fmla="*/ 0 h 464094"/>
              <a:gd name="csX4" fmla="*/ 1877039 w 8178788"/>
              <a:gd name="csY4" fmla="*/ 0 h 464094"/>
              <a:gd name="csX5" fmla="*/ 2450188 w 8178788"/>
              <a:gd name="csY5" fmla="*/ 0 h 464094"/>
              <a:gd name="csX6" fmla="*/ 3023337 w 8178788"/>
              <a:gd name="csY6" fmla="*/ 0 h 464094"/>
              <a:gd name="csX7" fmla="*/ 3436004 w 8178788"/>
              <a:gd name="csY7" fmla="*/ 0 h 464094"/>
              <a:gd name="csX8" fmla="*/ 3768431 w 8178788"/>
              <a:gd name="csY8" fmla="*/ 0 h 464094"/>
              <a:gd name="csX9" fmla="*/ 4100857 w 8178788"/>
              <a:gd name="csY9" fmla="*/ 0 h 464094"/>
              <a:gd name="csX10" fmla="*/ 4593765 w 8178788"/>
              <a:gd name="csY10" fmla="*/ 0 h 464094"/>
              <a:gd name="csX11" fmla="*/ 5166914 w 8178788"/>
              <a:gd name="csY11" fmla="*/ 0 h 464094"/>
              <a:gd name="csX12" fmla="*/ 5900545 w 8178788"/>
              <a:gd name="csY12" fmla="*/ 0 h 464094"/>
              <a:gd name="csX13" fmla="*/ 6553935 w 8178788"/>
              <a:gd name="csY13" fmla="*/ 0 h 464094"/>
              <a:gd name="csX14" fmla="*/ 7287565 w 8178788"/>
              <a:gd name="csY14" fmla="*/ 0 h 464094"/>
              <a:gd name="csX15" fmla="*/ 8101437 w 8178788"/>
              <a:gd name="csY15" fmla="*/ 0 h 464094"/>
              <a:gd name="csX16" fmla="*/ 8178788 w 8178788"/>
              <a:gd name="csY16" fmla="*/ 77351 h 464094"/>
              <a:gd name="csX17" fmla="*/ 8178788 w 8178788"/>
              <a:gd name="csY17" fmla="*/ 386743 h 464094"/>
              <a:gd name="csX18" fmla="*/ 8101437 w 8178788"/>
              <a:gd name="csY18" fmla="*/ 464094 h 464094"/>
              <a:gd name="csX19" fmla="*/ 7688770 w 8178788"/>
              <a:gd name="csY19" fmla="*/ 464094 h 464094"/>
              <a:gd name="csX20" fmla="*/ 7276102 w 8178788"/>
              <a:gd name="csY20" fmla="*/ 464094 h 464094"/>
              <a:gd name="csX21" fmla="*/ 6702953 w 8178788"/>
              <a:gd name="csY21" fmla="*/ 464094 h 464094"/>
              <a:gd name="csX22" fmla="*/ 6370527 w 8178788"/>
              <a:gd name="csY22" fmla="*/ 464094 h 464094"/>
              <a:gd name="csX23" fmla="*/ 5797378 w 8178788"/>
              <a:gd name="csY23" fmla="*/ 464094 h 464094"/>
              <a:gd name="csX24" fmla="*/ 5304470 w 8178788"/>
              <a:gd name="csY24" fmla="*/ 464094 h 464094"/>
              <a:gd name="csX25" fmla="*/ 4731321 w 8178788"/>
              <a:gd name="csY25" fmla="*/ 464094 h 464094"/>
              <a:gd name="csX26" fmla="*/ 3997690 w 8178788"/>
              <a:gd name="csY26" fmla="*/ 464094 h 464094"/>
              <a:gd name="csX27" fmla="*/ 3585023 w 8178788"/>
              <a:gd name="csY27" fmla="*/ 464094 h 464094"/>
              <a:gd name="csX28" fmla="*/ 3092115 w 8178788"/>
              <a:gd name="csY28" fmla="*/ 464094 h 464094"/>
              <a:gd name="csX29" fmla="*/ 2438725 w 8178788"/>
              <a:gd name="csY29" fmla="*/ 464094 h 464094"/>
              <a:gd name="csX30" fmla="*/ 1865576 w 8178788"/>
              <a:gd name="csY30" fmla="*/ 464094 h 464094"/>
              <a:gd name="csX31" fmla="*/ 1212186 w 8178788"/>
              <a:gd name="csY31" fmla="*/ 464094 h 464094"/>
              <a:gd name="csX32" fmla="*/ 639037 w 8178788"/>
              <a:gd name="csY32" fmla="*/ 464094 h 464094"/>
              <a:gd name="csX33" fmla="*/ 77351 w 8178788"/>
              <a:gd name="csY33" fmla="*/ 464094 h 464094"/>
              <a:gd name="csX34" fmla="*/ 0 w 8178788"/>
              <a:gd name="csY34" fmla="*/ 386743 h 464094"/>
              <a:gd name="csX35" fmla="*/ 0 w 8178788"/>
              <a:gd name="csY35" fmla="*/ 77351 h 464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8178788" h="464094" extrusionOk="0">
                <a:moveTo>
                  <a:pt x="0" y="77351"/>
                </a:moveTo>
                <a:cubicBezTo>
                  <a:pt x="-5423" y="43904"/>
                  <a:pt x="40687" y="-4096"/>
                  <a:pt x="77351" y="0"/>
                </a:cubicBezTo>
                <a:cubicBezTo>
                  <a:pt x="318623" y="-52104"/>
                  <a:pt x="417610" y="37303"/>
                  <a:pt x="730741" y="0"/>
                </a:cubicBezTo>
                <a:cubicBezTo>
                  <a:pt x="1043872" y="-37303"/>
                  <a:pt x="1162103" y="59142"/>
                  <a:pt x="1303890" y="0"/>
                </a:cubicBezTo>
                <a:cubicBezTo>
                  <a:pt x="1445677" y="-59142"/>
                  <a:pt x="1644401" y="8710"/>
                  <a:pt x="1877039" y="0"/>
                </a:cubicBezTo>
                <a:cubicBezTo>
                  <a:pt x="2109677" y="-8710"/>
                  <a:pt x="2326695" y="5669"/>
                  <a:pt x="2450188" y="0"/>
                </a:cubicBezTo>
                <a:cubicBezTo>
                  <a:pt x="2573681" y="-5669"/>
                  <a:pt x="2765079" y="7415"/>
                  <a:pt x="3023337" y="0"/>
                </a:cubicBezTo>
                <a:cubicBezTo>
                  <a:pt x="3281595" y="-7415"/>
                  <a:pt x="3310983" y="45571"/>
                  <a:pt x="3436004" y="0"/>
                </a:cubicBezTo>
                <a:cubicBezTo>
                  <a:pt x="3561025" y="-45571"/>
                  <a:pt x="3661685" y="7757"/>
                  <a:pt x="3768431" y="0"/>
                </a:cubicBezTo>
                <a:cubicBezTo>
                  <a:pt x="3875177" y="-7757"/>
                  <a:pt x="3944051" y="36553"/>
                  <a:pt x="4100857" y="0"/>
                </a:cubicBezTo>
                <a:cubicBezTo>
                  <a:pt x="4257663" y="-36553"/>
                  <a:pt x="4385159" y="12712"/>
                  <a:pt x="4593765" y="0"/>
                </a:cubicBezTo>
                <a:cubicBezTo>
                  <a:pt x="4802371" y="-12712"/>
                  <a:pt x="4893258" y="20096"/>
                  <a:pt x="5166914" y="0"/>
                </a:cubicBezTo>
                <a:cubicBezTo>
                  <a:pt x="5440570" y="-20096"/>
                  <a:pt x="5546592" y="69981"/>
                  <a:pt x="5900545" y="0"/>
                </a:cubicBezTo>
                <a:cubicBezTo>
                  <a:pt x="6254498" y="-69981"/>
                  <a:pt x="6392333" y="33778"/>
                  <a:pt x="6553935" y="0"/>
                </a:cubicBezTo>
                <a:cubicBezTo>
                  <a:pt x="6715537" y="-33778"/>
                  <a:pt x="7123218" y="77122"/>
                  <a:pt x="7287565" y="0"/>
                </a:cubicBezTo>
                <a:cubicBezTo>
                  <a:pt x="7451912" y="-77122"/>
                  <a:pt x="7922246" y="2133"/>
                  <a:pt x="8101437" y="0"/>
                </a:cubicBezTo>
                <a:cubicBezTo>
                  <a:pt x="8134349" y="2182"/>
                  <a:pt x="8186964" y="28240"/>
                  <a:pt x="8178788" y="77351"/>
                </a:cubicBezTo>
                <a:cubicBezTo>
                  <a:pt x="8213488" y="154944"/>
                  <a:pt x="8146213" y="306213"/>
                  <a:pt x="8178788" y="386743"/>
                </a:cubicBezTo>
                <a:cubicBezTo>
                  <a:pt x="8178843" y="431584"/>
                  <a:pt x="8152611" y="465475"/>
                  <a:pt x="8101437" y="464094"/>
                </a:cubicBezTo>
                <a:cubicBezTo>
                  <a:pt x="7904594" y="492495"/>
                  <a:pt x="7796498" y="461442"/>
                  <a:pt x="7688770" y="464094"/>
                </a:cubicBezTo>
                <a:cubicBezTo>
                  <a:pt x="7581042" y="466746"/>
                  <a:pt x="7382151" y="447200"/>
                  <a:pt x="7276102" y="464094"/>
                </a:cubicBezTo>
                <a:cubicBezTo>
                  <a:pt x="7170053" y="480988"/>
                  <a:pt x="6944350" y="396596"/>
                  <a:pt x="6702953" y="464094"/>
                </a:cubicBezTo>
                <a:cubicBezTo>
                  <a:pt x="6461556" y="531592"/>
                  <a:pt x="6442852" y="436067"/>
                  <a:pt x="6370527" y="464094"/>
                </a:cubicBezTo>
                <a:cubicBezTo>
                  <a:pt x="6298202" y="492121"/>
                  <a:pt x="5938639" y="419291"/>
                  <a:pt x="5797378" y="464094"/>
                </a:cubicBezTo>
                <a:cubicBezTo>
                  <a:pt x="5656117" y="508897"/>
                  <a:pt x="5434004" y="406719"/>
                  <a:pt x="5304470" y="464094"/>
                </a:cubicBezTo>
                <a:cubicBezTo>
                  <a:pt x="5174936" y="521469"/>
                  <a:pt x="5003005" y="451319"/>
                  <a:pt x="4731321" y="464094"/>
                </a:cubicBezTo>
                <a:cubicBezTo>
                  <a:pt x="4459637" y="476869"/>
                  <a:pt x="4197142" y="418320"/>
                  <a:pt x="3997690" y="464094"/>
                </a:cubicBezTo>
                <a:cubicBezTo>
                  <a:pt x="3798238" y="509868"/>
                  <a:pt x="3700119" y="451858"/>
                  <a:pt x="3585023" y="464094"/>
                </a:cubicBezTo>
                <a:cubicBezTo>
                  <a:pt x="3469927" y="476330"/>
                  <a:pt x="3231542" y="461641"/>
                  <a:pt x="3092115" y="464094"/>
                </a:cubicBezTo>
                <a:cubicBezTo>
                  <a:pt x="2952688" y="466547"/>
                  <a:pt x="2574511" y="459851"/>
                  <a:pt x="2438725" y="464094"/>
                </a:cubicBezTo>
                <a:cubicBezTo>
                  <a:pt x="2302939" y="468337"/>
                  <a:pt x="2019801" y="463985"/>
                  <a:pt x="1865576" y="464094"/>
                </a:cubicBezTo>
                <a:cubicBezTo>
                  <a:pt x="1711351" y="464203"/>
                  <a:pt x="1475676" y="405643"/>
                  <a:pt x="1212186" y="464094"/>
                </a:cubicBezTo>
                <a:cubicBezTo>
                  <a:pt x="948696" y="522545"/>
                  <a:pt x="925537" y="398954"/>
                  <a:pt x="639037" y="464094"/>
                </a:cubicBezTo>
                <a:cubicBezTo>
                  <a:pt x="352537" y="529234"/>
                  <a:pt x="356704" y="452812"/>
                  <a:pt x="77351" y="464094"/>
                </a:cubicBezTo>
                <a:cubicBezTo>
                  <a:pt x="33920" y="474061"/>
                  <a:pt x="-8619" y="438740"/>
                  <a:pt x="0" y="386743"/>
                </a:cubicBezTo>
                <a:cubicBezTo>
                  <a:pt x="-21008" y="303295"/>
                  <a:pt x="23105" y="210168"/>
                  <a:pt x="0" y="77351"/>
                </a:cubicBezTo>
                <a:close/>
              </a:path>
            </a:pathLst>
          </a:custGeom>
          <a:noFill/>
          <a:ln w="28575">
            <a:solidFill>
              <a:srgbClr val="496F78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2842418190">
                  <a:prstGeom prst="roundRect">
                    <a:avLst>
                      <a:gd name="adj" fmla="val 16667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dirty="0">
              <a:latin typeface="넥슨Lv2고딕 OTF Light" panose="00000300000000000000" pitchFamily="50" charset="-127"/>
              <a:ea typeface="넥슨Lv2고딕 OTF Light" panose="00000300000000000000" pitchFamily="50" charset="-127"/>
            </a:endParaRPr>
          </a:p>
        </p:txBody>
      </p:sp>
      <p:pic>
        <p:nvPicPr>
          <p:cNvPr id="75" name="그림 74"/>
          <p:cNvPicPr>
            <a:picLocks noChangeAspect="1"/>
          </p:cNvPicPr>
          <p:nvPr/>
        </p:nvPicPr>
        <p:blipFill rotWithShape="1">
          <a:blip r:embed="rId4"/>
          <a:srcRect l="30810" t="42800" r="39130" b="28590"/>
          <a:stretch>
            <a:fillRect/>
          </a:stretch>
        </p:blipFill>
        <p:spPr>
          <a:xfrm>
            <a:off x="7597731" y="1158685"/>
            <a:ext cx="744091" cy="708338"/>
          </a:xfrm>
          <a:prstGeom prst="rect">
            <a:avLst/>
          </a:prstGeom>
        </p:spPr>
      </p:pic>
      <p:cxnSp>
        <p:nvCxnSpPr>
          <p:cNvPr id="76" name="선 75"/>
          <p:cNvCxnSpPr/>
          <p:nvPr/>
        </p:nvCxnSpPr>
        <p:spPr>
          <a:xfrm rot="16200000" flipH="1" flipV="1">
            <a:off x="51273" y="4280612"/>
            <a:ext cx="4121787" cy="0"/>
          </a:xfrm>
          <a:prstGeom prst="line">
            <a:avLst/>
          </a:prstGeom>
          <a:ln w="25400">
            <a:solidFill>
              <a:srgbClr val="76777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가로 글상자 76"/>
          <p:cNvSpPr txBox="1"/>
          <p:nvPr/>
        </p:nvSpPr>
        <p:spPr>
          <a:xfrm>
            <a:off x="0" y="-438107"/>
            <a:ext cx="9144000" cy="370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목차는 이번 수업에서 중요하지 않으므로 만들지 않고 넘어간다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1944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2963627A-7E8B-88C3-A286-1C9433DDE1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172494" y="155464"/>
            <a:ext cx="2314110" cy="1119951"/>
          </a:xfrm>
          <a:prstGeom prst="rect">
            <a:avLst/>
          </a:prstGeom>
        </p:spPr>
      </p:pic>
      <p:sp>
        <p:nvSpPr>
          <p:cNvPr id="26" name="가로 글상자 25"/>
          <p:cNvSpPr txBox="1"/>
          <p:nvPr/>
        </p:nvSpPr>
        <p:spPr>
          <a:xfrm>
            <a:off x="334929" y="1961328"/>
            <a:ext cx="178107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 b="1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플랫폼</a:t>
            </a:r>
            <a:r>
              <a:rPr lang="en-US" altLang="ko-KR" sz="1000" b="1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   </a:t>
            </a:r>
            <a:r>
              <a:rPr lang="en-US" altLang="ko-KR" sz="1000" b="1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Platform</a:t>
            </a:r>
            <a:endParaRPr lang="en-US" altLang="ko-KR" sz="1100" b="1" dirty="0">
              <a:solidFill>
                <a:srgbClr val="767779"/>
              </a:solidFill>
              <a:latin typeface="Yu Gothic UI" panose="020B0500000000000000" pitchFamily="34" charset="-128"/>
              <a:ea typeface="KoddiUD 온고딕 Regular" panose="020B0503000000000000"/>
            </a:endParaRPr>
          </a:p>
        </p:txBody>
      </p:sp>
      <p:sp>
        <p:nvSpPr>
          <p:cNvPr id="28" name="가로 글상자 27"/>
          <p:cNvSpPr txBox="1"/>
          <p:nvPr/>
        </p:nvSpPr>
        <p:spPr>
          <a:xfrm>
            <a:off x="6950886" y="7097387"/>
            <a:ext cx="2374034" cy="363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1.16.</a:t>
            </a:r>
            <a:r>
              <a:rPr lang="ko-KR" altLang="en-US"/>
              <a:t>금</a:t>
            </a:r>
          </a:p>
        </p:txBody>
      </p:sp>
      <p:sp>
        <p:nvSpPr>
          <p:cNvPr id="37" name="가로 글상자 36"/>
          <p:cNvSpPr txBox="1"/>
          <p:nvPr/>
        </p:nvSpPr>
        <p:spPr>
          <a:xfrm>
            <a:off x="2638026" y="1960595"/>
            <a:ext cx="21663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ko-KR" sz="1000" b="1" spc="100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PC</a:t>
            </a:r>
            <a:r>
              <a:rPr lang="en-US" altLang="ko-KR" sz="1000" b="1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, CONSOLE</a:t>
            </a:r>
            <a:endParaRPr lang="ko-KR" altLang="en-US" sz="1000" b="1" spc="100" dirty="0">
              <a:solidFill>
                <a:srgbClr val="767779"/>
              </a:solidFill>
              <a:latin typeface="Yu Gothic UI" panose="020B0500000000000000" pitchFamily="34" charset="-128"/>
              <a:ea typeface="KoddiUD 온고딕 Regular" panose="020B0503000000000000"/>
            </a:endParaRPr>
          </a:p>
        </p:txBody>
      </p:sp>
      <p:sp>
        <p:nvSpPr>
          <p:cNvPr id="38" name="가로 글상자 37"/>
          <p:cNvSpPr txBox="1"/>
          <p:nvPr/>
        </p:nvSpPr>
        <p:spPr>
          <a:xfrm>
            <a:off x="2638026" y="2537234"/>
            <a:ext cx="25982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000" b="1" spc="100" dirty="0" err="1">
                <a:solidFill>
                  <a:srgbClr val="FCE89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내러티브</a:t>
            </a:r>
            <a:r>
              <a:rPr lang="ko-KR" altLang="en-US" sz="1000" b="1" spc="100" dirty="0">
                <a:solidFill>
                  <a:srgbClr val="FCE89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 중심 어드벤처</a:t>
            </a:r>
          </a:p>
        </p:txBody>
      </p:sp>
      <p:sp>
        <p:nvSpPr>
          <p:cNvPr id="39" name="가로 글상자 38"/>
          <p:cNvSpPr txBox="1"/>
          <p:nvPr/>
        </p:nvSpPr>
        <p:spPr>
          <a:xfrm>
            <a:off x="2638026" y="3115017"/>
            <a:ext cx="636994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선택지가 주어지는 것처럼 보이지만</a:t>
            </a:r>
            <a:r>
              <a:rPr lang="en-US" altLang="ko-KR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,</a:t>
            </a:r>
            <a:r>
              <a:rPr lang="ko-KR" altLang="en-US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 이야기가 진행될수록 </a:t>
            </a:r>
            <a:r>
              <a:rPr lang="ko-KR" altLang="en-US" sz="1000" spc="100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모든 선택은 하나의 방향으로 수렴</a:t>
            </a:r>
            <a:r>
              <a:rPr lang="ko-KR" altLang="en-US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한다</a:t>
            </a:r>
            <a:r>
              <a:rPr lang="en-US" altLang="ko-KR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.</a:t>
            </a:r>
          </a:p>
          <a:p>
            <a:pPr lvl="0">
              <a:lnSpc>
                <a:spcPct val="120000"/>
              </a:lnSpc>
              <a:defRPr/>
            </a:pPr>
            <a:endParaRPr lang="en-US" altLang="ko-KR" sz="1000" spc="100" dirty="0">
              <a:solidFill>
                <a:srgbClr val="767779"/>
              </a:solidFill>
              <a:latin typeface="Yu Gothic UI" panose="020B0500000000000000" pitchFamily="34" charset="-128"/>
              <a:ea typeface="KoddiUD 온고딕 Regular" panose="020B0503000000000000"/>
            </a:endParaRPr>
          </a:p>
          <a:p>
            <a:pPr lvl="0">
              <a:lnSpc>
                <a:spcPct val="120000"/>
              </a:lnSpc>
              <a:defRPr/>
            </a:pPr>
            <a:r>
              <a:rPr lang="ko-KR" altLang="en-US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스스로를 특별히 착한 사람이라 여기지 않는 주인공은</a:t>
            </a:r>
            <a:r>
              <a:rPr lang="en-US" altLang="ko-KR" sz="1000" spc="100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 ’</a:t>
            </a:r>
            <a:r>
              <a:rPr lang="ko-KR" altLang="en-US" sz="1000" spc="100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가장 착한 사람</a:t>
            </a:r>
            <a:r>
              <a:rPr lang="en-US" altLang="ko-KR" sz="1000" spc="100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’</a:t>
            </a:r>
            <a:r>
              <a:rPr lang="ko-KR" altLang="en-US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이기를 </a:t>
            </a:r>
            <a:r>
              <a:rPr lang="ko-KR" altLang="en-US" sz="1000" spc="100" dirty="0" err="1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요구받는</a:t>
            </a:r>
            <a:r>
              <a:rPr lang="ko-KR" altLang="en-US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 기대 속에서</a:t>
            </a:r>
            <a:r>
              <a:rPr lang="en-US" altLang="ko-KR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,</a:t>
            </a:r>
          </a:p>
          <a:p>
            <a:pPr lvl="0">
              <a:lnSpc>
                <a:spcPct val="120000"/>
              </a:lnSpc>
              <a:defRPr/>
            </a:pPr>
            <a:r>
              <a:rPr lang="ko-KR" altLang="en-US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서서히 붕괴되어 가는 세계와 함께 하나의 역할로 소모되어 간다</a:t>
            </a:r>
            <a:r>
              <a:rPr lang="en-US" altLang="ko-KR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.</a:t>
            </a:r>
          </a:p>
          <a:p>
            <a:pPr lvl="0">
              <a:lnSpc>
                <a:spcPct val="120000"/>
              </a:lnSpc>
              <a:defRPr/>
            </a:pPr>
            <a:endParaRPr lang="en-US" altLang="ko-KR" sz="1000" spc="100" dirty="0">
              <a:solidFill>
                <a:srgbClr val="767779"/>
              </a:solidFill>
              <a:latin typeface="Yu Gothic UI" panose="020B0500000000000000" pitchFamily="34" charset="-128"/>
              <a:ea typeface="KoddiUD 온고딕 Regular" panose="020B0503000000000000"/>
            </a:endParaRPr>
          </a:p>
          <a:p>
            <a:pPr lvl="0">
              <a:lnSpc>
                <a:spcPct val="120000"/>
              </a:lnSpc>
              <a:defRPr/>
            </a:pPr>
            <a:r>
              <a:rPr lang="ko-KR" altLang="en-US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선택을 반복할수록 </a:t>
            </a:r>
            <a:r>
              <a:rPr lang="ko-KR" altLang="en-US" sz="1000" spc="100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선</a:t>
            </a:r>
            <a:r>
              <a:rPr lang="ko-KR" altLang="en-US" sz="1000" b="1" spc="100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의</a:t>
            </a:r>
            <a:r>
              <a:rPr lang="ko-KR" altLang="en-US" sz="1000" spc="100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는 의미를 잃고</a:t>
            </a:r>
            <a:r>
              <a:rPr lang="en-US" altLang="ko-KR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,</a:t>
            </a:r>
            <a:r>
              <a:rPr lang="ko-KR" altLang="en-US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 착함은 자발적인 판단이 아닌 </a:t>
            </a:r>
            <a:r>
              <a:rPr lang="ko-KR" altLang="en-US" sz="1000" spc="100" dirty="0">
                <a:solidFill>
                  <a:srgbClr val="EB657E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피할 수 없는 의무</a:t>
            </a:r>
            <a:r>
              <a:rPr lang="ko-KR" altLang="en-US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가 된다</a:t>
            </a:r>
            <a:r>
              <a:rPr lang="en-US" altLang="ko-KR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.</a:t>
            </a:r>
            <a:endParaRPr lang="ko-KR" altLang="en-US" sz="1000" b="1" spc="100" dirty="0">
              <a:solidFill>
                <a:srgbClr val="767779"/>
              </a:solidFill>
              <a:latin typeface="Yu Gothic UI" panose="020B0500000000000000" pitchFamily="34" charset="-128"/>
              <a:ea typeface="KoddiUD 온고딕 Regular" panose="020B0503000000000000"/>
            </a:endParaRPr>
          </a:p>
        </p:txBody>
      </p:sp>
      <p:sp>
        <p:nvSpPr>
          <p:cNvPr id="40" name="가로 글상자 39"/>
          <p:cNvSpPr txBox="1"/>
          <p:nvPr/>
        </p:nvSpPr>
        <p:spPr>
          <a:xfrm>
            <a:off x="2638026" y="4625439"/>
            <a:ext cx="52005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ct val="120000"/>
              </a:lnSpc>
              <a:buFont typeface="Arial"/>
              <a:buNone/>
              <a:defRPr/>
            </a:pPr>
            <a:r>
              <a:rPr lang="ko-KR" altLang="en-US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▶     </a:t>
            </a:r>
            <a:r>
              <a:rPr lang="ko-KR" altLang="en-US" sz="1000" spc="100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감정적</a:t>
            </a:r>
            <a:r>
              <a:rPr lang="ko-KR" altLang="en-US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 </a:t>
            </a:r>
            <a:r>
              <a:rPr lang="ko-KR" altLang="en-US" sz="1000" spc="100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압박과 몰입</a:t>
            </a:r>
            <a:r>
              <a:rPr lang="ko-KR" altLang="en-US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을 즐기는 </a:t>
            </a:r>
            <a:r>
              <a:rPr lang="ko-KR" altLang="en-US" sz="1000" spc="100" dirty="0" err="1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내러티브</a:t>
            </a:r>
            <a:r>
              <a:rPr lang="ko-KR" altLang="en-US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 플레이</a:t>
            </a:r>
          </a:p>
          <a:p>
            <a:pPr marL="0" lvl="0" indent="0">
              <a:lnSpc>
                <a:spcPct val="120000"/>
              </a:lnSpc>
              <a:buFont typeface="Arial"/>
              <a:buNone/>
              <a:defRPr/>
            </a:pPr>
            <a:r>
              <a:rPr lang="ko-KR" altLang="en-US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▶     </a:t>
            </a:r>
            <a:r>
              <a:rPr lang="ko-KR" altLang="en-US" sz="1000" spc="100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선택에 따라 변화</a:t>
            </a:r>
            <a:r>
              <a:rPr lang="ko-KR" altLang="en-US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하는 스토리 전개와 엔딩 구조</a:t>
            </a:r>
          </a:p>
          <a:p>
            <a:pPr marL="0" lvl="0" indent="0">
              <a:lnSpc>
                <a:spcPct val="120000"/>
              </a:lnSpc>
              <a:buFont typeface="Arial"/>
              <a:buNone/>
              <a:defRPr/>
            </a:pPr>
            <a:r>
              <a:rPr lang="ko-KR" altLang="en-US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▶     선택 누적에 따라 </a:t>
            </a:r>
            <a:r>
              <a:rPr lang="ko-KR" altLang="en-US" sz="1000" spc="100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분위기와 연출이 변화</a:t>
            </a:r>
            <a:r>
              <a:rPr lang="ko-KR" altLang="en-US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하는 시스템</a:t>
            </a:r>
          </a:p>
          <a:p>
            <a:pPr marL="0" lvl="0" indent="0">
              <a:lnSpc>
                <a:spcPct val="120000"/>
              </a:lnSpc>
              <a:buFont typeface="Arial"/>
              <a:buNone/>
              <a:defRPr/>
            </a:pPr>
            <a:r>
              <a:rPr lang="ko-KR" altLang="en-US" sz="1000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▶     선행이 보상이 아닌 </a:t>
            </a:r>
            <a:r>
              <a:rPr lang="ko-KR" altLang="en-US" sz="1000" b="1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부담으로 작동하는 </a:t>
            </a:r>
            <a:r>
              <a:rPr lang="en-US" altLang="ko-KR" sz="1000" b="1" spc="100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‘</a:t>
            </a:r>
            <a:r>
              <a:rPr lang="ko-KR" altLang="en-US" sz="1000" b="1" spc="100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선택 소모화</a:t>
            </a:r>
            <a:r>
              <a:rPr lang="en-US" altLang="ko-KR" sz="1000" b="1" spc="100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’</a:t>
            </a:r>
            <a:r>
              <a:rPr lang="ko-KR" altLang="en-US" sz="1000" b="1" spc="100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 </a:t>
            </a:r>
            <a:r>
              <a:rPr lang="ko-KR" altLang="en-US" sz="1000" b="1" spc="100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구조</a:t>
            </a:r>
          </a:p>
        </p:txBody>
      </p:sp>
      <p:sp>
        <p:nvSpPr>
          <p:cNvPr id="41" name="가로 글상자 40"/>
          <p:cNvSpPr txBox="1"/>
          <p:nvPr/>
        </p:nvSpPr>
        <p:spPr>
          <a:xfrm>
            <a:off x="334933" y="2537234"/>
            <a:ext cx="178107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 b="1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게임장르</a:t>
            </a:r>
            <a:r>
              <a:rPr lang="en-US" altLang="ko-KR" sz="1000" b="1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   </a:t>
            </a:r>
            <a:r>
              <a:rPr lang="en-US" altLang="ko-KR" sz="1000" b="1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Genre</a:t>
            </a:r>
            <a:endParaRPr lang="en-US" altLang="ko-KR" sz="1100" b="1" dirty="0">
              <a:solidFill>
                <a:srgbClr val="767779"/>
              </a:solidFill>
              <a:latin typeface="Yu Gothic UI" panose="020B0500000000000000" pitchFamily="34" charset="-128"/>
              <a:ea typeface="KoddiUD 온고딕 Regular" panose="020B0503000000000000"/>
            </a:endParaRPr>
          </a:p>
        </p:txBody>
      </p:sp>
      <p:sp>
        <p:nvSpPr>
          <p:cNvPr id="42" name="가로 글상자 41"/>
          <p:cNvSpPr txBox="1"/>
          <p:nvPr/>
        </p:nvSpPr>
        <p:spPr>
          <a:xfrm>
            <a:off x="334930" y="4620167"/>
            <a:ext cx="1904003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 b="1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재미 요소</a:t>
            </a:r>
            <a:r>
              <a:rPr lang="en-US" altLang="ko-KR" sz="1000" b="1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   </a:t>
            </a:r>
            <a:r>
              <a:rPr lang="en-US" altLang="ko-KR" sz="1000" b="1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Core Fun</a:t>
            </a:r>
            <a:r>
              <a:rPr lang="en-US" altLang="ko-KR" sz="1600" b="1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   </a:t>
            </a:r>
            <a:endParaRPr lang="en-US" altLang="ko-KR" sz="1900" b="1" dirty="0">
              <a:solidFill>
                <a:srgbClr val="ECEDF1"/>
              </a:solidFill>
              <a:latin typeface="Yu Gothic UI" panose="020B0500000000000000" pitchFamily="34" charset="-128"/>
              <a:ea typeface="KoddiUD 온고딕 Regular" panose="020B0503000000000000"/>
            </a:endParaRPr>
          </a:p>
        </p:txBody>
      </p:sp>
      <p:sp>
        <p:nvSpPr>
          <p:cNvPr id="43" name="가로 글상자 42"/>
          <p:cNvSpPr txBox="1"/>
          <p:nvPr/>
        </p:nvSpPr>
        <p:spPr>
          <a:xfrm>
            <a:off x="334932" y="3115017"/>
            <a:ext cx="1904002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 b="1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시놉시스</a:t>
            </a:r>
            <a:r>
              <a:rPr lang="en-US" altLang="ko-KR" sz="1000" b="1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   </a:t>
            </a:r>
            <a:r>
              <a:rPr lang="en-US" altLang="ko-KR" sz="1000" b="1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Synopsis</a:t>
            </a:r>
          </a:p>
        </p:txBody>
      </p:sp>
      <p:sp>
        <p:nvSpPr>
          <p:cNvPr id="56" name="가로 글상자 55"/>
          <p:cNvSpPr txBox="1"/>
          <p:nvPr/>
        </p:nvSpPr>
        <p:spPr>
          <a:xfrm>
            <a:off x="334931" y="1383461"/>
            <a:ext cx="157043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 b="1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슬로건</a:t>
            </a:r>
            <a:r>
              <a:rPr lang="ko-KR" altLang="en-US" sz="1000" b="1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   </a:t>
            </a:r>
            <a:r>
              <a:rPr lang="en-US" altLang="ko-KR" sz="1000" b="1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Slogan</a:t>
            </a:r>
          </a:p>
        </p:txBody>
      </p:sp>
      <p:sp>
        <p:nvSpPr>
          <p:cNvPr id="58" name="가로 글상자 57"/>
          <p:cNvSpPr txBox="1"/>
          <p:nvPr/>
        </p:nvSpPr>
        <p:spPr>
          <a:xfrm>
            <a:off x="2638024" y="1383482"/>
            <a:ext cx="25982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000" b="1" spc="100" dirty="0">
                <a:solidFill>
                  <a:srgbClr val="496F78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선택하거나</a:t>
            </a:r>
            <a:r>
              <a:rPr lang="ko-KR" altLang="en-US" sz="1000" b="1" spc="100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 </a:t>
            </a:r>
            <a:r>
              <a:rPr lang="en-US" altLang="ko-KR" sz="1000" b="1" spc="100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-</a:t>
            </a:r>
            <a:r>
              <a:rPr lang="ko-KR" altLang="en-US" sz="1000" b="1" spc="100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 </a:t>
            </a:r>
            <a:r>
              <a:rPr lang="ko-KR" altLang="en-US" sz="1000" b="1" spc="100" dirty="0">
                <a:solidFill>
                  <a:srgbClr val="8B5587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선택 당하거나</a:t>
            </a:r>
          </a:p>
        </p:txBody>
      </p:sp>
      <p:sp>
        <p:nvSpPr>
          <p:cNvPr id="70" name="가로 글상자 69"/>
          <p:cNvSpPr txBox="1"/>
          <p:nvPr/>
        </p:nvSpPr>
        <p:spPr>
          <a:xfrm>
            <a:off x="272595" y="370089"/>
            <a:ext cx="210354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3500" b="1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방향성</a:t>
            </a:r>
          </a:p>
        </p:txBody>
      </p:sp>
      <p:sp>
        <p:nvSpPr>
          <p:cNvPr id="82" name="타원 81"/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4" name="타원 83"/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5" name="타원 84"/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6" name="타원 85"/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7" name="타원 86"/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8" name="타원 87"/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9" name="타원 88"/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cxnSp>
        <p:nvCxnSpPr>
          <p:cNvPr id="91" name="선 90"/>
          <p:cNvCxnSpPr/>
          <p:nvPr/>
        </p:nvCxnSpPr>
        <p:spPr>
          <a:xfrm rot="16200000" flipH="1" flipV="1">
            <a:off x="-69971" y="3909856"/>
            <a:ext cx="5016891" cy="0"/>
          </a:xfrm>
          <a:prstGeom prst="line">
            <a:avLst/>
          </a:prstGeom>
          <a:ln w="25400">
            <a:solidFill>
              <a:srgbClr val="76777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그림 91"/>
          <p:cNvPicPr>
            <a:picLocks noChangeAspect="1"/>
          </p:cNvPicPr>
          <p:nvPr/>
        </p:nvPicPr>
        <p:blipFill rotWithShape="1">
          <a:blip r:embed="rId4"/>
          <a:srcRect l="12970" t="64590" r="70450" b="3750"/>
          <a:stretch>
            <a:fillRect/>
          </a:stretch>
        </p:blipFill>
        <p:spPr>
          <a:xfrm flipH="1">
            <a:off x="8476478" y="238648"/>
            <a:ext cx="352522" cy="673322"/>
          </a:xfrm>
          <a:prstGeom prst="rect">
            <a:avLst/>
          </a:prstGeom>
        </p:spPr>
      </p:pic>
      <p:sp>
        <p:nvSpPr>
          <p:cNvPr id="94" name="가로 글상자 93"/>
          <p:cNvSpPr txBox="1"/>
          <p:nvPr/>
        </p:nvSpPr>
        <p:spPr>
          <a:xfrm>
            <a:off x="6814413" y="389444"/>
            <a:ext cx="1570435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900" b="1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 pitchFamily="50" charset="-127"/>
              </a:rPr>
              <a:t>개요</a:t>
            </a:r>
          </a:p>
        </p:txBody>
      </p:sp>
      <p:sp>
        <p:nvSpPr>
          <p:cNvPr id="99" name="가로 글상자 98"/>
          <p:cNvSpPr txBox="1"/>
          <p:nvPr/>
        </p:nvSpPr>
        <p:spPr>
          <a:xfrm>
            <a:off x="2638022" y="5766529"/>
            <a:ext cx="6369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ct val="120000"/>
              </a:lnSpc>
              <a:buFont typeface="Arial"/>
              <a:buNone/>
              <a:defRPr/>
            </a:pPr>
            <a:r>
              <a:rPr lang="ko-KR" altLang="en-US" sz="1000" spc="10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▶     </a:t>
            </a:r>
            <a:r>
              <a:rPr lang="ko-KR" altLang="en-US" sz="1000" b="1" spc="10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기대 압박 구조</a:t>
            </a:r>
            <a:r>
              <a:rPr lang="ko-KR" altLang="en-US" sz="1000" b="1" spc="10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            </a:t>
            </a:r>
            <a:r>
              <a:rPr lang="en-US" altLang="ko-KR" sz="1000" b="1" spc="100">
                <a:solidFill>
                  <a:srgbClr val="496F78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NPC</a:t>
            </a:r>
            <a:r>
              <a:rPr lang="ko-KR" altLang="en-US" sz="1000" b="1" spc="100">
                <a:solidFill>
                  <a:srgbClr val="496F78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의 반응과 상황</a:t>
            </a:r>
            <a:r>
              <a:rPr lang="ko-KR" altLang="en-US" sz="1000" b="1" spc="10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을 통해 특정 선택이 당연해지도록 만드는 흐름</a:t>
            </a:r>
          </a:p>
          <a:p>
            <a:pPr marL="0" lvl="0" indent="0">
              <a:lnSpc>
                <a:spcPct val="120000"/>
              </a:lnSpc>
              <a:buFont typeface="Arial"/>
              <a:buNone/>
              <a:defRPr/>
            </a:pPr>
            <a:r>
              <a:rPr lang="ko-KR" altLang="en-US" sz="1000" spc="10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▶     </a:t>
            </a:r>
            <a:r>
              <a:rPr lang="ko-KR" altLang="en-US" sz="1000" spc="10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선택 소모 메커니즘</a:t>
            </a:r>
            <a:r>
              <a:rPr lang="ko-KR" altLang="en-US" sz="1000" spc="10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    선행 선택이 반복될수록 </a:t>
            </a:r>
            <a:r>
              <a:rPr lang="ko-KR" altLang="en-US" sz="1000" spc="100">
                <a:solidFill>
                  <a:srgbClr val="496F78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대가</a:t>
            </a:r>
            <a:r>
              <a:rPr lang="ko-KR" altLang="en-US" sz="1000" spc="10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가 커지는 진행 방식</a:t>
            </a:r>
          </a:p>
          <a:p>
            <a:pPr marL="0" lvl="0" indent="0">
              <a:lnSpc>
                <a:spcPct val="120000"/>
              </a:lnSpc>
              <a:buFont typeface="Arial"/>
              <a:buNone/>
              <a:defRPr/>
            </a:pPr>
            <a:r>
              <a:rPr lang="ko-KR" altLang="en-US" sz="1000" spc="10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▶     </a:t>
            </a:r>
            <a:r>
              <a:rPr lang="ko-KR" altLang="en-US" sz="1000" spc="10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분위기 반응 연출 </a:t>
            </a:r>
            <a:r>
              <a:rPr lang="ko-KR" altLang="en-US" sz="1000" spc="10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       </a:t>
            </a:r>
            <a:r>
              <a:rPr lang="ko-KR" altLang="en-US" sz="1000" spc="100">
                <a:solidFill>
                  <a:srgbClr val="496F78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선택 누적</a:t>
            </a:r>
            <a:r>
              <a:rPr lang="ko-KR" altLang="en-US" sz="1000" spc="10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에 따라 세계의 톤이 변화하는 연출</a:t>
            </a:r>
          </a:p>
        </p:txBody>
      </p:sp>
      <p:sp>
        <p:nvSpPr>
          <p:cNvPr id="100" name="가로 글상자 99"/>
          <p:cNvSpPr txBox="1"/>
          <p:nvPr/>
        </p:nvSpPr>
        <p:spPr>
          <a:xfrm>
            <a:off x="334929" y="5771526"/>
            <a:ext cx="2041212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 b="1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킬러 컨텐츠</a:t>
            </a:r>
            <a:r>
              <a:rPr lang="en-US" altLang="ko-KR" sz="1000" b="1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  </a:t>
            </a:r>
            <a:r>
              <a:rPr lang="en-US" altLang="ko-KR" sz="1000" b="1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2178783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A857349-5D10-3D35-82F9-28274E9B83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172493" y="155464"/>
            <a:ext cx="2785855" cy="1119951"/>
          </a:xfrm>
          <a:prstGeom prst="rect">
            <a:avLst/>
          </a:prstGeom>
        </p:spPr>
      </p:pic>
      <p:sp>
        <p:nvSpPr>
          <p:cNvPr id="26" name="가로 글상자 25"/>
          <p:cNvSpPr txBox="1"/>
          <p:nvPr/>
        </p:nvSpPr>
        <p:spPr>
          <a:xfrm>
            <a:off x="740979" y="4120075"/>
            <a:ext cx="198291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 b="1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이야기 목적</a:t>
            </a:r>
          </a:p>
          <a:p>
            <a:pPr lvl="0">
              <a:defRPr/>
            </a:pPr>
            <a:r>
              <a:rPr lang="en-US" altLang="ko-KR" sz="1000" b="1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Narrative Goal</a:t>
            </a:r>
          </a:p>
        </p:txBody>
      </p:sp>
      <p:sp>
        <p:nvSpPr>
          <p:cNvPr id="28" name="가로 글상자 27"/>
          <p:cNvSpPr txBox="1"/>
          <p:nvPr/>
        </p:nvSpPr>
        <p:spPr>
          <a:xfrm>
            <a:off x="6950886" y="7097387"/>
            <a:ext cx="2374034" cy="363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1.16.</a:t>
            </a:r>
            <a:r>
              <a:rPr lang="ko-KR" altLang="en-US"/>
              <a:t>금</a:t>
            </a:r>
          </a:p>
        </p:txBody>
      </p:sp>
      <p:sp>
        <p:nvSpPr>
          <p:cNvPr id="37" name="가로 글상자 36"/>
          <p:cNvSpPr txBox="1"/>
          <p:nvPr/>
        </p:nvSpPr>
        <p:spPr>
          <a:xfrm>
            <a:off x="3001373" y="4120075"/>
            <a:ext cx="5721423" cy="45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ko-KR" sz="1000" b="1" spc="100" dirty="0">
                <a:solidFill>
                  <a:srgbClr val="496F7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‘</a:t>
            </a:r>
            <a:r>
              <a:rPr lang="ko-KR" altLang="en-US" sz="1000" b="1" spc="100" dirty="0">
                <a:solidFill>
                  <a:srgbClr val="496F7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착함</a:t>
            </a:r>
            <a:r>
              <a:rPr lang="en-US" altLang="ko-KR" sz="1000" b="1" spc="100" dirty="0">
                <a:solidFill>
                  <a:srgbClr val="496F7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’</a:t>
            </a:r>
            <a:r>
              <a:rPr lang="ko-KR" altLang="en-US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이라는 기대 속에서</a:t>
            </a:r>
            <a:r>
              <a:rPr lang="en-US" altLang="ko-KR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</a:t>
            </a:r>
            <a:endParaRPr lang="ko-KR" altLang="en-US" sz="1000" b="1" spc="100" dirty="0">
              <a:solidFill>
                <a:srgbClr val="767779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lvl="0">
              <a:lnSpc>
                <a:spcPct val="120000"/>
              </a:lnSpc>
              <a:defRPr/>
            </a:pPr>
            <a:r>
              <a:rPr lang="ko-KR" altLang="en-US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세계의 붕괴와 함께 소모되어 가는 </a:t>
            </a:r>
            <a:r>
              <a:rPr lang="ko-KR" altLang="en-US" sz="1000" b="1" spc="100" dirty="0">
                <a:solidFill>
                  <a:srgbClr val="496F7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한 인물의 선택</a:t>
            </a:r>
            <a:r>
              <a:rPr lang="ko-KR" altLang="en-US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을 그린다</a:t>
            </a:r>
            <a:r>
              <a:rPr lang="en-US" altLang="ko-KR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</p:txBody>
      </p:sp>
      <p:sp>
        <p:nvSpPr>
          <p:cNvPr id="38" name="가로 글상자 37"/>
          <p:cNvSpPr txBox="1"/>
          <p:nvPr/>
        </p:nvSpPr>
        <p:spPr>
          <a:xfrm>
            <a:off x="3001372" y="5287553"/>
            <a:ext cx="5721426" cy="45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플레이어는 선택과 장애를 넘어서며 이야기를 완주하고</a:t>
            </a:r>
            <a:r>
              <a:rPr lang="en-US" altLang="ko-KR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</a:t>
            </a:r>
          </a:p>
          <a:p>
            <a:pPr lvl="0">
              <a:lnSpc>
                <a:spcPct val="120000"/>
              </a:lnSpc>
              <a:defRPr/>
            </a:pPr>
            <a:r>
              <a:rPr lang="ko-KR" altLang="en-US" sz="1000" b="1" spc="100" dirty="0">
                <a:solidFill>
                  <a:srgbClr val="8B5587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선택이 누적되며 만들어지는 감정과 서사를 체험</a:t>
            </a:r>
            <a:r>
              <a:rPr lang="ko-KR" altLang="en-US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한다</a:t>
            </a:r>
            <a:r>
              <a:rPr lang="en-US" altLang="ko-KR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</p:txBody>
      </p:sp>
      <p:sp>
        <p:nvSpPr>
          <p:cNvPr id="41" name="가로 글상자 40"/>
          <p:cNvSpPr txBox="1"/>
          <p:nvPr/>
        </p:nvSpPr>
        <p:spPr>
          <a:xfrm>
            <a:off x="755653" y="5292495"/>
            <a:ext cx="163714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 b="1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플레이 목적</a:t>
            </a:r>
          </a:p>
          <a:p>
            <a:pPr lvl="0">
              <a:defRPr/>
            </a:pPr>
            <a:r>
              <a:rPr lang="en-US" altLang="ko-KR" sz="1000" b="1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Player Goal</a:t>
            </a:r>
          </a:p>
        </p:txBody>
      </p:sp>
      <p:sp>
        <p:nvSpPr>
          <p:cNvPr id="56" name="가로 글상자 55"/>
          <p:cNvSpPr txBox="1"/>
          <p:nvPr/>
        </p:nvSpPr>
        <p:spPr>
          <a:xfrm>
            <a:off x="740980" y="2942828"/>
            <a:ext cx="198291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 b="1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방해 요인</a:t>
            </a:r>
          </a:p>
          <a:p>
            <a:pPr lvl="0">
              <a:defRPr/>
            </a:pPr>
            <a:r>
              <a:rPr lang="en-US" altLang="ko-KR" sz="1000" b="1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Obstacles</a:t>
            </a:r>
          </a:p>
        </p:txBody>
      </p:sp>
      <p:sp>
        <p:nvSpPr>
          <p:cNvPr id="58" name="가로 글상자 57"/>
          <p:cNvSpPr txBox="1"/>
          <p:nvPr/>
        </p:nvSpPr>
        <p:spPr>
          <a:xfrm>
            <a:off x="3001368" y="2942828"/>
            <a:ext cx="5721428" cy="637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세계가 붕괴되어 가는 과정 속에서 </a:t>
            </a:r>
            <a:r>
              <a:rPr lang="ko-KR" altLang="en-US" sz="1000" b="1" spc="100" dirty="0">
                <a:solidFill>
                  <a:srgbClr val="EB657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몬스터와 퍼즐</a:t>
            </a:r>
            <a:r>
              <a:rPr lang="ko-KR" altLang="en-US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 등장하며</a:t>
            </a:r>
            <a:r>
              <a:rPr lang="en-US" altLang="ko-KR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</a:t>
            </a:r>
          </a:p>
          <a:p>
            <a:pPr lvl="0">
              <a:lnSpc>
                <a:spcPct val="120000"/>
              </a:lnSpc>
              <a:defRPr/>
            </a:pPr>
            <a:r>
              <a:rPr lang="ko-KR" altLang="en-US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동시에 </a:t>
            </a:r>
            <a:r>
              <a:rPr lang="ko-KR" altLang="en-US" sz="1000" b="1" spc="100" dirty="0">
                <a:solidFill>
                  <a:srgbClr val="EB657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주변 인물들의 말과 반복되는 요구</a:t>
            </a:r>
            <a:r>
              <a:rPr lang="ko-KR" altLang="en-US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는 심리적인 압박으로 작용해</a:t>
            </a:r>
            <a:r>
              <a:rPr lang="en-US" altLang="ko-KR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</a:t>
            </a:r>
          </a:p>
          <a:p>
            <a:pPr lvl="0">
              <a:lnSpc>
                <a:spcPct val="120000"/>
              </a:lnSpc>
              <a:defRPr/>
            </a:pPr>
            <a:r>
              <a:rPr lang="ko-KR" altLang="en-US" sz="1000" b="1" spc="100" dirty="0">
                <a:solidFill>
                  <a:srgbClr val="FCE89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플레이어가 특정한 선택을 하도록 몰아가는 상황</a:t>
            </a:r>
            <a:r>
              <a:rPr lang="ko-KR" altLang="en-US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을 만든다</a:t>
            </a:r>
            <a:r>
              <a:rPr lang="en-US" altLang="ko-KR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</p:txBody>
      </p:sp>
      <p:sp>
        <p:nvSpPr>
          <p:cNvPr id="59" name="가로 글상자 58"/>
          <p:cNvSpPr txBox="1"/>
          <p:nvPr/>
        </p:nvSpPr>
        <p:spPr>
          <a:xfrm>
            <a:off x="740980" y="1770408"/>
            <a:ext cx="198291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 b="1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플레이 작용 요소</a:t>
            </a:r>
          </a:p>
          <a:p>
            <a:pPr lvl="0">
              <a:defRPr/>
            </a:pPr>
            <a:r>
              <a:rPr lang="en-US" altLang="ko-KR" sz="1000" b="1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Player Actions</a:t>
            </a:r>
          </a:p>
        </p:txBody>
      </p:sp>
      <p:sp>
        <p:nvSpPr>
          <p:cNvPr id="61" name="가로 글상자 60"/>
          <p:cNvSpPr txBox="1"/>
          <p:nvPr/>
        </p:nvSpPr>
        <p:spPr>
          <a:xfrm>
            <a:off x="3001369" y="1770774"/>
            <a:ext cx="5721427" cy="637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플레이어는 </a:t>
            </a:r>
            <a:r>
              <a:rPr lang="ko-KR" altLang="en-US" sz="1000" b="1" spc="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대화와 행동 선택</a:t>
            </a:r>
            <a:r>
              <a:rPr lang="ko-KR" altLang="en-US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을 통해 상황에 개입한다</a:t>
            </a:r>
            <a:r>
              <a:rPr lang="en-US" altLang="ko-KR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 lvl="0">
              <a:lnSpc>
                <a:spcPct val="120000"/>
              </a:lnSpc>
              <a:defRPr/>
            </a:pPr>
            <a:r>
              <a:rPr lang="ko-KR" altLang="en-US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선택은 즉각적인 결과뿐 아니라 </a:t>
            </a:r>
            <a:r>
              <a:rPr lang="ko-KR" altLang="en-US" sz="1000" b="1" spc="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이후 </a:t>
            </a:r>
            <a:r>
              <a:rPr lang="ko-KR" altLang="en-US" sz="1000" b="1" spc="100" dirty="0" err="1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전개과</a:t>
            </a:r>
            <a:r>
              <a:rPr lang="ko-KR" altLang="en-US" sz="1000" b="1" spc="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선택지 구성에 누적된 영향</a:t>
            </a:r>
            <a:r>
              <a:rPr lang="ko-KR" altLang="en-US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을 미치며</a:t>
            </a:r>
            <a:r>
              <a:rPr lang="en-US" altLang="ko-KR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</a:t>
            </a:r>
          </a:p>
          <a:p>
            <a:pPr lvl="0">
              <a:lnSpc>
                <a:spcPct val="120000"/>
              </a:lnSpc>
              <a:defRPr/>
            </a:pPr>
            <a:r>
              <a:rPr lang="ko-KR" altLang="en-US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주인공이 주변의 기대에 어떻게 반응해 왔는 지를 드러낸다</a:t>
            </a:r>
            <a:r>
              <a:rPr lang="en-US" altLang="ko-KR" sz="1000" b="1" spc="1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</p:txBody>
      </p:sp>
      <p:sp>
        <p:nvSpPr>
          <p:cNvPr id="91" name="가로 글상자 90"/>
          <p:cNvSpPr txBox="1"/>
          <p:nvPr/>
        </p:nvSpPr>
        <p:spPr>
          <a:xfrm>
            <a:off x="509586" y="294858"/>
            <a:ext cx="393396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3500" b="1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98" name="선 97"/>
          <p:cNvCxnSpPr>
            <a:cxnSpLocks/>
          </p:cNvCxnSpPr>
          <p:nvPr/>
        </p:nvCxnSpPr>
        <p:spPr>
          <a:xfrm>
            <a:off x="2807667" y="1697230"/>
            <a:ext cx="0" cy="4210893"/>
          </a:xfrm>
          <a:prstGeom prst="line">
            <a:avLst/>
          </a:prstGeom>
          <a:ln w="25400">
            <a:solidFill>
              <a:srgbClr val="76777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9" name="그림 98"/>
          <p:cNvPicPr>
            <a:picLocks noChangeAspect="1"/>
          </p:cNvPicPr>
          <p:nvPr/>
        </p:nvPicPr>
        <p:blipFill rotWithShape="1">
          <a:blip r:embed="rId4"/>
          <a:srcRect l="12970" t="64590" r="70450" b="3750"/>
          <a:stretch>
            <a:fillRect/>
          </a:stretch>
        </p:blipFill>
        <p:spPr>
          <a:xfrm flipH="1">
            <a:off x="8476478" y="238648"/>
            <a:ext cx="352522" cy="673322"/>
          </a:xfrm>
          <a:prstGeom prst="rect">
            <a:avLst/>
          </a:prstGeom>
        </p:spPr>
      </p:pic>
      <p:sp>
        <p:nvSpPr>
          <p:cNvPr id="100" name="가로 글상자 99"/>
          <p:cNvSpPr txBox="1"/>
          <p:nvPr/>
        </p:nvSpPr>
        <p:spPr>
          <a:xfrm>
            <a:off x="6814413" y="389444"/>
            <a:ext cx="1570435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900" b="1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개요</a:t>
            </a:r>
          </a:p>
        </p:txBody>
      </p:sp>
      <p:sp>
        <p:nvSpPr>
          <p:cNvPr id="101" name="타원 100"/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3" name="타원 102"/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4" name="타원 103"/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5" name="타원 104"/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6" name="타원 105"/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7" name="타원 106"/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8" name="타원 107"/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" name="가로 글상자 69">
            <a:extLst>
              <a:ext uri="{FF2B5EF4-FFF2-40B4-BE49-F238E27FC236}">
                <a16:creationId xmlns:a16="http://schemas.microsoft.com/office/drawing/2014/main" id="{DD8A1A92-2DA5-C5F0-AB60-5AAAC0EB3D2C}"/>
              </a:ext>
            </a:extLst>
          </p:cNvPr>
          <p:cNvSpPr txBox="1"/>
          <p:nvPr/>
        </p:nvSpPr>
        <p:spPr>
          <a:xfrm>
            <a:off x="334928" y="385984"/>
            <a:ext cx="303692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 b="1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게임의 정의</a:t>
            </a:r>
          </a:p>
        </p:txBody>
      </p:sp>
    </p:spTree>
    <p:extLst>
      <p:ext uri="{BB962C8B-B14F-4D97-AF65-F5344CB8AC3E}">
        <p14:creationId xmlns:p14="http://schemas.microsoft.com/office/powerpoint/2010/main" val="2445378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그림 46">
            <a:extLst>
              <a:ext uri="{FF2B5EF4-FFF2-40B4-BE49-F238E27FC236}">
                <a16:creationId xmlns:a16="http://schemas.microsoft.com/office/drawing/2014/main" id="{DC206CD3-724B-D915-26C8-E722C98297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172494" y="155464"/>
            <a:ext cx="3365577" cy="1119951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178" b="97822" l="4348" r="97826">
                        <a14:foregroundMark x1="10326" y1="15243" x2="10734" y2="82580"/>
                        <a14:foregroundMark x1="10870" y1="13568" x2="28940" y2="12563"/>
                        <a14:foregroundMark x1="29620" y1="13065" x2="28940" y2="17923"/>
                        <a14:foregroundMark x1="29891" y1="18090" x2="58288" y2="17085"/>
                        <a14:foregroundMark x1="58288" y1="6030" x2="58696" y2="16248"/>
                        <a14:foregroundMark x1="61277" y1="5360" x2="83152" y2="4858"/>
                        <a14:foregroundMark x1="57065" y1="12898" x2="57337" y2="10218"/>
                        <a14:foregroundMark x1="57065" y1="13400" x2="57065" y2="15243"/>
                        <a14:foregroundMark x1="82609" y1="4355" x2="88451" y2="6030"/>
                        <a14:foregroundMark x1="89130" y1="7538" x2="89946" y2="17253"/>
                        <a14:foregroundMark x1="89946" y1="21608" x2="89130" y2="78392"/>
                        <a14:foregroundMark x1="88587" y1="79397" x2="88859" y2="84590"/>
                        <a14:foregroundMark x1="87636" y1="84255" x2="80163" y2="85762"/>
                        <a14:foregroundMark x1="78533" y1="86432" x2="66848" y2="83920"/>
                        <a14:foregroundMark x1="69837" y1="86432" x2="57201" y2="83920"/>
                        <a14:foregroundMark x1="56658" y1="86432" x2="50136" y2="81910"/>
                        <a14:foregroundMark x1="50679" y1="80737" x2="44565" y2="79397"/>
                        <a14:foregroundMark x1="45109" y1="81575" x2="44973" y2="93802"/>
                        <a14:foregroundMark x1="45109" y1="95645" x2="26495" y2="94807"/>
                        <a14:foregroundMark x1="26495" y1="93635" x2="26223" y2="83585"/>
                        <a14:foregroundMark x1="26223" y1="83752" x2="10190" y2="84255"/>
                        <a14:foregroundMark x1="20652" y1="85930" x2="18071" y2="857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756" y="2751221"/>
            <a:ext cx="525183" cy="425998"/>
          </a:xfrm>
          <a:prstGeom prst="rect">
            <a:avLst/>
          </a:prstGeom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spPr>
      </p:pic>
      <p:sp>
        <p:nvSpPr>
          <p:cNvPr id="15" name="타원 14"/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타원 16"/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8" name="타원 17"/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타원 18"/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타원 19"/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1" name="타원 20"/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2" name="타원 21"/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pSp>
        <p:nvGrpSpPr>
          <p:cNvPr id="3" name="그룹 2"/>
          <p:cNvGrpSpPr/>
          <p:nvPr/>
        </p:nvGrpSpPr>
        <p:grpSpPr>
          <a:xfrm>
            <a:off x="4242389" y="4844817"/>
            <a:ext cx="663550" cy="540000"/>
            <a:chOff x="5972648" y="3077844"/>
            <a:chExt cx="663550" cy="540000"/>
          </a:xfrm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grpSpPr>
        <p:sp>
          <p:nvSpPr>
            <p:cNvPr id="83" name="TextBox 82"/>
            <p:cNvSpPr txBox="1"/>
            <p:nvPr/>
          </p:nvSpPr>
          <p:spPr>
            <a:xfrm>
              <a:off x="5972648" y="3143397"/>
              <a:ext cx="6635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solidFill>
                    <a:srgbClr val="ECED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애니</a:t>
              </a:r>
              <a:endParaRPr lang="en-US" altLang="ko-KR" sz="1000" b="1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  <a:p>
              <a:pPr algn="ctr"/>
              <a:r>
                <a:rPr lang="ko-KR" altLang="en-US" sz="1000" b="1" dirty="0" err="1">
                  <a:solidFill>
                    <a:srgbClr val="ECED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메이션</a:t>
              </a:r>
              <a:endParaRPr lang="ko-KR" altLang="en-US" sz="1000" b="1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103" name="타원 102"/>
            <p:cNvSpPr>
              <a:spLocks noChangeAspect="1"/>
            </p:cNvSpPr>
            <p:nvPr/>
          </p:nvSpPr>
          <p:spPr>
            <a:xfrm>
              <a:off x="6037291" y="3077844"/>
              <a:ext cx="540000" cy="540000"/>
            </a:xfrm>
            <a:prstGeom prst="ellipse">
              <a:avLst/>
            </a:prstGeom>
            <a:noFill/>
            <a:ln w="38100">
              <a:solidFill>
                <a:srgbClr val="ECEDF1"/>
              </a:solidFill>
            </a:ln>
            <a:effectLst>
              <a:glow rad="101600">
                <a:srgbClr val="ECEDF1">
                  <a:alpha val="3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2323252" y="1819699"/>
            <a:ext cx="835991" cy="540000"/>
            <a:chOff x="2423699" y="3127945"/>
            <a:chExt cx="835991" cy="540000"/>
          </a:xfrm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grpSpPr>
        <p:sp>
          <p:nvSpPr>
            <p:cNvPr id="73" name="TextBox 72"/>
            <p:cNvSpPr txBox="1"/>
            <p:nvPr/>
          </p:nvSpPr>
          <p:spPr>
            <a:xfrm>
              <a:off x="2423699" y="3271038"/>
              <a:ext cx="8359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solidFill>
                    <a:srgbClr val="ECED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책임</a:t>
              </a:r>
            </a:p>
          </p:txBody>
        </p:sp>
        <p:sp>
          <p:nvSpPr>
            <p:cNvPr id="112" name="타원 111"/>
            <p:cNvSpPr>
              <a:spLocks noChangeAspect="1"/>
            </p:cNvSpPr>
            <p:nvPr/>
          </p:nvSpPr>
          <p:spPr>
            <a:xfrm>
              <a:off x="2573127" y="3127945"/>
              <a:ext cx="540000" cy="540000"/>
            </a:xfrm>
            <a:prstGeom prst="ellipse">
              <a:avLst/>
            </a:prstGeom>
            <a:noFill/>
            <a:ln w="38100">
              <a:solidFill>
                <a:srgbClr val="EB657E"/>
              </a:solidFill>
            </a:ln>
            <a:effectLst>
              <a:glow rad="101600">
                <a:srgbClr val="EB657E">
                  <a:alpha val="3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1587619" y="1853023"/>
            <a:ext cx="835991" cy="540000"/>
            <a:chOff x="3016278" y="3746595"/>
            <a:chExt cx="835991" cy="540000"/>
          </a:xfrm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grpSpPr>
        <p:sp>
          <p:nvSpPr>
            <p:cNvPr id="75" name="TextBox 74"/>
            <p:cNvSpPr txBox="1"/>
            <p:nvPr/>
          </p:nvSpPr>
          <p:spPr>
            <a:xfrm>
              <a:off x="3016278" y="3893484"/>
              <a:ext cx="8359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ECEDF1"/>
                  </a:solidFill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동조</a:t>
              </a:r>
            </a:p>
          </p:txBody>
        </p:sp>
        <p:sp>
          <p:nvSpPr>
            <p:cNvPr id="113" name="타원 112"/>
            <p:cNvSpPr>
              <a:spLocks noChangeAspect="1"/>
            </p:cNvSpPr>
            <p:nvPr/>
          </p:nvSpPr>
          <p:spPr>
            <a:xfrm>
              <a:off x="3163212" y="3746595"/>
              <a:ext cx="540000" cy="540000"/>
            </a:xfrm>
            <a:prstGeom prst="ellipse">
              <a:avLst/>
            </a:prstGeom>
            <a:noFill/>
            <a:ln w="38100">
              <a:solidFill>
                <a:srgbClr val="EB657E"/>
              </a:solidFill>
            </a:ln>
            <a:effectLst>
              <a:glow rad="101600">
                <a:srgbClr val="EB657E">
                  <a:alpha val="3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3653878" y="5411901"/>
            <a:ext cx="835991" cy="540000"/>
            <a:chOff x="4738892" y="5013143"/>
            <a:chExt cx="835991" cy="540000"/>
          </a:xfrm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grpSpPr>
        <p:sp>
          <p:nvSpPr>
            <p:cNvPr id="63" name="TextBox 62"/>
            <p:cNvSpPr txBox="1"/>
            <p:nvPr/>
          </p:nvSpPr>
          <p:spPr>
            <a:xfrm>
              <a:off x="4738892" y="5160032"/>
              <a:ext cx="8359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solidFill>
                    <a:srgbClr val="ECED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사운드</a:t>
              </a:r>
            </a:p>
          </p:txBody>
        </p:sp>
        <p:sp>
          <p:nvSpPr>
            <p:cNvPr id="114" name="타원 113"/>
            <p:cNvSpPr/>
            <p:nvPr/>
          </p:nvSpPr>
          <p:spPr>
            <a:xfrm>
              <a:off x="4886888" y="5013143"/>
              <a:ext cx="540000" cy="540000"/>
            </a:xfrm>
            <a:prstGeom prst="ellipse">
              <a:avLst/>
            </a:prstGeom>
            <a:noFill/>
            <a:ln w="38100">
              <a:solidFill>
                <a:srgbClr val="ECEDF1"/>
              </a:solidFill>
            </a:ln>
            <a:effectLst>
              <a:glow rad="101600">
                <a:srgbClr val="ECEDF1">
                  <a:alpha val="3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2404119" y="3912510"/>
            <a:ext cx="941436" cy="792000"/>
            <a:chOff x="639049" y="5117246"/>
            <a:chExt cx="941436" cy="792000"/>
          </a:xfrm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grpSpPr>
        <p:sp>
          <p:nvSpPr>
            <p:cNvPr id="45" name="TextBox 44"/>
            <p:cNvSpPr txBox="1"/>
            <p:nvPr/>
          </p:nvSpPr>
          <p:spPr>
            <a:xfrm>
              <a:off x="639049" y="5315385"/>
              <a:ext cx="941436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900" b="1">
                  <a:solidFill>
                    <a:srgbClr val="ECED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선택</a:t>
              </a:r>
              <a:endParaRPr lang="ko-KR" altLang="en-US" sz="1900" b="1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116" name="타원 115"/>
            <p:cNvSpPr>
              <a:spLocks noChangeAspect="1"/>
            </p:cNvSpPr>
            <p:nvPr/>
          </p:nvSpPr>
          <p:spPr>
            <a:xfrm>
              <a:off x="719811" y="5117246"/>
              <a:ext cx="792000" cy="792000"/>
            </a:xfrm>
            <a:prstGeom prst="ellipse">
              <a:avLst/>
            </a:prstGeom>
            <a:noFill/>
            <a:ln w="38100">
              <a:solidFill>
                <a:srgbClr val="496F78"/>
              </a:solidFill>
            </a:ln>
            <a:effectLst>
              <a:glow rad="101600">
                <a:srgbClr val="496F78">
                  <a:alpha val="3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</p:grpSp>
      <p:grpSp>
        <p:nvGrpSpPr>
          <p:cNvPr id="36" name="그룹 35"/>
          <p:cNvGrpSpPr/>
          <p:nvPr/>
        </p:nvGrpSpPr>
        <p:grpSpPr>
          <a:xfrm>
            <a:off x="2209757" y="3229310"/>
            <a:ext cx="835991" cy="540000"/>
            <a:chOff x="1603467" y="5077284"/>
            <a:chExt cx="835991" cy="540000"/>
          </a:xfrm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grpSpPr>
        <p:grpSp>
          <p:nvGrpSpPr>
            <p:cNvPr id="8" name="그룹 7"/>
            <p:cNvGrpSpPr/>
            <p:nvPr/>
          </p:nvGrpSpPr>
          <p:grpSpPr>
            <a:xfrm>
              <a:off x="1795693" y="5138403"/>
              <a:ext cx="449810" cy="435930"/>
              <a:chOff x="5092520" y="4314254"/>
              <a:chExt cx="2106880" cy="2041865"/>
            </a:xfrm>
          </p:grpSpPr>
          <p:pic>
            <p:nvPicPr>
              <p:cNvPr id="7" name="그림 6"/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49533" b="100000" l="23430" r="100000">
                            <a14:foregroundMark x1="34783" y1="55374" x2="36473" y2="93224"/>
                            <a14:foregroundMark x1="32609" y1="56075" x2="31401" y2="80374"/>
                            <a14:foregroundMark x1="35749" y1="55607" x2="42995" y2="57009"/>
                            <a14:foregroundMark x1="42995" y1="60981" x2="42995" y2="78738"/>
                            <a14:foregroundMark x1="32850" y1="91822" x2="38164" y2="92991"/>
                            <a14:foregroundMark x1="29952" y1="74766" x2="33816" y2="73364"/>
                            <a14:foregroundMark x1="41304" y1="84579" x2="41063" y2="87150"/>
                            <a14:foregroundMark x1="29710" y1="92056" x2="43961" y2="92523"/>
                            <a14:foregroundMark x1="26570" y1="92991" x2="33816" y2="89019"/>
                            <a14:foregroundMark x1="28019" y1="92991" x2="35990" y2="96963"/>
                            <a14:foregroundMark x1="37198" y1="96963" x2="46377" y2="92523"/>
                            <a14:foregroundMark x1="46618" y1="92757" x2="48068" y2="92757"/>
                            <a14:foregroundMark x1="80918" y1="85047" x2="82126" y2="93925"/>
                            <a14:foregroundMark x1="77778" y1="92757" x2="81159" y2="91121"/>
                            <a14:foregroundMark x1="76087" y1="92290" x2="86232" y2="97196"/>
                            <a14:foregroundMark x1="95411" y1="92523" x2="89130" y2="95093"/>
                            <a14:foregroundMark x1="93961" y1="91121" x2="96618" y2="92523"/>
                            <a14:foregroundMark x1="96377" y1="93224" x2="98551" y2="92523"/>
                            <a14:backgroundMark x1="90097" y1="98598" x2="97585" y2="95794"/>
                            <a14:backgroundMark x1="97826" y1="83645" x2="98068" y2="89252"/>
                          </a14:backgroundRemoval>
                        </a14:imgEffect>
                      </a14:imgLayer>
                    </a14:imgProps>
                  </a:ext>
                </a:extLst>
              </a:blip>
              <a:srcRect l="24339" t="49728" r="48341" b="193"/>
              <a:stretch/>
            </p:blipFill>
            <p:spPr>
              <a:xfrm>
                <a:off x="5092520" y="4314254"/>
                <a:ext cx="1077461" cy="2041865"/>
              </a:xfrm>
              <a:prstGeom prst="rect">
                <a:avLst/>
              </a:prstGeom>
            </p:spPr>
          </p:pic>
          <p:pic>
            <p:nvPicPr>
              <p:cNvPr id="99" name="그림 98"/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49533" b="100000" l="23430" r="100000">
                            <a14:foregroundMark x1="34783" y1="55374" x2="36473" y2="93224"/>
                            <a14:foregroundMark x1="32609" y1="56075" x2="31401" y2="80374"/>
                            <a14:foregroundMark x1="35749" y1="55607" x2="42995" y2="57009"/>
                            <a14:foregroundMark x1="42995" y1="60981" x2="42995" y2="78738"/>
                            <a14:foregroundMark x1="32850" y1="91822" x2="38164" y2="92991"/>
                            <a14:foregroundMark x1="29952" y1="74766" x2="33816" y2="73364"/>
                            <a14:foregroundMark x1="41304" y1="84579" x2="41063" y2="87150"/>
                            <a14:foregroundMark x1="29710" y1="92056" x2="43961" y2="92523"/>
                            <a14:foregroundMark x1="26570" y1="92991" x2="33816" y2="89019"/>
                            <a14:foregroundMark x1="28019" y1="92991" x2="35990" y2="96963"/>
                            <a14:foregroundMark x1="37198" y1="96963" x2="46377" y2="92523"/>
                            <a14:foregroundMark x1="46618" y1="92757" x2="48068" y2="92757"/>
                            <a14:foregroundMark x1="80918" y1="85047" x2="82126" y2="93925"/>
                            <a14:foregroundMark x1="77778" y1="92757" x2="81159" y2="91121"/>
                            <a14:foregroundMark x1="76087" y1="92290" x2="86232" y2="97196"/>
                            <a14:foregroundMark x1="95411" y1="92523" x2="89130" y2="95093"/>
                            <a14:foregroundMark x1="93961" y1="91121" x2="96618" y2="92523"/>
                            <a14:foregroundMark x1="96377" y1="93224" x2="98551" y2="92523"/>
                            <a14:backgroundMark x1="90097" y1="98598" x2="97585" y2="95794"/>
                            <a14:backgroundMark x1="97826" y1="83645" x2="98068" y2="89252"/>
                          </a14:backgroundRemoval>
                        </a14:imgEffect>
                      </a14:imgLayer>
                    </a14:imgProps>
                  </a:ext>
                </a:extLst>
              </a:blip>
              <a:srcRect l="73231" t="49728" r="27" b="193"/>
              <a:stretch/>
            </p:blipFill>
            <p:spPr>
              <a:xfrm>
                <a:off x="6144745" y="4314254"/>
                <a:ext cx="1054655" cy="2041865"/>
              </a:xfrm>
              <a:prstGeom prst="rect">
                <a:avLst/>
              </a:prstGeom>
            </p:spPr>
          </p:pic>
        </p:grpSp>
        <p:sp>
          <p:nvSpPr>
            <p:cNvPr id="59" name="TextBox 58"/>
            <p:cNvSpPr txBox="1"/>
            <p:nvPr/>
          </p:nvSpPr>
          <p:spPr>
            <a:xfrm>
              <a:off x="1603467" y="5224174"/>
              <a:ext cx="8359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ECED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NPC</a:t>
              </a:r>
              <a:endParaRPr lang="ko-KR" altLang="en-US" sz="1000" b="1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117" name="타원 116"/>
            <p:cNvSpPr>
              <a:spLocks noChangeAspect="1"/>
            </p:cNvSpPr>
            <p:nvPr/>
          </p:nvSpPr>
          <p:spPr>
            <a:xfrm>
              <a:off x="1750598" y="5077284"/>
              <a:ext cx="540000" cy="540000"/>
            </a:xfrm>
            <a:prstGeom prst="ellipse">
              <a:avLst/>
            </a:prstGeom>
            <a:noFill/>
            <a:ln w="38100">
              <a:solidFill>
                <a:srgbClr val="496F78"/>
              </a:solidFill>
            </a:ln>
            <a:effectLst>
              <a:glow rad="101600">
                <a:srgbClr val="496F78">
                  <a:alpha val="3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2909120" y="5369687"/>
            <a:ext cx="835991" cy="540000"/>
            <a:chOff x="4090854" y="4639265"/>
            <a:chExt cx="835991" cy="540000"/>
          </a:xfrm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grpSpPr>
        <p:sp>
          <p:nvSpPr>
            <p:cNvPr id="61" name="TextBox 60"/>
            <p:cNvSpPr txBox="1"/>
            <p:nvPr/>
          </p:nvSpPr>
          <p:spPr>
            <a:xfrm>
              <a:off x="4090854" y="4781576"/>
              <a:ext cx="8359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solidFill>
                    <a:srgbClr val="ECED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배경</a:t>
              </a:r>
            </a:p>
          </p:txBody>
        </p:sp>
        <p:sp>
          <p:nvSpPr>
            <p:cNvPr id="118" name="타원 117"/>
            <p:cNvSpPr/>
            <p:nvPr/>
          </p:nvSpPr>
          <p:spPr>
            <a:xfrm>
              <a:off x="4239381" y="4639265"/>
              <a:ext cx="540000" cy="540000"/>
            </a:xfrm>
            <a:prstGeom prst="ellipse">
              <a:avLst/>
            </a:prstGeom>
            <a:noFill/>
            <a:ln w="38100">
              <a:solidFill>
                <a:srgbClr val="ECEDF1"/>
              </a:solidFill>
            </a:ln>
            <a:effectLst>
              <a:glow rad="101600">
                <a:srgbClr val="ECEDF1">
                  <a:alpha val="3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1692881" y="4453097"/>
            <a:ext cx="835991" cy="540000"/>
            <a:chOff x="3094043" y="5468506"/>
            <a:chExt cx="835991" cy="540000"/>
          </a:xfrm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grpSpPr>
        <p:sp>
          <p:nvSpPr>
            <p:cNvPr id="67" name="TextBox 66"/>
            <p:cNvSpPr txBox="1"/>
            <p:nvPr/>
          </p:nvSpPr>
          <p:spPr>
            <a:xfrm>
              <a:off x="3094043" y="5620103"/>
              <a:ext cx="8359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solidFill>
                    <a:srgbClr val="ECED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행동</a:t>
              </a:r>
            </a:p>
          </p:txBody>
        </p:sp>
        <p:sp>
          <p:nvSpPr>
            <p:cNvPr id="119" name="타원 118"/>
            <p:cNvSpPr/>
            <p:nvPr/>
          </p:nvSpPr>
          <p:spPr>
            <a:xfrm>
              <a:off x="3241763" y="5468506"/>
              <a:ext cx="540000" cy="540000"/>
            </a:xfrm>
            <a:prstGeom prst="ellipse">
              <a:avLst/>
            </a:prstGeom>
            <a:noFill/>
            <a:ln w="38100">
              <a:solidFill>
                <a:srgbClr val="496F78"/>
              </a:solidFill>
            </a:ln>
            <a:effectLst>
              <a:glow rad="101600">
                <a:srgbClr val="496F78">
                  <a:alpha val="3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1648890" y="3717538"/>
            <a:ext cx="835991" cy="540000"/>
            <a:chOff x="4888602" y="4861789"/>
            <a:chExt cx="835991" cy="540000"/>
          </a:xfrm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grpSpPr>
        <p:sp>
          <p:nvSpPr>
            <p:cNvPr id="65" name="TextBox 64"/>
            <p:cNvSpPr txBox="1"/>
            <p:nvPr/>
          </p:nvSpPr>
          <p:spPr>
            <a:xfrm>
              <a:off x="4888602" y="5007579"/>
              <a:ext cx="8359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>
                  <a:solidFill>
                    <a:srgbClr val="ECED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대화</a:t>
              </a:r>
            </a:p>
          </p:txBody>
        </p:sp>
        <p:sp>
          <p:nvSpPr>
            <p:cNvPr id="120" name="타원 119"/>
            <p:cNvSpPr/>
            <p:nvPr/>
          </p:nvSpPr>
          <p:spPr>
            <a:xfrm>
              <a:off x="5037462" y="4861789"/>
              <a:ext cx="540000" cy="540000"/>
            </a:xfrm>
            <a:prstGeom prst="ellipse">
              <a:avLst/>
            </a:prstGeom>
            <a:noFill/>
            <a:ln w="38100">
              <a:solidFill>
                <a:srgbClr val="496F78"/>
              </a:solidFill>
            </a:ln>
            <a:effectLst>
              <a:glow rad="101600">
                <a:srgbClr val="496F78">
                  <a:alpha val="3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2098D9E-64F4-12D2-8684-D6EA90C35C91}"/>
              </a:ext>
            </a:extLst>
          </p:cNvPr>
          <p:cNvGrpSpPr/>
          <p:nvPr/>
        </p:nvGrpSpPr>
        <p:grpSpPr>
          <a:xfrm>
            <a:off x="5345244" y="3273820"/>
            <a:ext cx="835991" cy="540000"/>
            <a:chOff x="-572119" y="2161512"/>
            <a:chExt cx="835991" cy="540000"/>
          </a:xfrm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grpSpPr>
        <p:pic>
          <p:nvPicPr>
            <p:cNvPr id="86" name="그림 85"/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-274484" y="2206021"/>
              <a:ext cx="229495" cy="450981"/>
            </a:xfrm>
            <a:prstGeom prst="ellipse">
              <a:avLst/>
            </a:prstGeom>
            <a:ln w="190500" cap="rnd">
              <a:noFill/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sp>
          <p:nvSpPr>
            <p:cNvPr id="87" name="타원 86"/>
            <p:cNvSpPr>
              <a:spLocks noChangeAspect="1"/>
            </p:cNvSpPr>
            <p:nvPr/>
          </p:nvSpPr>
          <p:spPr>
            <a:xfrm>
              <a:off x="-424666" y="2161512"/>
              <a:ext cx="540000" cy="540000"/>
            </a:xfrm>
            <a:prstGeom prst="ellipse">
              <a:avLst/>
            </a:prstGeom>
            <a:noFill/>
            <a:ln w="38100">
              <a:solidFill>
                <a:srgbClr val="ECEDF1"/>
              </a:solidFill>
            </a:ln>
            <a:effectLst>
              <a:glow rad="101600">
                <a:srgbClr val="ECEDF1">
                  <a:alpha val="3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E9255D-6760-3CA8-857A-670F8266E5F5}"/>
                </a:ext>
              </a:extLst>
            </p:cNvPr>
            <p:cNvSpPr txBox="1"/>
            <p:nvPr/>
          </p:nvSpPr>
          <p:spPr>
            <a:xfrm>
              <a:off x="-572119" y="2309926"/>
              <a:ext cx="835991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solidFill>
                    <a:srgbClr val="ECED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몬스터</a:t>
              </a: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1926171" y="2538138"/>
            <a:ext cx="835991" cy="540000"/>
            <a:chOff x="1687204" y="3133654"/>
            <a:chExt cx="835991" cy="540000"/>
          </a:xfrm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grpSpPr>
        <p:sp>
          <p:nvSpPr>
            <p:cNvPr id="111" name="타원 110"/>
            <p:cNvSpPr>
              <a:spLocks noChangeAspect="1"/>
            </p:cNvSpPr>
            <p:nvPr/>
          </p:nvSpPr>
          <p:spPr>
            <a:xfrm>
              <a:off x="1837146" y="3133654"/>
              <a:ext cx="540000" cy="540000"/>
            </a:xfrm>
            <a:prstGeom prst="ellipse">
              <a:avLst/>
            </a:prstGeom>
            <a:noFill/>
            <a:ln w="38100">
              <a:solidFill>
                <a:srgbClr val="EB657E"/>
              </a:solidFill>
            </a:ln>
            <a:effectLst>
              <a:glow rad="101600">
                <a:srgbClr val="EB657E">
                  <a:alpha val="3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6A1E58-3645-ABD7-65A7-EE828E15B927}"/>
                </a:ext>
              </a:extLst>
            </p:cNvPr>
            <p:cNvSpPr txBox="1"/>
            <p:nvPr/>
          </p:nvSpPr>
          <p:spPr>
            <a:xfrm>
              <a:off x="1687204" y="3275361"/>
              <a:ext cx="8359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solidFill>
                    <a:srgbClr val="ECED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타인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7890640" y="5497272"/>
            <a:ext cx="628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기본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4934" y="5942700"/>
            <a:ext cx="628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확장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119" y="5076561"/>
            <a:ext cx="628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핵심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F3220DF-42F7-178C-6F4F-8650D7780A27}"/>
              </a:ext>
            </a:extLst>
          </p:cNvPr>
          <p:cNvSpPr>
            <a:spLocks noChangeAspect="1"/>
          </p:cNvSpPr>
          <p:nvPr/>
        </p:nvSpPr>
        <p:spPr>
          <a:xfrm>
            <a:off x="7710640" y="5544564"/>
            <a:ext cx="180000" cy="180000"/>
          </a:xfrm>
          <a:prstGeom prst="ellipse">
            <a:avLst/>
          </a:prstGeom>
          <a:noFill/>
          <a:ln w="38100">
            <a:solidFill>
              <a:srgbClr val="ECEDF1"/>
            </a:solidFill>
          </a:ln>
          <a:effectLst>
            <a:glow rad="101600">
              <a:srgbClr val="ECEDF1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F461C705-4548-C42A-E049-FE8CF5509873}"/>
              </a:ext>
            </a:extLst>
          </p:cNvPr>
          <p:cNvSpPr>
            <a:spLocks noChangeAspect="1"/>
          </p:cNvSpPr>
          <p:nvPr/>
        </p:nvSpPr>
        <p:spPr>
          <a:xfrm>
            <a:off x="7710640" y="5971744"/>
            <a:ext cx="180000" cy="180000"/>
          </a:xfrm>
          <a:prstGeom prst="ellipse">
            <a:avLst/>
          </a:prstGeom>
          <a:noFill/>
          <a:ln w="38100">
            <a:solidFill>
              <a:srgbClr val="EB657E"/>
            </a:solidFill>
          </a:ln>
          <a:effectLst>
            <a:glow rad="101600">
              <a:srgbClr val="EB657E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1B7705C0-E6AC-F089-9F23-12D5B313B87E}"/>
              </a:ext>
            </a:extLst>
          </p:cNvPr>
          <p:cNvSpPr/>
          <p:nvPr/>
        </p:nvSpPr>
        <p:spPr>
          <a:xfrm>
            <a:off x="7712496" y="5111995"/>
            <a:ext cx="180000" cy="180000"/>
          </a:xfrm>
          <a:prstGeom prst="ellipse">
            <a:avLst/>
          </a:prstGeom>
          <a:noFill/>
          <a:ln w="38100">
            <a:solidFill>
              <a:srgbClr val="496F78"/>
            </a:solidFill>
          </a:ln>
          <a:effectLst>
            <a:glow rad="101600">
              <a:srgbClr val="496F78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1293FE68-7B2A-F738-1EC2-E31084AB17F1}"/>
              </a:ext>
            </a:extLst>
          </p:cNvPr>
          <p:cNvGrpSpPr/>
          <p:nvPr/>
        </p:nvGrpSpPr>
        <p:grpSpPr>
          <a:xfrm>
            <a:off x="5512990" y="4017966"/>
            <a:ext cx="654148" cy="540000"/>
            <a:chOff x="3155701" y="1994181"/>
            <a:chExt cx="654148" cy="540000"/>
          </a:xfrm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grpSpPr>
        <p:sp>
          <p:nvSpPr>
            <p:cNvPr id="39" name="타원 38"/>
            <p:cNvSpPr>
              <a:spLocks noChangeAspect="1"/>
            </p:cNvSpPr>
            <p:nvPr/>
          </p:nvSpPr>
          <p:spPr>
            <a:xfrm>
              <a:off x="3212775" y="1994181"/>
              <a:ext cx="540000" cy="540000"/>
            </a:xfrm>
            <a:prstGeom prst="ellipse">
              <a:avLst/>
            </a:prstGeom>
            <a:noFill/>
            <a:ln w="38100">
              <a:solidFill>
                <a:srgbClr val="ECEDF1"/>
              </a:solidFill>
            </a:ln>
            <a:effectLst>
              <a:glow rad="101600">
                <a:srgbClr val="ECEDF1">
                  <a:alpha val="3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9256C07-9088-B797-DD80-5144B1E4AA5B}"/>
                </a:ext>
              </a:extLst>
            </p:cNvPr>
            <p:cNvSpPr txBox="1"/>
            <p:nvPr/>
          </p:nvSpPr>
          <p:spPr>
            <a:xfrm>
              <a:off x="3155701" y="2144361"/>
              <a:ext cx="65414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solidFill>
                    <a:srgbClr val="ECED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퍼즐</a:t>
              </a: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958CCD5F-0A1D-98AF-CB85-4218EE456C61}"/>
              </a:ext>
            </a:extLst>
          </p:cNvPr>
          <p:cNvSpPr txBox="1"/>
          <p:nvPr/>
        </p:nvSpPr>
        <p:spPr>
          <a:xfrm>
            <a:off x="-1229933" y="2131479"/>
            <a:ext cx="108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큰</a:t>
            </a:r>
            <a:r>
              <a:rPr lang="en-US" altLang="ko-KR" dirty="0"/>
              <a:t> 3</a:t>
            </a:r>
          </a:p>
          <a:p>
            <a:r>
              <a:rPr lang="ko-KR" altLang="en-US" dirty="0"/>
              <a:t>중간 </a:t>
            </a:r>
            <a:r>
              <a:rPr lang="en-US" altLang="ko-KR" dirty="0"/>
              <a:t>2.2</a:t>
            </a:r>
          </a:p>
          <a:p>
            <a:r>
              <a:rPr lang="ko-KR" altLang="en-US" dirty="0"/>
              <a:t>작은 </a:t>
            </a:r>
            <a:r>
              <a:rPr lang="en-US" altLang="ko-KR" dirty="0"/>
              <a:t>1.5</a:t>
            </a:r>
            <a:endParaRPr lang="ko-KR" altLang="en-US" dirty="0"/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BC321C18-83DF-4B49-1473-FD02C423E2A4}"/>
              </a:ext>
            </a:extLst>
          </p:cNvPr>
          <p:cNvGrpSpPr/>
          <p:nvPr/>
        </p:nvGrpSpPr>
        <p:grpSpPr>
          <a:xfrm>
            <a:off x="4539170" y="3615551"/>
            <a:ext cx="932892" cy="792000"/>
            <a:chOff x="2140306" y="1573404"/>
            <a:chExt cx="932892" cy="792000"/>
          </a:xfrm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grpSpPr>
        <p:sp>
          <p:nvSpPr>
            <p:cNvPr id="77" name="타원 76"/>
            <p:cNvSpPr>
              <a:spLocks noChangeAspect="1"/>
            </p:cNvSpPr>
            <p:nvPr/>
          </p:nvSpPr>
          <p:spPr>
            <a:xfrm>
              <a:off x="2210751" y="1573404"/>
              <a:ext cx="792000" cy="792000"/>
            </a:xfrm>
            <a:prstGeom prst="ellipse">
              <a:avLst/>
            </a:prstGeom>
            <a:noFill/>
            <a:ln w="38100">
              <a:solidFill>
                <a:srgbClr val="ECEDF1"/>
              </a:solidFill>
            </a:ln>
            <a:effectLst>
              <a:glow rad="101600">
                <a:srgbClr val="ECEDF1">
                  <a:alpha val="3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A392294-33B9-D24C-C8E5-DF7D6C450063}"/>
                </a:ext>
              </a:extLst>
            </p:cNvPr>
            <p:cNvSpPr txBox="1"/>
            <p:nvPr/>
          </p:nvSpPr>
          <p:spPr>
            <a:xfrm>
              <a:off x="2140306" y="1780106"/>
              <a:ext cx="932892" cy="38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900" b="1" dirty="0">
                  <a:solidFill>
                    <a:srgbClr val="ECED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장애물</a:t>
              </a: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2CF9DFB5-FA4C-3611-7D19-236B33F11900}"/>
              </a:ext>
            </a:extLst>
          </p:cNvPr>
          <p:cNvGrpSpPr/>
          <p:nvPr/>
        </p:nvGrpSpPr>
        <p:grpSpPr>
          <a:xfrm>
            <a:off x="3328061" y="4471174"/>
            <a:ext cx="835991" cy="792000"/>
            <a:chOff x="2188756" y="1573404"/>
            <a:chExt cx="835991" cy="792000"/>
          </a:xfrm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grpSpPr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5FAABA3B-15B5-FECC-BAD9-5307F1E737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10751" y="1573404"/>
              <a:ext cx="792000" cy="792000"/>
            </a:xfrm>
            <a:prstGeom prst="ellipse">
              <a:avLst/>
            </a:prstGeom>
            <a:noFill/>
            <a:ln w="38100">
              <a:solidFill>
                <a:srgbClr val="ECEDF1"/>
              </a:solidFill>
            </a:ln>
            <a:effectLst>
              <a:glow rad="101600">
                <a:srgbClr val="ECEDF1">
                  <a:alpha val="3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E47222A-4C97-EFB3-C62D-D55A051DE3B1}"/>
                </a:ext>
              </a:extLst>
            </p:cNvPr>
            <p:cNvSpPr txBox="1"/>
            <p:nvPr/>
          </p:nvSpPr>
          <p:spPr>
            <a:xfrm>
              <a:off x="2188756" y="1781770"/>
              <a:ext cx="835991" cy="38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900" b="1" dirty="0">
                  <a:solidFill>
                    <a:srgbClr val="ECED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연출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B0EBBA4-6149-9B2F-3F06-67625EE9C135}"/>
              </a:ext>
            </a:extLst>
          </p:cNvPr>
          <p:cNvGrpSpPr/>
          <p:nvPr/>
        </p:nvGrpSpPr>
        <p:grpSpPr>
          <a:xfrm>
            <a:off x="4031494" y="2359300"/>
            <a:ext cx="835991" cy="792000"/>
            <a:chOff x="4153124" y="2248492"/>
            <a:chExt cx="835991" cy="792000"/>
          </a:xfrm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96E2A81D-67E1-9AC5-DA67-DFF93FDEF4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89559" y="2248492"/>
              <a:ext cx="792000" cy="792000"/>
            </a:xfrm>
            <a:prstGeom prst="ellipse">
              <a:avLst/>
            </a:prstGeom>
            <a:noFill/>
            <a:ln w="38100">
              <a:solidFill>
                <a:srgbClr val="ECEDF1"/>
              </a:solidFill>
            </a:ln>
            <a:effectLst>
              <a:glow rad="101600">
                <a:srgbClr val="ECEDF1">
                  <a:alpha val="3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EF59877E-8813-9093-FA89-FCE7C9B19E77}"/>
                </a:ext>
              </a:extLst>
            </p:cNvPr>
            <p:cNvSpPr txBox="1"/>
            <p:nvPr/>
          </p:nvSpPr>
          <p:spPr>
            <a:xfrm>
              <a:off x="4153124" y="2448617"/>
              <a:ext cx="835991" cy="38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900" b="1" dirty="0">
                  <a:solidFill>
                    <a:srgbClr val="ECED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탐색</a:t>
              </a:r>
            </a:p>
          </p:txBody>
        </p:sp>
      </p:grpSp>
      <p:sp>
        <p:nvSpPr>
          <p:cNvPr id="122" name="타원 121">
            <a:extLst>
              <a:ext uri="{FF2B5EF4-FFF2-40B4-BE49-F238E27FC236}">
                <a16:creationId xmlns:a16="http://schemas.microsoft.com/office/drawing/2014/main" id="{2AC7E1FC-2268-93F7-B643-2C8B2EDBEBDA}"/>
              </a:ext>
            </a:extLst>
          </p:cNvPr>
          <p:cNvSpPr>
            <a:spLocks noChangeAspect="1"/>
          </p:cNvSpPr>
          <p:nvPr/>
        </p:nvSpPr>
        <p:spPr>
          <a:xfrm>
            <a:off x="5024939" y="2678178"/>
            <a:ext cx="540000" cy="540000"/>
          </a:xfrm>
          <a:prstGeom prst="ellipse">
            <a:avLst/>
          </a:prstGeom>
          <a:noFill/>
          <a:ln w="38100">
            <a:solidFill>
              <a:srgbClr val="ECEDF1"/>
            </a:solidFill>
          </a:ln>
          <a:effectLst>
            <a:glow rad="101600">
              <a:srgbClr val="ECEDF1">
                <a:alpha val="30000"/>
              </a:srgbClr>
            </a:glow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0C0A5BD-D0EC-AAD3-732C-B6D42E62756D}"/>
              </a:ext>
            </a:extLst>
          </p:cNvPr>
          <p:cNvSpPr txBox="1"/>
          <p:nvPr/>
        </p:nvSpPr>
        <p:spPr>
          <a:xfrm>
            <a:off x="4967865" y="2828358"/>
            <a:ext cx="654148" cy="246221"/>
          </a:xfrm>
          <a:prstGeom prst="rect">
            <a:avLst/>
          </a:prstGeom>
          <a:noFill/>
          <a:ln>
            <a:noFill/>
          </a:ln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맵</a:t>
            </a: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2A03A898-55D9-84C1-B330-FAAF9E76FBC7}"/>
              </a:ext>
            </a:extLst>
          </p:cNvPr>
          <p:cNvGrpSpPr/>
          <p:nvPr/>
        </p:nvGrpSpPr>
        <p:grpSpPr>
          <a:xfrm>
            <a:off x="4130824" y="1635948"/>
            <a:ext cx="654148" cy="540000"/>
            <a:chOff x="6258258" y="1738987"/>
            <a:chExt cx="654148" cy="540000"/>
          </a:xfrm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grpSpPr>
        <p:pic>
          <p:nvPicPr>
            <p:cNvPr id="106" name="그림 105"/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3346" b="100000" l="0" r="96414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399316" y="1805924"/>
              <a:ext cx="378952" cy="406127"/>
            </a:xfrm>
            <a:prstGeom prst="rect">
              <a:avLst/>
            </a:prstGeom>
          </p:spPr>
        </p:pic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635F9D30-2AA2-ED29-DAB2-68FE07CCBB59}"/>
                </a:ext>
              </a:extLst>
            </p:cNvPr>
            <p:cNvGrpSpPr/>
            <p:nvPr/>
          </p:nvGrpSpPr>
          <p:grpSpPr>
            <a:xfrm>
              <a:off x="6258258" y="1738987"/>
              <a:ext cx="654148" cy="540000"/>
              <a:chOff x="3155701" y="1994181"/>
              <a:chExt cx="654148" cy="540000"/>
            </a:xfrm>
          </p:grpSpPr>
          <p:sp>
            <p:nvSpPr>
              <p:cNvPr id="125" name="타원 124">
                <a:extLst>
                  <a:ext uri="{FF2B5EF4-FFF2-40B4-BE49-F238E27FC236}">
                    <a16:creationId xmlns:a16="http://schemas.microsoft.com/office/drawing/2014/main" id="{A04B6891-FB5D-8FD9-8827-CDB170C37D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12775" y="1994181"/>
                <a:ext cx="540000" cy="540000"/>
              </a:xfrm>
              <a:prstGeom prst="ellipse">
                <a:avLst/>
              </a:prstGeom>
              <a:noFill/>
              <a:ln w="38100">
                <a:solidFill>
                  <a:srgbClr val="ECEDF1"/>
                </a:solidFill>
              </a:ln>
              <a:effectLst>
                <a:glow rad="101600">
                  <a:srgbClr val="ECEDF1">
                    <a:alpha val="30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KoddiUD 온고딕 Regular" panose="020B0503000000000000" pitchFamily="50" charset="-127"/>
                  <a:ea typeface="KoddiUD 온고딕 Regular" panose="020B0503000000000000" pitchFamily="50" charset="-127"/>
                </a:endParaRP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AF06CCEA-0D8D-F4E7-58C6-19E811B74749}"/>
                  </a:ext>
                </a:extLst>
              </p:cNvPr>
              <p:cNvSpPr txBox="1"/>
              <p:nvPr/>
            </p:nvSpPr>
            <p:spPr>
              <a:xfrm>
                <a:off x="3155701" y="2144361"/>
                <a:ext cx="654148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b="1" dirty="0">
                    <a:solidFill>
                      <a:srgbClr val="ECEDF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KoddiUD 온고딕 Regular" panose="020B0503000000000000" pitchFamily="50" charset="-127"/>
                    <a:ea typeface="KoddiUD 온고딕 Regular" panose="020B0503000000000000" pitchFamily="50" charset="-127"/>
                  </a:rPr>
                  <a:t>상점</a:t>
                </a:r>
              </a:p>
            </p:txBody>
          </p:sp>
        </p:grpSp>
      </p:grpSp>
      <p:grpSp>
        <p:nvGrpSpPr>
          <p:cNvPr id="6" name="그룹 5"/>
          <p:cNvGrpSpPr/>
          <p:nvPr/>
        </p:nvGrpSpPr>
        <p:grpSpPr>
          <a:xfrm>
            <a:off x="4817913" y="1951174"/>
            <a:ext cx="654148" cy="540000"/>
            <a:chOff x="6490985" y="2272982"/>
            <a:chExt cx="654148" cy="540000"/>
          </a:xfrm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grpSpPr>
        <p:pic>
          <p:nvPicPr>
            <p:cNvPr id="107" name="그림 106"/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957" b="100000" l="714" r="100000"/>
                      </a14:imgEffect>
                      <a14:imgEffect>
                        <a14:colorTemperature colorTemp="7700"/>
                      </a14:imgEffect>
                      <a14:imgEffect>
                        <a14:brightnessContrast contrast="8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668557" y="2380952"/>
              <a:ext cx="292343" cy="290952"/>
            </a:xfrm>
            <a:prstGeom prst="rect">
              <a:avLst/>
            </a:prstGeom>
          </p:spPr>
        </p:pic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339C604F-BDF1-F318-C22C-4C7DFD5495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48059" y="2272982"/>
              <a:ext cx="540000" cy="540000"/>
            </a:xfrm>
            <a:prstGeom prst="ellipse">
              <a:avLst/>
            </a:prstGeom>
            <a:noFill/>
            <a:ln w="38100">
              <a:solidFill>
                <a:srgbClr val="ECEDF1"/>
              </a:solidFill>
            </a:ln>
            <a:effectLst>
              <a:glow rad="101600">
                <a:srgbClr val="ECEDF1">
                  <a:alpha val="3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1A1A5F6A-E58A-294F-BD12-C8B6B12A024C}"/>
                </a:ext>
              </a:extLst>
            </p:cNvPr>
            <p:cNvSpPr txBox="1"/>
            <p:nvPr/>
          </p:nvSpPr>
          <p:spPr>
            <a:xfrm>
              <a:off x="6490985" y="2423162"/>
              <a:ext cx="65414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solidFill>
                    <a:srgbClr val="ECED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조사</a:t>
              </a: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4748170" y="1228833"/>
            <a:ext cx="654148" cy="540000"/>
            <a:chOff x="7495047" y="3273800"/>
            <a:chExt cx="654148" cy="540000"/>
          </a:xfrm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14" cstate="print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8016" b="89946" l="9375" r="89946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8268" y="3304630"/>
              <a:ext cx="500292" cy="500292"/>
            </a:xfrm>
            <a:prstGeom prst="rect">
              <a:avLst/>
            </a:prstGeom>
          </p:spPr>
        </p:pic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1293FE68-7B2A-F738-1EC2-E31084AB17F1}"/>
                </a:ext>
              </a:extLst>
            </p:cNvPr>
            <p:cNvGrpSpPr/>
            <p:nvPr/>
          </p:nvGrpSpPr>
          <p:grpSpPr>
            <a:xfrm>
              <a:off x="7495047" y="3273800"/>
              <a:ext cx="654148" cy="540000"/>
              <a:chOff x="3155701" y="1994181"/>
              <a:chExt cx="654148" cy="540000"/>
            </a:xfrm>
          </p:grpSpPr>
          <p:sp>
            <p:nvSpPr>
              <p:cNvPr id="104" name="타원 103"/>
              <p:cNvSpPr>
                <a:spLocks noChangeAspect="1"/>
              </p:cNvSpPr>
              <p:nvPr/>
            </p:nvSpPr>
            <p:spPr>
              <a:xfrm>
                <a:off x="3212775" y="1994181"/>
                <a:ext cx="540000" cy="540000"/>
              </a:xfrm>
              <a:prstGeom prst="ellipse">
                <a:avLst/>
              </a:prstGeom>
              <a:noFill/>
              <a:ln w="38100">
                <a:solidFill>
                  <a:srgbClr val="ECEDF1"/>
                </a:solidFill>
              </a:ln>
              <a:effectLst>
                <a:glow rad="101600">
                  <a:srgbClr val="ECEDF1">
                    <a:alpha val="30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KoddiUD 온고딕 Regular" panose="020B0503000000000000" pitchFamily="50" charset="-127"/>
                  <a:ea typeface="KoddiUD 온고딕 Regular" panose="020B0503000000000000" pitchFamily="50" charset="-127"/>
                </a:endParaRP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B9256C07-9088-B797-DD80-5144B1E4AA5B}"/>
                  </a:ext>
                </a:extLst>
              </p:cNvPr>
              <p:cNvSpPr txBox="1"/>
              <p:nvPr/>
            </p:nvSpPr>
            <p:spPr>
              <a:xfrm>
                <a:off x="3155701" y="2144361"/>
                <a:ext cx="654148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b="1" dirty="0">
                    <a:solidFill>
                      <a:srgbClr val="ECEDF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KoddiUD 온고딕 Regular" panose="020B0503000000000000" pitchFamily="50" charset="-127"/>
                    <a:ea typeface="KoddiUD 온고딕 Regular" panose="020B0503000000000000" pitchFamily="50" charset="-127"/>
                  </a:rPr>
                  <a:t>가방</a:t>
                </a:r>
              </a:p>
            </p:txBody>
          </p:sp>
        </p:grpSp>
      </p:grpSp>
      <p:grpSp>
        <p:nvGrpSpPr>
          <p:cNvPr id="31" name="그룹 30"/>
          <p:cNvGrpSpPr/>
          <p:nvPr/>
        </p:nvGrpSpPr>
        <p:grpSpPr>
          <a:xfrm>
            <a:off x="2773160" y="2427007"/>
            <a:ext cx="835991" cy="792000"/>
            <a:chOff x="3696892" y="1979409"/>
            <a:chExt cx="835991" cy="792000"/>
          </a:xfrm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grpSpPr>
        <p:sp>
          <p:nvSpPr>
            <p:cNvPr id="131" name="TextBox 130"/>
            <p:cNvSpPr txBox="1"/>
            <p:nvPr/>
          </p:nvSpPr>
          <p:spPr>
            <a:xfrm>
              <a:off x="3696892" y="2192305"/>
              <a:ext cx="835991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900" b="1" dirty="0">
                  <a:solidFill>
                    <a:srgbClr val="ECED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시점</a:t>
              </a:r>
            </a:p>
          </p:txBody>
        </p:sp>
        <p:sp>
          <p:nvSpPr>
            <p:cNvPr id="132" name="타원 131"/>
            <p:cNvSpPr>
              <a:spLocks noChangeAspect="1"/>
            </p:cNvSpPr>
            <p:nvPr/>
          </p:nvSpPr>
          <p:spPr>
            <a:xfrm>
              <a:off x="3718888" y="1979409"/>
              <a:ext cx="792000" cy="792000"/>
            </a:xfrm>
            <a:prstGeom prst="ellipse">
              <a:avLst/>
            </a:prstGeom>
            <a:noFill/>
            <a:ln w="38100">
              <a:solidFill>
                <a:srgbClr val="EB657E"/>
              </a:solidFill>
            </a:ln>
            <a:effectLst>
              <a:glow rad="101600">
                <a:srgbClr val="EB657E">
                  <a:alpha val="3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6076774" y="3177219"/>
            <a:ext cx="835991" cy="540000"/>
            <a:chOff x="5756900" y="3110864"/>
            <a:chExt cx="835991" cy="540000"/>
          </a:xfrm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grpSpPr>
        <p:sp>
          <p:nvSpPr>
            <p:cNvPr id="105" name="타원 104"/>
            <p:cNvSpPr>
              <a:spLocks noChangeAspect="1"/>
            </p:cNvSpPr>
            <p:nvPr/>
          </p:nvSpPr>
          <p:spPr>
            <a:xfrm>
              <a:off x="5904353" y="3110864"/>
              <a:ext cx="540000" cy="540000"/>
            </a:xfrm>
            <a:prstGeom prst="ellipse">
              <a:avLst/>
            </a:prstGeom>
            <a:noFill/>
            <a:ln w="38100">
              <a:solidFill>
                <a:srgbClr val="EB657E"/>
              </a:solidFill>
            </a:ln>
            <a:effectLst>
              <a:glow rad="101600">
                <a:srgbClr val="EB657E">
                  <a:alpha val="3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ECE9255D-6760-3CA8-857A-670F8266E5F5}"/>
                </a:ext>
              </a:extLst>
            </p:cNvPr>
            <p:cNvSpPr txBox="1"/>
            <p:nvPr/>
          </p:nvSpPr>
          <p:spPr>
            <a:xfrm>
              <a:off x="5756900" y="3259278"/>
              <a:ext cx="835991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solidFill>
                    <a:srgbClr val="ECED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챌린지</a:t>
              </a:r>
            </a:p>
          </p:txBody>
        </p:sp>
      </p:grpSp>
      <p:grpSp>
        <p:nvGrpSpPr>
          <p:cNvPr id="115" name="그룹 114"/>
          <p:cNvGrpSpPr/>
          <p:nvPr/>
        </p:nvGrpSpPr>
        <p:grpSpPr>
          <a:xfrm>
            <a:off x="4001839" y="893728"/>
            <a:ext cx="835991" cy="540000"/>
            <a:chOff x="5756900" y="3110864"/>
            <a:chExt cx="835991" cy="540000"/>
          </a:xfrm>
          <a:effectLst>
            <a:outerShdw blurRad="635000" dist="635000" dir="2100000" sx="200000" sy="200000" kx="-800400" algn="bl" rotWithShape="0">
              <a:srgbClr val="ECEDF1">
                <a:alpha val="15000"/>
              </a:srgbClr>
            </a:outerShdw>
          </a:effectLst>
        </p:grpSpPr>
        <p:sp>
          <p:nvSpPr>
            <p:cNvPr id="121" name="타원 120"/>
            <p:cNvSpPr>
              <a:spLocks noChangeAspect="1"/>
            </p:cNvSpPr>
            <p:nvPr/>
          </p:nvSpPr>
          <p:spPr>
            <a:xfrm>
              <a:off x="5904353" y="3110864"/>
              <a:ext cx="540000" cy="540000"/>
            </a:xfrm>
            <a:prstGeom prst="ellipse">
              <a:avLst/>
            </a:prstGeom>
            <a:noFill/>
            <a:ln w="38100">
              <a:solidFill>
                <a:srgbClr val="EB657E"/>
              </a:solidFill>
            </a:ln>
            <a:effectLst>
              <a:glow rad="101600">
                <a:srgbClr val="EB657E">
                  <a:alpha val="3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ddiUD 온고딕 Regular" panose="020B0503000000000000" pitchFamily="50" charset="-127"/>
                <a:ea typeface="KoddiUD 온고딕 Regular" panose="020B0503000000000000" pitchFamily="50" charset="-127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ECE9255D-6760-3CA8-857A-670F8266E5F5}"/>
                </a:ext>
              </a:extLst>
            </p:cNvPr>
            <p:cNvSpPr txBox="1"/>
            <p:nvPr/>
          </p:nvSpPr>
          <p:spPr>
            <a:xfrm>
              <a:off x="5756900" y="3259278"/>
              <a:ext cx="835991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solidFill>
                    <a:srgbClr val="ECED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ddiUD 온고딕 Regular" panose="020B0503000000000000" pitchFamily="50" charset="-127"/>
                  <a:ea typeface="KoddiUD 온고딕 Regular" panose="020B0503000000000000" pitchFamily="50" charset="-127"/>
                </a:rPr>
                <a:t>스타일</a:t>
              </a:r>
            </a:p>
          </p:txBody>
        </p:sp>
      </p:grpSp>
      <p:pic>
        <p:nvPicPr>
          <p:cNvPr id="43" name="그림 42">
            <a:extLst>
              <a:ext uri="{FF2B5EF4-FFF2-40B4-BE49-F238E27FC236}">
                <a16:creationId xmlns:a16="http://schemas.microsoft.com/office/drawing/2014/main" id="{20EFAF18-ABCA-1D71-D109-AA558EACBF20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12970" t="64590" r="70450" b="3750"/>
          <a:stretch>
            <a:fillRect/>
          </a:stretch>
        </p:blipFill>
        <p:spPr>
          <a:xfrm flipH="1">
            <a:off x="8476478" y="238648"/>
            <a:ext cx="352522" cy="673322"/>
          </a:xfrm>
          <a:prstGeom prst="rect">
            <a:avLst/>
          </a:prstGeom>
        </p:spPr>
      </p:pic>
      <p:sp>
        <p:nvSpPr>
          <p:cNvPr id="44" name="가로 글상자 99">
            <a:extLst>
              <a:ext uri="{FF2B5EF4-FFF2-40B4-BE49-F238E27FC236}">
                <a16:creationId xmlns:a16="http://schemas.microsoft.com/office/drawing/2014/main" id="{EC3A9DD1-E83D-3918-EFE8-F32E67CA7308}"/>
              </a:ext>
            </a:extLst>
          </p:cNvPr>
          <p:cNvSpPr txBox="1"/>
          <p:nvPr/>
        </p:nvSpPr>
        <p:spPr>
          <a:xfrm>
            <a:off x="6814413" y="389444"/>
            <a:ext cx="1570435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900" b="1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개요</a:t>
            </a:r>
          </a:p>
        </p:txBody>
      </p:sp>
      <p:sp>
        <p:nvSpPr>
          <p:cNvPr id="49" name="가로 글상자 69">
            <a:extLst>
              <a:ext uri="{FF2B5EF4-FFF2-40B4-BE49-F238E27FC236}">
                <a16:creationId xmlns:a16="http://schemas.microsoft.com/office/drawing/2014/main" id="{230E50DB-64F9-4818-EAD5-15021BE775E9}"/>
              </a:ext>
            </a:extLst>
          </p:cNvPr>
          <p:cNvSpPr txBox="1"/>
          <p:nvPr/>
        </p:nvSpPr>
        <p:spPr>
          <a:xfrm>
            <a:off x="334928" y="385984"/>
            <a:ext cx="303692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 b="1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컨텐츠 볼륨 맵</a:t>
            </a: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D746AE60-DC8A-03AC-FEFD-856EE6F74609}"/>
              </a:ext>
            </a:extLst>
          </p:cNvPr>
          <p:cNvSpPr>
            <a:spLocks noChangeAspect="1"/>
          </p:cNvSpPr>
          <p:nvPr/>
        </p:nvSpPr>
        <p:spPr>
          <a:xfrm>
            <a:off x="3345554" y="3188578"/>
            <a:ext cx="1080000" cy="1080000"/>
          </a:xfrm>
          <a:prstGeom prst="ellipse">
            <a:avLst/>
          </a:prstGeom>
          <a:noFill/>
          <a:ln w="38100">
            <a:solidFill>
              <a:srgbClr val="496F78"/>
            </a:solidFill>
          </a:ln>
          <a:effectLst>
            <a:glow rad="101600">
              <a:srgbClr val="496F78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19DFBCB-EA86-5749-4495-B96C83E457E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" t="18135" r="90524" b="14065"/>
          <a:stretch>
            <a:fillRect/>
          </a:stretch>
        </p:blipFill>
        <p:spPr>
          <a:xfrm>
            <a:off x="3653878" y="3252269"/>
            <a:ext cx="438283" cy="959264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22B8E053-7A4D-DA2F-4810-EB8EA3C4D7BE}"/>
              </a:ext>
            </a:extLst>
          </p:cNvPr>
          <p:cNvSpPr txBox="1"/>
          <p:nvPr/>
        </p:nvSpPr>
        <p:spPr>
          <a:xfrm>
            <a:off x="3393064" y="3536217"/>
            <a:ext cx="980406" cy="3847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주인공</a:t>
            </a:r>
          </a:p>
        </p:txBody>
      </p:sp>
    </p:spTree>
    <p:extLst>
      <p:ext uri="{BB962C8B-B14F-4D97-AF65-F5344CB8AC3E}">
        <p14:creationId xmlns:p14="http://schemas.microsoft.com/office/powerpoint/2010/main" val="1132775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66778-97F9-94F7-11BB-BAE9E94DC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그림 204">
            <a:extLst>
              <a:ext uri="{FF2B5EF4-FFF2-40B4-BE49-F238E27FC236}">
                <a16:creationId xmlns:a16="http://schemas.microsoft.com/office/drawing/2014/main" id="{3E15F212-8089-ED90-9EF2-64417F9E1CE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colorTemperature colorTemp="11500"/>
                    </a14:imgEffect>
                    <a14:imgEffect>
                      <a14:saturation sat="1000"/>
                    </a14:imgEffect>
                    <a14:imgEffect>
                      <a14:brightnessContrast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34" y="0"/>
            <a:ext cx="9149734" cy="6858000"/>
          </a:xfrm>
          <a:prstGeom prst="rect">
            <a:avLst/>
          </a:prstGeom>
        </p:spPr>
      </p:pic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69DA2764-1EB5-A102-1A0F-02DE3CF3B669}"/>
              </a:ext>
            </a:extLst>
          </p:cNvPr>
          <p:cNvSpPr/>
          <p:nvPr/>
        </p:nvSpPr>
        <p:spPr>
          <a:xfrm>
            <a:off x="9525" y="1001"/>
            <a:ext cx="9134475" cy="1937158"/>
          </a:xfrm>
          <a:prstGeom prst="rect">
            <a:avLst/>
          </a:prstGeom>
          <a:gradFill flip="none" rotWithShape="1">
            <a:gsLst>
              <a:gs pos="0">
                <a:srgbClr val="1E0D20"/>
              </a:gs>
              <a:gs pos="100000">
                <a:srgbClr val="11151D">
                  <a:alpha val="2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83F5E7-9C89-85D3-5868-C40AF39C8D5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1000"/>
                    </a14:imgEffect>
                    <a14:imgEffect>
                      <a14:brightnessContrast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0649"/>
          <a:stretch>
            <a:fillRect/>
          </a:stretch>
        </p:blipFill>
        <p:spPr>
          <a:xfrm>
            <a:off x="-5734" y="1714107"/>
            <a:ext cx="9148582" cy="5444677"/>
          </a:xfrm>
          <a:prstGeom prst="rect">
            <a:avLst/>
          </a:prstGeom>
        </p:spPr>
      </p:pic>
      <p:pic>
        <p:nvPicPr>
          <p:cNvPr id="209" name="그림 208">
            <a:extLst>
              <a:ext uri="{FF2B5EF4-FFF2-40B4-BE49-F238E27FC236}">
                <a16:creationId xmlns:a16="http://schemas.microsoft.com/office/drawing/2014/main" id="{7058C0D8-83FB-A88B-3065-6B4D43C9C17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457" b="96296" l="9735" r="8938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084" b="14084"/>
          <a:stretch/>
        </p:blipFill>
        <p:spPr>
          <a:xfrm>
            <a:off x="4052465" y="3790088"/>
            <a:ext cx="715671" cy="913114"/>
          </a:xfrm>
          <a:prstGeom prst="snip2DiagRect">
            <a:avLst/>
          </a:prstGeom>
          <a:solidFill>
            <a:srgbClr val="767779">
              <a:alpha val="25000"/>
            </a:srgbClr>
          </a:solidFill>
          <a:ln w="38100" cap="sq">
            <a:solidFill>
              <a:srgbClr val="ECEDF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7" name="그림 206">
            <a:extLst>
              <a:ext uri="{FF2B5EF4-FFF2-40B4-BE49-F238E27FC236}">
                <a16:creationId xmlns:a16="http://schemas.microsoft.com/office/drawing/2014/main" id="{0D0708B9-5244-1CFF-65D6-AE39B1E89D5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172493" y="155464"/>
            <a:ext cx="2785855" cy="1119951"/>
          </a:xfrm>
          <a:prstGeom prst="rect">
            <a:avLst/>
          </a:prstGeom>
        </p:spPr>
      </p:pic>
      <p:pic>
        <p:nvPicPr>
          <p:cNvPr id="133" name="그림 132">
            <a:extLst>
              <a:ext uri="{FF2B5EF4-FFF2-40B4-BE49-F238E27FC236}">
                <a16:creationId xmlns:a16="http://schemas.microsoft.com/office/drawing/2014/main" id="{1B8F74F7-EE82-73A4-77CE-B3B1DCDC14A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3457" b="96296" l="9735" r="8938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6050" b="20990"/>
          <a:stretch>
            <a:fillRect/>
          </a:stretch>
        </p:blipFill>
        <p:spPr>
          <a:xfrm>
            <a:off x="770392" y="2361880"/>
            <a:ext cx="715671" cy="913114"/>
          </a:xfrm>
          <a:prstGeom prst="snip2DiagRect">
            <a:avLst/>
          </a:prstGeom>
          <a:solidFill>
            <a:srgbClr val="767779">
              <a:alpha val="25000"/>
            </a:srgbClr>
          </a:solidFill>
          <a:ln w="38100" cap="sq">
            <a:solidFill>
              <a:srgbClr val="ECEDF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7761BFF0-11C8-16F0-1195-282E6642CD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19" t="22482" r="14559" b="72786"/>
          <a:stretch>
            <a:fillRect/>
          </a:stretch>
        </p:blipFill>
        <p:spPr>
          <a:xfrm>
            <a:off x="414858" y="3110152"/>
            <a:ext cx="1463138" cy="424132"/>
          </a:xfrm>
          <a:prstGeom prst="rect">
            <a:avLst/>
          </a:prstGeom>
        </p:spPr>
      </p:pic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D65C64AF-F9BA-5F55-E8CC-F813D0EB85B9}"/>
              </a:ext>
            </a:extLst>
          </p:cNvPr>
          <p:cNvSpPr/>
          <p:nvPr/>
        </p:nvSpPr>
        <p:spPr>
          <a:xfrm>
            <a:off x="-5734" y="4541500"/>
            <a:ext cx="9178513" cy="2627163"/>
          </a:xfrm>
          <a:prstGeom prst="rect">
            <a:avLst/>
          </a:prstGeom>
          <a:gradFill flip="none" rotWithShape="1">
            <a:gsLst>
              <a:gs pos="0">
                <a:srgbClr val="1E0D20"/>
              </a:gs>
              <a:gs pos="100000">
                <a:srgbClr val="1E2432">
                  <a:alpha val="2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pic>
        <p:nvPicPr>
          <p:cNvPr id="131" name="그림 130">
            <a:extLst>
              <a:ext uri="{FF2B5EF4-FFF2-40B4-BE49-F238E27FC236}">
                <a16:creationId xmlns:a16="http://schemas.microsoft.com/office/drawing/2014/main" id="{9023B027-06D6-DFEE-F91A-B1E7201E565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457" b="96296" l="9735" r="8938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084" b="14084"/>
          <a:stretch/>
        </p:blipFill>
        <p:spPr>
          <a:xfrm>
            <a:off x="773257" y="5236719"/>
            <a:ext cx="715671" cy="913114"/>
          </a:xfrm>
          <a:prstGeom prst="snip2DiagRect">
            <a:avLst/>
          </a:prstGeom>
          <a:solidFill>
            <a:srgbClr val="767779">
              <a:alpha val="25000"/>
            </a:srgbClr>
          </a:solidFill>
          <a:ln w="38100" cap="sq">
            <a:solidFill>
              <a:srgbClr val="ECEDF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5" name="타원 134">
            <a:extLst>
              <a:ext uri="{FF2B5EF4-FFF2-40B4-BE49-F238E27FC236}">
                <a16:creationId xmlns:a16="http://schemas.microsoft.com/office/drawing/2014/main" id="{25BF8B9D-5018-3A25-927D-8F8A8BBF2987}"/>
              </a:ext>
            </a:extLst>
          </p:cNvPr>
          <p:cNvSpPr>
            <a:spLocks noChangeAspect="1"/>
          </p:cNvSpPr>
          <p:nvPr/>
        </p:nvSpPr>
        <p:spPr>
          <a:xfrm>
            <a:off x="9531736" y="6170647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ECA0B0BD-B298-E699-FEB0-BAF3ED1FA66C}"/>
              </a:ext>
            </a:extLst>
          </p:cNvPr>
          <p:cNvSpPr>
            <a:spLocks noChangeAspect="1"/>
          </p:cNvSpPr>
          <p:nvPr/>
        </p:nvSpPr>
        <p:spPr>
          <a:xfrm>
            <a:off x="9531736" y="2014159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DB931665-7308-9F29-B2B2-22CFC3EDD05B}"/>
              </a:ext>
            </a:extLst>
          </p:cNvPr>
          <p:cNvSpPr>
            <a:spLocks noChangeAspect="1"/>
          </p:cNvSpPr>
          <p:nvPr/>
        </p:nvSpPr>
        <p:spPr>
          <a:xfrm>
            <a:off x="9531736" y="2659049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7B7E5A61-E649-28EE-B592-B626719613E0}"/>
              </a:ext>
            </a:extLst>
          </p:cNvPr>
          <p:cNvSpPr>
            <a:spLocks noChangeAspect="1"/>
          </p:cNvSpPr>
          <p:nvPr/>
        </p:nvSpPr>
        <p:spPr>
          <a:xfrm>
            <a:off x="9528142" y="3320762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EA0FB3DC-179D-B5B1-AA1B-C827ACB02284}"/>
              </a:ext>
            </a:extLst>
          </p:cNvPr>
          <p:cNvSpPr>
            <a:spLocks noChangeAspect="1"/>
          </p:cNvSpPr>
          <p:nvPr/>
        </p:nvSpPr>
        <p:spPr>
          <a:xfrm>
            <a:off x="9531736" y="4723490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92529474-728A-3067-2D11-5811896B2101}"/>
              </a:ext>
            </a:extLst>
          </p:cNvPr>
          <p:cNvSpPr>
            <a:spLocks noChangeAspect="1"/>
          </p:cNvSpPr>
          <p:nvPr/>
        </p:nvSpPr>
        <p:spPr>
          <a:xfrm>
            <a:off x="9531736" y="4060192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0062990C-FE9C-8CC9-3DEF-4BE5463BF719}"/>
              </a:ext>
            </a:extLst>
          </p:cNvPr>
          <p:cNvSpPr>
            <a:spLocks noChangeAspect="1"/>
          </p:cNvSpPr>
          <p:nvPr/>
        </p:nvSpPr>
        <p:spPr>
          <a:xfrm>
            <a:off x="9531736" y="5452765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F539912-E770-B70B-6C15-23D943DB2EAF}"/>
              </a:ext>
            </a:extLst>
          </p:cNvPr>
          <p:cNvSpPr txBox="1"/>
          <p:nvPr/>
        </p:nvSpPr>
        <p:spPr>
          <a:xfrm>
            <a:off x="376228" y="1339118"/>
            <a:ext cx="120295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은하 병원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BC572F6-776B-544A-9BFC-EB0F52C9D9CA}"/>
              </a:ext>
            </a:extLst>
          </p:cNvPr>
          <p:cNvSpPr txBox="1"/>
          <p:nvPr/>
        </p:nvSpPr>
        <p:spPr>
          <a:xfrm>
            <a:off x="718838" y="3179119"/>
            <a:ext cx="8187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윤선</a:t>
            </a:r>
          </a:p>
        </p:txBody>
      </p:sp>
      <p:pic>
        <p:nvPicPr>
          <p:cNvPr id="132" name="그림 131">
            <a:extLst>
              <a:ext uri="{FF2B5EF4-FFF2-40B4-BE49-F238E27FC236}">
                <a16:creationId xmlns:a16="http://schemas.microsoft.com/office/drawing/2014/main" id="{71B893E2-0FBD-1332-FC0E-89345D80885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457" b="96296" l="9735" r="8938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812" t="-6382" r="10812" b="6382"/>
          <a:stretch>
            <a:fillRect/>
          </a:stretch>
        </p:blipFill>
        <p:spPr>
          <a:xfrm>
            <a:off x="5416562" y="2104683"/>
            <a:ext cx="715671" cy="913114"/>
          </a:xfrm>
          <a:prstGeom prst="snip2DiagRect">
            <a:avLst/>
          </a:prstGeom>
          <a:solidFill>
            <a:srgbClr val="767779">
              <a:alpha val="25000"/>
            </a:srgbClr>
          </a:solidFill>
          <a:ln w="38100" cap="sq">
            <a:solidFill>
              <a:srgbClr val="ECEDF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0" name="그림 129">
            <a:extLst>
              <a:ext uri="{FF2B5EF4-FFF2-40B4-BE49-F238E27FC236}">
                <a16:creationId xmlns:a16="http://schemas.microsoft.com/office/drawing/2014/main" id="{E87131B3-D532-A234-44D8-4AB619B626B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3457" b="96296" l="9735" r="8938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133" t="-6358" r="10491" b="6358"/>
          <a:stretch>
            <a:fillRect/>
          </a:stretch>
        </p:blipFill>
        <p:spPr>
          <a:xfrm>
            <a:off x="4057512" y="5535180"/>
            <a:ext cx="715671" cy="913114"/>
          </a:xfrm>
          <a:prstGeom prst="snip2DiagRect">
            <a:avLst/>
          </a:prstGeom>
          <a:solidFill>
            <a:srgbClr val="767779">
              <a:alpha val="25000"/>
            </a:srgbClr>
          </a:solidFill>
          <a:ln w="38100" cap="sq">
            <a:solidFill>
              <a:srgbClr val="ECEDF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1" name="그림 160">
            <a:extLst>
              <a:ext uri="{FF2B5EF4-FFF2-40B4-BE49-F238E27FC236}">
                <a16:creationId xmlns:a16="http://schemas.microsoft.com/office/drawing/2014/main" id="{342AE6C9-F081-5B0A-94BA-37029D99FEE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457" b="96296" l="9735" r="8938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084" b="14084"/>
          <a:stretch/>
        </p:blipFill>
        <p:spPr>
          <a:xfrm>
            <a:off x="7200385" y="2807262"/>
            <a:ext cx="715671" cy="913114"/>
          </a:xfrm>
          <a:prstGeom prst="snip2DiagRect">
            <a:avLst/>
          </a:prstGeom>
          <a:solidFill>
            <a:srgbClr val="767779">
              <a:alpha val="25000"/>
            </a:srgbClr>
          </a:solidFill>
          <a:ln w="38100" cap="sq">
            <a:solidFill>
              <a:srgbClr val="ECEDF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8" name="그림 167">
            <a:extLst>
              <a:ext uri="{FF2B5EF4-FFF2-40B4-BE49-F238E27FC236}">
                <a16:creationId xmlns:a16="http://schemas.microsoft.com/office/drawing/2014/main" id="{628BBA81-F2DA-BD56-818D-E3A6643A08E4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49533" b="100000" l="23430" r="100000">
                        <a14:foregroundMark x1="34783" y1="55374" x2="36473" y2="93224"/>
                        <a14:foregroundMark x1="32609" y1="56075" x2="31401" y2="80374"/>
                        <a14:foregroundMark x1="35749" y1="55607" x2="42995" y2="57009"/>
                        <a14:foregroundMark x1="42995" y1="60981" x2="42995" y2="78738"/>
                        <a14:foregroundMark x1="32850" y1="91822" x2="38164" y2="92991"/>
                        <a14:foregroundMark x1="29952" y1="74766" x2="33816" y2="73364"/>
                        <a14:foregroundMark x1="41304" y1="84579" x2="41063" y2="87150"/>
                        <a14:foregroundMark x1="29710" y1="92056" x2="43961" y2="92523"/>
                        <a14:foregroundMark x1="26570" y1="92991" x2="33816" y2="89019"/>
                        <a14:foregroundMark x1="28019" y1="92991" x2="35990" y2="96963"/>
                        <a14:foregroundMark x1="37198" y1="96963" x2="46377" y2="92523"/>
                        <a14:foregroundMark x1="46618" y1="92757" x2="48068" y2="92757"/>
                        <a14:foregroundMark x1="80918" y1="85047" x2="82126" y2="93925"/>
                        <a14:foregroundMark x1="77778" y1="92757" x2="81159" y2="91121"/>
                        <a14:foregroundMark x1="76087" y1="92290" x2="86232" y2="97196"/>
                        <a14:foregroundMark x1="95411" y1="92523" x2="89130" y2="95093"/>
                        <a14:foregroundMark x1="93961" y1="91121" x2="96618" y2="92523"/>
                        <a14:foregroundMark x1="96377" y1="93224" x2="98551" y2="92523"/>
                        <a14:backgroundMark x1="90097" y1="98598" x2="97585" y2="95794"/>
                        <a14:backgroundMark x1="97826" y1="83645" x2="98068" y2="89252"/>
                      </a14:backgroundRemoval>
                    </a14:imgEffect>
                  </a14:imgLayer>
                </a14:imgProps>
              </a:ext>
            </a:extLst>
          </a:blip>
          <a:srcRect l="24339" t="49728" r="48341" b="193"/>
          <a:stretch/>
        </p:blipFill>
        <p:spPr>
          <a:xfrm>
            <a:off x="850078" y="5207450"/>
            <a:ext cx="566039" cy="1072686"/>
          </a:xfrm>
          <a:prstGeom prst="rect">
            <a:avLst/>
          </a:prstGeom>
        </p:spPr>
      </p:pic>
      <p:cxnSp>
        <p:nvCxnSpPr>
          <p:cNvPr id="183" name="직선 화살표 연결선 182">
            <a:extLst>
              <a:ext uri="{FF2B5EF4-FFF2-40B4-BE49-F238E27FC236}">
                <a16:creationId xmlns:a16="http://schemas.microsoft.com/office/drawing/2014/main" id="{16C4BD4F-8F77-BC04-E43D-1CA4BE906CDE}"/>
              </a:ext>
            </a:extLst>
          </p:cNvPr>
          <p:cNvCxnSpPr>
            <a:cxnSpLocks/>
          </p:cNvCxnSpPr>
          <p:nvPr/>
        </p:nvCxnSpPr>
        <p:spPr>
          <a:xfrm flipV="1">
            <a:off x="1659184" y="4474872"/>
            <a:ext cx="2084401" cy="1239520"/>
          </a:xfrm>
          <a:prstGeom prst="straightConnector1">
            <a:avLst/>
          </a:prstGeom>
          <a:ln w="25400" cap="flat" cmpd="sng" algn="ctr">
            <a:solidFill>
              <a:srgbClr val="EB657E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43F7614A-6568-D409-0076-EAEC9F424C45}"/>
              </a:ext>
            </a:extLst>
          </p:cNvPr>
          <p:cNvCxnSpPr>
            <a:cxnSpLocks/>
          </p:cNvCxnSpPr>
          <p:nvPr/>
        </p:nvCxnSpPr>
        <p:spPr>
          <a:xfrm>
            <a:off x="4255035" y="3223088"/>
            <a:ext cx="138876" cy="481898"/>
          </a:xfrm>
          <a:prstGeom prst="straightConnector1">
            <a:avLst/>
          </a:prstGeom>
          <a:ln w="25400">
            <a:solidFill>
              <a:srgbClr val="FCE89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2" name="그림 191">
            <a:extLst>
              <a:ext uri="{FF2B5EF4-FFF2-40B4-BE49-F238E27FC236}">
                <a16:creationId xmlns:a16="http://schemas.microsoft.com/office/drawing/2014/main" id="{9EED9DAD-37A5-60CC-1840-D8DF6AA5C68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457" b="96296" l="9735" r="8938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084" b="14084"/>
          <a:stretch/>
        </p:blipFill>
        <p:spPr>
          <a:xfrm>
            <a:off x="7221489" y="4240513"/>
            <a:ext cx="715671" cy="913114"/>
          </a:xfrm>
          <a:prstGeom prst="snip2DiagRect">
            <a:avLst/>
          </a:prstGeom>
          <a:solidFill>
            <a:srgbClr val="767779">
              <a:alpha val="25000"/>
            </a:srgbClr>
          </a:solidFill>
          <a:ln w="38100" cap="sq">
            <a:solidFill>
              <a:srgbClr val="ECEDF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96" name="그림 195">
            <a:extLst>
              <a:ext uri="{FF2B5EF4-FFF2-40B4-BE49-F238E27FC236}">
                <a16:creationId xmlns:a16="http://schemas.microsoft.com/office/drawing/2014/main" id="{8548D212-2DFF-0876-41D0-6156EE51AD2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457" b="96296" l="9735" r="8938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084" b="14084"/>
          <a:stretch/>
        </p:blipFill>
        <p:spPr>
          <a:xfrm>
            <a:off x="7226382" y="5679330"/>
            <a:ext cx="715671" cy="913114"/>
          </a:xfrm>
          <a:prstGeom prst="snip2DiagRect">
            <a:avLst/>
          </a:prstGeom>
          <a:solidFill>
            <a:srgbClr val="767779">
              <a:alpha val="25000"/>
            </a:srgbClr>
          </a:solidFill>
          <a:ln w="38100" cap="sq">
            <a:solidFill>
              <a:srgbClr val="ECEDF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1" name="그림 200">
            <a:extLst>
              <a:ext uri="{FF2B5EF4-FFF2-40B4-BE49-F238E27FC236}">
                <a16:creationId xmlns:a16="http://schemas.microsoft.com/office/drawing/2014/main" id="{A555DC6F-F28C-BDDC-2689-B3F90E27F45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2600" b="27200" l="17000" r="89600">
                        <a14:foregroundMark x1="19600" y1="11800" x2="19600" y2="23200"/>
                        <a14:foregroundMark x1="20000" y1="9800" x2="20000" y2="14200"/>
                        <a14:foregroundMark x1="17000" y1="23200" x2="17000" y2="27200"/>
                        <a14:foregroundMark x1="34200" y1="9000" x2="32200" y2="24600"/>
                        <a14:foregroundMark x1="85200" y1="10200" x2="89600" y2="27000"/>
                        <a14:foregroundMark x1="89600" y1="27000" x2="89000" y2="236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265" t="6758" r="60109" b="70825"/>
          <a:stretch>
            <a:fillRect/>
          </a:stretch>
        </p:blipFill>
        <p:spPr>
          <a:xfrm>
            <a:off x="7559392" y="2932722"/>
            <a:ext cx="360865" cy="76135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EABC2FC-8C35-BA6E-B469-A8FC5BD5ACD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40600" b="61800" l="83800" r="94200">
                        <a14:foregroundMark x1="91400" y1="40600" x2="88200" y2="41600"/>
                        <a14:foregroundMark x1="93600" y1="52000" x2="93800" y2="56800"/>
                        <a14:foregroundMark x1="90060" y1="61800" x2="94200" y2="61800"/>
                        <a14:foregroundMark x1="89606" y1="61800" x2="89945" y2="61800"/>
                        <a14:foregroundMark x1="86000" y1="61800" x2="89260" y2="61800"/>
                        <a14:backgroundMark x1="89600" y1="61000" x2="90200" y2="60400"/>
                        <a14:backgroundMark x1="90200" y1="61200" x2="90400" y2="61000"/>
                        <a14:backgroundMark x1="90600" y1="60800" x2="90600" y2="60800"/>
                        <a14:backgroundMark x1="90600" y1="60800" x2="90600" y2="6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2526" t="39199" r="4519" b="36829"/>
          <a:stretch>
            <a:fillRect/>
          </a:stretch>
        </p:blipFill>
        <p:spPr>
          <a:xfrm>
            <a:off x="7539674" y="4404105"/>
            <a:ext cx="371092" cy="68668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32FF9DA-2801-CD39-0F71-87C8EA0E350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2600" b="27200" l="17000" r="89600">
                        <a14:foregroundMark x1="19600" y1="11800" x2="19600" y2="23200"/>
                        <a14:foregroundMark x1="20000" y1="9800" x2="20000" y2="14200"/>
                        <a14:foregroundMark x1="17000" y1="23200" x2="17000" y2="27200"/>
                        <a14:foregroundMark x1="34200" y1="9000" x2="32200" y2="24600"/>
                        <a14:foregroundMark x1="85200" y1="10200" x2="89600" y2="27000"/>
                        <a14:foregroundMark x1="89600" y1="27000" x2="89000" y2="236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5601" t="6132" r="20888" b="72564"/>
          <a:stretch>
            <a:fillRect/>
          </a:stretch>
        </p:blipFill>
        <p:spPr>
          <a:xfrm>
            <a:off x="7201017" y="2966573"/>
            <a:ext cx="445848" cy="7029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ABE3634-E424-F00E-A1E1-68DB22B8926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5109" b="92336" l="8939" r="92737">
                        <a14:foregroundMark x1="48603" y1="9854" x2="64804" y2="9854"/>
                        <a14:foregroundMark x1="41899" y1="7664" x2="66480" y2="6934"/>
                        <a14:foregroundMark x1="55875" y1="91824" x2="68715" y2="92336"/>
                        <a14:foregroundMark x1="38175" y1="91119" x2="41230" y2="91241"/>
                        <a14:foregroundMark x1="29584" y1="90777" x2="35943" y2="91030"/>
                        <a14:foregroundMark x1="68715" y1="92336" x2="78771" y2="90511"/>
                        <a14:foregroundMark x1="87709" y1="50730" x2="87151" y2="70073"/>
                        <a14:foregroundMark x1="87151" y1="70073" x2="86836" y2="70587"/>
                        <a14:foregroundMark x1="11732" y1="62409" x2="10768" y2="71858"/>
                        <a14:foregroundMark x1="59218" y1="27372" x2="62570" y2="26277"/>
                        <a14:foregroundMark x1="56425" y1="26277" x2="62570" y2="29562"/>
                        <a14:foregroundMark x1="91620" y1="53285" x2="93296" y2="64234"/>
                        <a14:foregroundMark x1="44693" y1="5109" x2="67598" y2="5839"/>
                        <a14:backgroundMark x1="10056" y1="74453" x2="10056" y2="74453"/>
                        <a14:backgroundMark x1="8380" y1="74088" x2="12291" y2="74453"/>
                        <a14:backgroundMark x1="84358" y1="71168" x2="86034" y2="74088"/>
                        <a14:backgroundMark x1="21229" y1="91241" x2="23464" y2="92336"/>
                        <a14:backgroundMark x1="26816" y1="91606" x2="27933" y2="91971"/>
                        <a14:backgroundMark x1="27374" y1="91241" x2="28492" y2="91241"/>
                        <a14:backgroundMark x1="27933" y1="91241" x2="26816" y2="91241"/>
                        <a14:backgroundMark x1="36872" y1="91241" x2="36872" y2="92701"/>
                        <a14:backgroundMark x1="35754" y1="91241" x2="36872" y2="91606"/>
                        <a14:backgroundMark x1="37430" y1="90511" x2="35754" y2="90876"/>
                        <a14:backgroundMark x1="26816" y1="90876" x2="28492" y2="908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33413" y="5787589"/>
            <a:ext cx="500492" cy="76611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EE20EE9-1D3C-503A-E9CA-8BD98067146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21489" y="5790190"/>
            <a:ext cx="421854" cy="80338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6D71537-B767-15BD-765B-FECA990EFC0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40000" b="61200" l="34600" r="44400">
                        <a14:foregroundMark x1="40200" y1="40000" x2="37600" y2="40600"/>
                        <a14:foregroundMark x1="37000" y1="59000" x2="37912" y2="59107"/>
                        <a14:foregroundMark x1="38211" y1="61116" x2="41000" y2="61000"/>
                        <a14:foregroundMark x1="36200" y1="61200" x2="36401" y2="61192"/>
                        <a14:foregroundMark x1="36200" y1="50200" x2="37200" y2="54800"/>
                        <a14:backgroundMark x1="41600" y1="61000" x2="42000" y2="61800"/>
                        <a14:backgroundMark x1="35400" y1="61400" x2="35400" y2="61400"/>
                        <a14:backgroundMark x1="35400" y1="61200" x2="35400" y2="61200"/>
                        <a14:backgroundMark x1="35400" y1="61200" x2="35400" y2="61200"/>
                        <a14:backgroundMark x1="38200" y1="59200" x2="39400" y2="59800"/>
                        <a14:backgroundMark x1="38000" y1="59000" x2="38000" y2="59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409" t="38416" r="54373" b="37925"/>
          <a:stretch>
            <a:fillRect/>
          </a:stretch>
        </p:blipFill>
        <p:spPr>
          <a:xfrm>
            <a:off x="7251686" y="4407446"/>
            <a:ext cx="349995" cy="67772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B57F931-333E-9D8B-554F-2B5881420028}"/>
              </a:ext>
            </a:extLst>
          </p:cNvPr>
          <p:cNvSpPr txBox="1"/>
          <p:nvPr/>
        </p:nvSpPr>
        <p:spPr>
          <a:xfrm>
            <a:off x="2352360" y="3294828"/>
            <a:ext cx="818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496F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협력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0A98E3-17EA-B6AC-7987-7916F0B567FA}"/>
              </a:ext>
            </a:extLst>
          </p:cNvPr>
          <p:cNvSpPr txBox="1"/>
          <p:nvPr/>
        </p:nvSpPr>
        <p:spPr>
          <a:xfrm>
            <a:off x="3929029" y="5070928"/>
            <a:ext cx="550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496F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협력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89BEFF-0866-E451-AA0D-30AB2E15E68A}"/>
              </a:ext>
            </a:extLst>
          </p:cNvPr>
          <p:cNvSpPr txBox="1"/>
          <p:nvPr/>
        </p:nvSpPr>
        <p:spPr>
          <a:xfrm>
            <a:off x="2151701" y="4841671"/>
            <a:ext cx="818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EB65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대립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C0DB3D-3896-F7D8-1003-B7E7A51D2952}"/>
              </a:ext>
            </a:extLst>
          </p:cNvPr>
          <p:cNvSpPr txBox="1"/>
          <p:nvPr/>
        </p:nvSpPr>
        <p:spPr>
          <a:xfrm>
            <a:off x="5361854" y="5310628"/>
            <a:ext cx="818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EB65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대립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E4F4FC-8FF3-2BFB-2A43-7FEDC2FABB01}"/>
              </a:ext>
            </a:extLst>
          </p:cNvPr>
          <p:cNvSpPr txBox="1"/>
          <p:nvPr/>
        </p:nvSpPr>
        <p:spPr>
          <a:xfrm>
            <a:off x="5594638" y="3678794"/>
            <a:ext cx="818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EB65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대립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04D581-2F92-7785-88AB-52B45C3EE8D4}"/>
              </a:ext>
            </a:extLst>
          </p:cNvPr>
          <p:cNvSpPr txBox="1"/>
          <p:nvPr/>
        </p:nvSpPr>
        <p:spPr>
          <a:xfrm>
            <a:off x="5441983" y="4483040"/>
            <a:ext cx="818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EB65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대립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2668B4-0EE3-4F10-8CD0-E93D05F44223}"/>
              </a:ext>
            </a:extLst>
          </p:cNvPr>
          <p:cNvSpPr txBox="1"/>
          <p:nvPr/>
        </p:nvSpPr>
        <p:spPr>
          <a:xfrm>
            <a:off x="3699413" y="3355633"/>
            <a:ext cx="818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CE89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기대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5D8039FB-69C4-CC7C-058D-26A8C2F139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457" b="96296" l="9735" r="8938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084" b="14084"/>
          <a:stretch/>
        </p:blipFill>
        <p:spPr>
          <a:xfrm>
            <a:off x="3900065" y="2101288"/>
            <a:ext cx="715671" cy="913114"/>
          </a:xfrm>
          <a:prstGeom prst="snip2DiagRect">
            <a:avLst/>
          </a:prstGeom>
          <a:solidFill>
            <a:srgbClr val="767779">
              <a:alpha val="25000"/>
            </a:srgbClr>
          </a:solidFill>
          <a:ln w="38100" cap="sq">
            <a:solidFill>
              <a:srgbClr val="ECEDF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6076F7E2-0F66-1C9D-2DB3-223DA4769E6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8025" b="92593" l="2032" r="89842">
                        <a14:foregroundMark x1="8578" y1="11111" x2="7901" y2="35185"/>
                        <a14:foregroundMark x1="7901" y1="35185" x2="11738" y2="20062"/>
                        <a14:foregroundMark x1="11738" y1="20062" x2="8352" y2="12346"/>
                        <a14:foregroundMark x1="22303" y1="12654" x2="21445" y2="36420"/>
                        <a14:foregroundMark x1="22348" y1="11420" x2="22303" y2="12654"/>
                        <a14:foregroundMark x1="21445" y1="36420" x2="20767" y2="16049"/>
                        <a14:foregroundMark x1="10270" y1="12654" x2="13093" y2="13889"/>
                        <a14:foregroundMark x1="7449" y1="11420" x2="10270" y2="12654"/>
                        <a14:foregroundMark x1="13544" y1="24383" x2="11061" y2="34259"/>
                        <a14:foregroundMark x1="17607" y1="25926" x2="17381" y2="32099"/>
                        <a14:foregroundMark x1="20457" y1="43519" x2="20316" y2="46605"/>
                        <a14:foregroundMark x1="20767" y1="36728" x2="20682" y2="38580"/>
                        <a14:foregroundMark x1="22700" y1="43519" x2="22573" y2="45679"/>
                        <a14:foregroundMark x1="23025" y1="37963" x2="22989" y2="38580"/>
                        <a14:foregroundMark x1="33822" y1="43827" x2="33860" y2="44136"/>
                        <a14:foregroundMark x1="33384" y1="40228" x2="33409" y2="40432"/>
                        <a14:foregroundMark x1="31415" y1="24074" x2="32943" y2="36613"/>
                        <a14:foregroundMark x1="30625" y1="17593" x2="31415" y2="24074"/>
                        <a14:foregroundMark x1="30324" y1="15123" x2="30625" y2="17593"/>
                        <a14:foregroundMark x1="29797" y1="10802" x2="30324" y2="15123"/>
                        <a14:foregroundMark x1="30474" y1="43827" x2="30474" y2="45062"/>
                        <a14:foregroundMark x1="34312" y1="43827" x2="34312" y2="44136"/>
                        <a14:foregroundMark x1="34312" y1="39786" x2="34312" y2="40432"/>
                        <a14:foregroundMark x1="34312" y1="35494" x2="34312" y2="35960"/>
                        <a14:foregroundMark x1="34379" y1="15123" x2="34537" y2="15432"/>
                        <a14:foregroundMark x1="32957" y1="12346" x2="34379" y2="15123"/>
                        <a14:foregroundMark x1="41967" y1="26687" x2="41535" y2="43827"/>
                        <a14:foregroundMark x1="42088" y1="21914" x2="42085" y2="22021"/>
                        <a14:foregroundMark x1="42119" y1="20679" x2="42088" y2="21914"/>
                        <a14:foregroundMark x1="42197" y1="17593" x2="42119" y2="20679"/>
                        <a14:foregroundMark x1="42251" y1="15432" x2="42197" y2="17593"/>
                        <a14:foregroundMark x1="42259" y1="15123" x2="42251" y2="15432"/>
                        <a14:foregroundMark x1="42438" y1="8025" x2="42259" y2="15123"/>
                        <a14:foregroundMark x1="40406" y1="9259" x2="44018" y2="15123"/>
                        <a14:foregroundMark x1="43567" y1="8025" x2="44244" y2="11420"/>
                        <a14:foregroundMark x1="50339" y1="28775" x2="50339" y2="46605"/>
                        <a14:foregroundMark x1="50339" y1="22523" x2="50339" y2="26010"/>
                        <a14:foregroundMark x1="50339" y1="16160" x2="50339" y2="17452"/>
                        <a14:foregroundMark x1="50339" y1="13272" x2="50339" y2="13956"/>
                        <a14:foregroundMark x1="50482" y1="16006" x2="49278" y2="18039"/>
                        <a14:foregroundMark x1="43567" y1="31790" x2="46050" y2="45062"/>
                        <a14:foregroundMark x1="9318" y1="69201" x2="9227" y2="76691"/>
                        <a14:foregroundMark x1="9481" y1="55864" x2="9414" y2="61352"/>
                        <a14:foregroundMark x1="7449" y1="68210" x2="6601" y2="73788"/>
                        <a14:foregroundMark x1="2483" y1="72840" x2="2483" y2="72840"/>
                        <a14:foregroundMark x1="10835" y1="53086" x2="11875" y2="60084"/>
                        <a14:foregroundMark x1="22252" y1="71761" x2="25056" y2="90432"/>
                        <a14:foregroundMark x1="19865" y1="55864" x2="19879" y2="55959"/>
                        <a14:foregroundMark x1="25056" y1="90432" x2="25056" y2="90432"/>
                        <a14:foregroundMark x1="24379" y1="61420" x2="23726" y2="61390"/>
                        <a14:foregroundMark x1="22386" y1="56764" x2="24605" y2="58642"/>
                        <a14:foregroundMark x1="19865" y1="54630" x2="20846" y2="55460"/>
                        <a14:foregroundMark x1="21896" y1="54630" x2="23025" y2="55864"/>
                        <a14:foregroundMark x1="23928" y1="58025" x2="23928" y2="58025"/>
                        <a14:foregroundMark x1="23928" y1="58025" x2="23928" y2="58025"/>
                        <a14:foregroundMark x1="23928" y1="56173" x2="23928" y2="56173"/>
                        <a14:foregroundMark x1="23928" y1="56173" x2="23928" y2="56173"/>
                        <a14:foregroundMark x1="33634" y1="55864" x2="37472" y2="88272"/>
                        <a14:foregroundMark x1="33860" y1="56173" x2="37472" y2="60802"/>
                        <a14:foregroundMark x1="36343" y1="57407" x2="36343" y2="57407"/>
                        <a14:foregroundMark x1="36343" y1="57407" x2="36343" y2="57407"/>
                        <a14:foregroundMark x1="36343" y1="56173" x2="36343" y2="56173"/>
                        <a14:foregroundMark x1="36343" y1="56173" x2="36343" y2="56173"/>
                        <a14:foregroundMark x1="33634" y1="55864" x2="33634" y2="55864"/>
                        <a14:foregroundMark x1="33634" y1="55864" x2="33634" y2="55864"/>
                        <a14:foregroundMark x1="38149" y1="68210" x2="38149" y2="68210"/>
                        <a14:foregroundMark x1="38149" y1="68210" x2="38149" y2="68210"/>
                        <a14:foregroundMark x1="39052" y1="68210" x2="39052" y2="68210"/>
                        <a14:foregroundMark x1="39052" y1="68210" x2="39052" y2="68210"/>
                        <a14:foregroundMark x1="39052" y1="70370" x2="39052" y2="70370"/>
                        <a14:foregroundMark x1="39052" y1="70370" x2="39052" y2="70370"/>
                        <a14:foregroundMark x1="39052" y1="73148" x2="39052" y2="73148"/>
                        <a14:foregroundMark x1="39052" y1="73148" x2="39052" y2="73148"/>
                        <a14:foregroundMark x1="39503" y1="75000" x2="39503" y2="75000"/>
                        <a14:foregroundMark x1="39503" y1="75000" x2="39503" y2="75000"/>
                        <a14:foregroundMark x1="32280" y1="76852" x2="32280" y2="76852"/>
                        <a14:foregroundMark x1="32280" y1="76852" x2="32280" y2="76852"/>
                        <a14:foregroundMark x1="32280" y1="71605" x2="32280" y2="71605"/>
                        <a14:foregroundMark x1="32280" y1="71605" x2="32280" y2="71605"/>
                        <a14:foregroundMark x1="32280" y1="73765" x2="32280" y2="73765"/>
                        <a14:foregroundMark x1="32280" y1="73765" x2="32280" y2="73765"/>
                        <a14:foregroundMark x1="32280" y1="75000" x2="32280" y2="75000"/>
                        <a14:foregroundMark x1="32280" y1="75000" x2="32280" y2="75000"/>
                        <a14:foregroundMark x1="32054" y1="68519" x2="32054" y2="68519"/>
                        <a14:foregroundMark x1="32054" y1="68519" x2="32054" y2="68519"/>
                        <a14:foregroundMark x1="32280" y1="66667" x2="32280" y2="66667"/>
                        <a14:foregroundMark x1="32280" y1="66667" x2="32280" y2="66667"/>
                        <a14:foregroundMark x1="44921" y1="54938" x2="42664" y2="78086"/>
                        <a14:foregroundMark x1="42664" y1="78086" x2="48984" y2="63889"/>
                        <a14:foregroundMark x1="48984" y1="63889" x2="44695" y2="54630"/>
                        <a14:foregroundMark x1="45598" y1="54938" x2="47178" y2="60802"/>
                        <a14:foregroundMark x1="46501" y1="55556" x2="46501" y2="55556"/>
                        <a14:foregroundMark x1="46501" y1="55556" x2="48081" y2="60185"/>
                        <a14:foregroundMark x1="43567" y1="57716" x2="43567" y2="65123"/>
                        <a14:foregroundMark x1="2032" y1="75309" x2="3612" y2="90741"/>
                        <a14:foregroundMark x1="13093" y1="66358" x2="13544" y2="72840"/>
                        <a14:foregroundMark x1="51919" y1="13580" x2="51467" y2="17284"/>
                        <a14:foregroundMark x1="46501" y1="23765" x2="49436" y2="27469"/>
                        <a14:foregroundMark x1="44695" y1="83025" x2="44695" y2="91667"/>
                        <a14:foregroundMark x1="17833" y1="57716" x2="19413" y2="64815"/>
                        <a14:foregroundMark x1="18059" y1="71605" x2="18059" y2="75617"/>
                        <a14:foregroundMark x1="15124" y1="71296" x2="15124" y2="76852"/>
                        <a14:foregroundMark x1="50790" y1="16667" x2="50790" y2="20679"/>
                        <a14:backgroundMark x1="37923" y1="15123" x2="37923" y2="15123"/>
                        <a14:backgroundMark x1="37923" y1="15123" x2="37923" y2="15123"/>
                        <a14:backgroundMark x1="35892" y1="17593" x2="35892" y2="17593"/>
                        <a14:backgroundMark x1="35892" y1="17593" x2="35892" y2="17593"/>
                        <a14:backgroundMark x1="37698" y1="24074" x2="37698" y2="24074"/>
                        <a14:backgroundMark x1="37698" y1="24074" x2="37698" y2="24074"/>
                        <a14:backgroundMark x1="16930" y1="12654" x2="16930" y2="12654"/>
                        <a14:backgroundMark x1="16930" y1="12654" x2="16930" y2="12654"/>
                        <a14:backgroundMark x1="48436" y1="20679" x2="48645" y2="21345"/>
                        <a14:backgroundMark x1="32957" y1="40432" x2="32957" y2="43827"/>
                        <a14:backgroundMark x1="32054" y1="37037" x2="32957" y2="40432"/>
                        <a14:backgroundMark x1="21219" y1="38580" x2="21219" y2="43519"/>
                        <a14:backgroundMark x1="14673" y1="58642" x2="14764" y2="58956"/>
                        <a14:backgroundMark x1="5121" y1="90453" x2="4966" y2="92284"/>
                        <a14:backgroundMark x1="6490" y1="74461" x2="7060" y2="73681"/>
                        <a14:backgroundMark x1="49661" y1="23765" x2="48081" y2="21296"/>
                      </a14:backgroundRemoval>
                    </a14:imgEffect>
                  </a14:imgLayer>
                </a14:imgProps>
              </a:ext>
            </a:extLst>
          </a:blip>
          <a:srcRect l="1226" t="3563" r="47321" b="2414"/>
          <a:stretch>
            <a:fillRect/>
          </a:stretch>
        </p:blipFill>
        <p:spPr>
          <a:xfrm>
            <a:off x="3918947" y="2122321"/>
            <a:ext cx="664064" cy="887507"/>
          </a:xfrm>
          <a:prstGeom prst="rect">
            <a:avLst/>
          </a:prstGeom>
        </p:spPr>
      </p:pic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14DD9F5-1D8D-4628-3C68-A47F38C1E0FA}"/>
              </a:ext>
            </a:extLst>
          </p:cNvPr>
          <p:cNvCxnSpPr/>
          <p:nvPr/>
        </p:nvCxnSpPr>
        <p:spPr>
          <a:xfrm>
            <a:off x="1637205" y="2841506"/>
            <a:ext cx="2072703" cy="1445499"/>
          </a:xfrm>
          <a:prstGeom prst="straightConnector1">
            <a:avLst/>
          </a:prstGeom>
          <a:ln w="25400">
            <a:solidFill>
              <a:srgbClr val="496F7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D916A41D-774E-2F2A-3751-9D1BC7969F08}"/>
              </a:ext>
            </a:extLst>
          </p:cNvPr>
          <p:cNvCxnSpPr>
            <a:cxnSpLocks/>
          </p:cNvCxnSpPr>
          <p:nvPr/>
        </p:nvCxnSpPr>
        <p:spPr>
          <a:xfrm flipH="1">
            <a:off x="4715758" y="2538557"/>
            <a:ext cx="564515" cy="0"/>
          </a:xfrm>
          <a:prstGeom prst="straightConnector1">
            <a:avLst/>
          </a:prstGeom>
          <a:ln w="25400">
            <a:solidFill>
              <a:srgbClr val="8B5587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1711B58-6025-C0A4-24C2-94F7006DBCA4}"/>
              </a:ext>
            </a:extLst>
          </p:cNvPr>
          <p:cNvSpPr txBox="1"/>
          <p:nvPr/>
        </p:nvSpPr>
        <p:spPr>
          <a:xfrm>
            <a:off x="4612852" y="2551164"/>
            <a:ext cx="818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8B558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선동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5D1068C-F867-B2D8-615F-5C3884A3AB17}"/>
              </a:ext>
            </a:extLst>
          </p:cNvPr>
          <p:cNvSpPr txBox="1"/>
          <p:nvPr/>
        </p:nvSpPr>
        <p:spPr>
          <a:xfrm>
            <a:off x="7941456" y="4474872"/>
            <a:ext cx="818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변이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0B9115E-6666-88FB-0C52-99088388B212}"/>
              </a:ext>
            </a:extLst>
          </p:cNvPr>
          <p:cNvSpPr txBox="1"/>
          <p:nvPr/>
        </p:nvSpPr>
        <p:spPr>
          <a:xfrm>
            <a:off x="7942053" y="5929245"/>
            <a:ext cx="818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변이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01E6617-FB9F-54C3-A67F-4995FFAA3A39}"/>
              </a:ext>
            </a:extLst>
          </p:cNvPr>
          <p:cNvSpPr txBox="1"/>
          <p:nvPr/>
        </p:nvSpPr>
        <p:spPr>
          <a:xfrm>
            <a:off x="6906443" y="2177857"/>
            <a:ext cx="818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변이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8B5A051-100D-4757-FAAC-56BC80425B96}"/>
              </a:ext>
            </a:extLst>
          </p:cNvPr>
          <p:cNvCxnSpPr>
            <a:cxnSpLocks/>
          </p:cNvCxnSpPr>
          <p:nvPr/>
        </p:nvCxnSpPr>
        <p:spPr>
          <a:xfrm>
            <a:off x="4409776" y="4942558"/>
            <a:ext cx="0" cy="453285"/>
          </a:xfrm>
          <a:prstGeom prst="straightConnector1">
            <a:avLst/>
          </a:prstGeom>
          <a:ln w="25400">
            <a:solidFill>
              <a:srgbClr val="496F7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F7809DB-5468-1815-3B25-DEA1F868B458}"/>
              </a:ext>
            </a:extLst>
          </p:cNvPr>
          <p:cNvCxnSpPr>
            <a:cxnSpLocks/>
          </p:cNvCxnSpPr>
          <p:nvPr/>
        </p:nvCxnSpPr>
        <p:spPr>
          <a:xfrm flipV="1">
            <a:off x="4792274" y="3244447"/>
            <a:ext cx="2299707" cy="796309"/>
          </a:xfrm>
          <a:prstGeom prst="straightConnector1">
            <a:avLst/>
          </a:prstGeom>
          <a:ln w="25400" cap="flat" cmpd="sng" algn="ctr">
            <a:solidFill>
              <a:srgbClr val="EB657E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A97E2EA-CA09-20C2-A318-B34E99E1C336}"/>
              </a:ext>
            </a:extLst>
          </p:cNvPr>
          <p:cNvCxnSpPr>
            <a:cxnSpLocks/>
          </p:cNvCxnSpPr>
          <p:nvPr/>
        </p:nvCxnSpPr>
        <p:spPr>
          <a:xfrm>
            <a:off x="4792274" y="4218942"/>
            <a:ext cx="2325012" cy="490186"/>
          </a:xfrm>
          <a:prstGeom prst="straightConnector1">
            <a:avLst/>
          </a:prstGeom>
          <a:ln w="25400" cap="flat" cmpd="sng" algn="ctr">
            <a:solidFill>
              <a:srgbClr val="EB657E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3E0C503-9FEF-38F7-ACA2-06CDFDE4EBC9}"/>
              </a:ext>
            </a:extLst>
          </p:cNvPr>
          <p:cNvCxnSpPr>
            <a:cxnSpLocks/>
          </p:cNvCxnSpPr>
          <p:nvPr/>
        </p:nvCxnSpPr>
        <p:spPr>
          <a:xfrm>
            <a:off x="4787381" y="4385821"/>
            <a:ext cx="2334798" cy="1790074"/>
          </a:xfrm>
          <a:prstGeom prst="straightConnector1">
            <a:avLst/>
          </a:prstGeom>
          <a:ln w="25400" cap="flat" cmpd="sng" algn="ctr">
            <a:solidFill>
              <a:srgbClr val="EB657E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B47C9B3F-2FEF-BFE6-8091-E61CDD4AE90B}"/>
              </a:ext>
            </a:extLst>
          </p:cNvPr>
          <p:cNvCxnSpPr>
            <a:cxnSpLocks/>
            <a:stCxn id="31" idx="3"/>
          </p:cNvCxnSpPr>
          <p:nvPr/>
        </p:nvCxnSpPr>
        <p:spPr>
          <a:xfrm rot="16200000" flipH="1">
            <a:off x="4839232" y="1519957"/>
            <a:ext cx="2635790" cy="3798452"/>
          </a:xfrm>
          <a:prstGeom prst="bentConnector4">
            <a:avLst>
              <a:gd name="adj1" fmla="val -8673"/>
              <a:gd name="adj2" fmla="val 115394"/>
            </a:avLst>
          </a:prstGeom>
          <a:ln w="19050">
            <a:solidFill>
              <a:srgbClr val="ECEDF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E3B758F1-0A7D-2E0E-53E0-C5AC358A55D9}"/>
              </a:ext>
            </a:extLst>
          </p:cNvPr>
          <p:cNvCxnSpPr>
            <a:cxnSpLocks/>
          </p:cNvCxnSpPr>
          <p:nvPr/>
        </p:nvCxnSpPr>
        <p:spPr>
          <a:xfrm rot="5400000">
            <a:off x="7681588" y="5224764"/>
            <a:ext cx="1372257" cy="561981"/>
          </a:xfrm>
          <a:prstGeom prst="bentConnector3">
            <a:avLst>
              <a:gd name="adj1" fmla="val 99976"/>
            </a:avLst>
          </a:prstGeom>
          <a:ln w="19050">
            <a:solidFill>
              <a:srgbClr val="ECEDF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E43E9CE7-82CA-1301-4EC2-7FCF115E003E}"/>
              </a:ext>
            </a:extLst>
          </p:cNvPr>
          <p:cNvCxnSpPr>
            <a:cxnSpLocks/>
          </p:cNvCxnSpPr>
          <p:nvPr/>
        </p:nvCxnSpPr>
        <p:spPr>
          <a:xfrm>
            <a:off x="7522313" y="1928871"/>
            <a:ext cx="0" cy="755650"/>
          </a:xfrm>
          <a:prstGeom prst="straightConnector1">
            <a:avLst/>
          </a:prstGeom>
          <a:ln w="19050">
            <a:solidFill>
              <a:srgbClr val="ECEDF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1781F5B9-B3C2-9672-C8F3-454B1AACB019}"/>
              </a:ext>
            </a:extLst>
          </p:cNvPr>
          <p:cNvCxnSpPr>
            <a:cxnSpLocks/>
          </p:cNvCxnSpPr>
          <p:nvPr/>
        </p:nvCxnSpPr>
        <p:spPr>
          <a:xfrm flipH="1">
            <a:off x="4787381" y="3216633"/>
            <a:ext cx="984152" cy="540539"/>
          </a:xfrm>
          <a:prstGeom prst="straightConnector1">
            <a:avLst/>
          </a:prstGeom>
          <a:ln w="25400">
            <a:solidFill>
              <a:srgbClr val="FCE89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C93D0F91-70AE-DBFD-FDBD-A1B3E0A462F9}"/>
              </a:ext>
            </a:extLst>
          </p:cNvPr>
          <p:cNvSpPr txBox="1"/>
          <p:nvPr/>
        </p:nvSpPr>
        <p:spPr>
          <a:xfrm>
            <a:off x="4696852" y="3257273"/>
            <a:ext cx="818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CE89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기대</a:t>
            </a:r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E4B3099E-44D0-32D1-319E-337AC05615B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19" t="22482" r="14559" b="72786"/>
          <a:stretch>
            <a:fillRect/>
          </a:stretch>
        </p:blipFill>
        <p:spPr>
          <a:xfrm>
            <a:off x="3687731" y="6281624"/>
            <a:ext cx="1463138" cy="424132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59F4910E-EA59-353E-5E6B-F347946875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19" t="22482" r="14559" b="72786"/>
          <a:stretch>
            <a:fillRect/>
          </a:stretch>
        </p:blipFill>
        <p:spPr>
          <a:xfrm>
            <a:off x="414858" y="5981386"/>
            <a:ext cx="1463138" cy="424132"/>
          </a:xfrm>
          <a:prstGeom prst="rect">
            <a:avLst/>
          </a:prstGeom>
        </p:spPr>
      </p:pic>
      <p:sp>
        <p:nvSpPr>
          <p:cNvPr id="159" name="TextBox 158">
            <a:extLst>
              <a:ext uri="{FF2B5EF4-FFF2-40B4-BE49-F238E27FC236}">
                <a16:creationId xmlns:a16="http://schemas.microsoft.com/office/drawing/2014/main" id="{874301DE-1522-1F79-14B3-C1E991A7A48F}"/>
              </a:ext>
            </a:extLst>
          </p:cNvPr>
          <p:cNvSpPr txBox="1"/>
          <p:nvPr/>
        </p:nvSpPr>
        <p:spPr>
          <a:xfrm>
            <a:off x="4005958" y="6360318"/>
            <a:ext cx="818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기대한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E601906-3CCE-C7F3-7B12-EF96E4394E14}"/>
              </a:ext>
            </a:extLst>
          </p:cNvPr>
          <p:cNvSpPr txBox="1"/>
          <p:nvPr/>
        </p:nvSpPr>
        <p:spPr>
          <a:xfrm>
            <a:off x="615469" y="6067572"/>
            <a:ext cx="10619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강성과</a:t>
            </a: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9B4469D3-FA74-6873-CEF5-554CB2ED0A0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19" t="22482" r="14559" b="72786"/>
          <a:stretch>
            <a:fillRect/>
          </a:stretch>
        </p:blipFill>
        <p:spPr>
          <a:xfrm>
            <a:off x="3515061" y="2850569"/>
            <a:ext cx="1463138" cy="424132"/>
          </a:xfrm>
          <a:prstGeom prst="rect">
            <a:avLst/>
          </a:prstGeom>
        </p:spPr>
      </p:pic>
      <p:pic>
        <p:nvPicPr>
          <p:cNvPr id="113" name="그림 112">
            <a:extLst>
              <a:ext uri="{FF2B5EF4-FFF2-40B4-BE49-F238E27FC236}">
                <a16:creationId xmlns:a16="http://schemas.microsoft.com/office/drawing/2014/main" id="{80EBEF2D-4195-0801-68A9-EFAC12E367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19" t="22482" r="14559" b="72786"/>
          <a:stretch>
            <a:fillRect/>
          </a:stretch>
        </p:blipFill>
        <p:spPr>
          <a:xfrm>
            <a:off x="5049488" y="2850569"/>
            <a:ext cx="1463138" cy="424132"/>
          </a:xfrm>
          <a:prstGeom prst="rect">
            <a:avLst/>
          </a:prstGeom>
        </p:spPr>
      </p:pic>
      <p:pic>
        <p:nvPicPr>
          <p:cNvPr id="114" name="그림 113">
            <a:extLst>
              <a:ext uri="{FF2B5EF4-FFF2-40B4-BE49-F238E27FC236}">
                <a16:creationId xmlns:a16="http://schemas.microsoft.com/office/drawing/2014/main" id="{4751DD48-6BFB-D2BA-AC51-51651C1BB9E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19" t="22482" r="14559" b="72786"/>
          <a:stretch>
            <a:fillRect/>
          </a:stretch>
        </p:blipFill>
        <p:spPr>
          <a:xfrm>
            <a:off x="6823786" y="3555744"/>
            <a:ext cx="1463138" cy="424132"/>
          </a:xfrm>
          <a:prstGeom prst="rect">
            <a:avLst/>
          </a:prstGeom>
        </p:spPr>
      </p:pic>
      <p:pic>
        <p:nvPicPr>
          <p:cNvPr id="115" name="그림 114">
            <a:extLst>
              <a:ext uri="{FF2B5EF4-FFF2-40B4-BE49-F238E27FC236}">
                <a16:creationId xmlns:a16="http://schemas.microsoft.com/office/drawing/2014/main" id="{AFF580A8-FE1F-2E82-10F0-75F9DF98624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19" t="22482" r="14559" b="72786"/>
          <a:stretch>
            <a:fillRect/>
          </a:stretch>
        </p:blipFill>
        <p:spPr>
          <a:xfrm>
            <a:off x="6847337" y="4989369"/>
            <a:ext cx="1463138" cy="424132"/>
          </a:xfrm>
          <a:prstGeom prst="rect">
            <a:avLst/>
          </a:prstGeom>
        </p:spPr>
      </p:pic>
      <p:pic>
        <p:nvPicPr>
          <p:cNvPr id="116" name="그림 115">
            <a:extLst>
              <a:ext uri="{FF2B5EF4-FFF2-40B4-BE49-F238E27FC236}">
                <a16:creationId xmlns:a16="http://schemas.microsoft.com/office/drawing/2014/main" id="{379EFBC1-540C-EA6B-FD65-D79F676533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19" t="22482" r="14559" b="72786"/>
          <a:stretch>
            <a:fillRect/>
          </a:stretch>
        </p:blipFill>
        <p:spPr>
          <a:xfrm>
            <a:off x="6841603" y="6427630"/>
            <a:ext cx="1463138" cy="424132"/>
          </a:xfrm>
          <a:prstGeom prst="rect">
            <a:avLst/>
          </a:prstGeom>
        </p:spPr>
      </p:pic>
      <p:sp>
        <p:nvSpPr>
          <p:cNvPr id="158" name="TextBox 157">
            <a:extLst>
              <a:ext uri="{FF2B5EF4-FFF2-40B4-BE49-F238E27FC236}">
                <a16:creationId xmlns:a16="http://schemas.microsoft.com/office/drawing/2014/main" id="{6217BF74-C59C-F842-5CC0-D20BD70C7841}"/>
              </a:ext>
            </a:extLst>
          </p:cNvPr>
          <p:cNvSpPr txBox="1"/>
          <p:nvPr/>
        </p:nvSpPr>
        <p:spPr>
          <a:xfrm>
            <a:off x="5371669" y="2930540"/>
            <a:ext cx="818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서도이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928BD98D-B373-9387-96CD-94A98AE2DBA6}"/>
              </a:ext>
            </a:extLst>
          </p:cNvPr>
          <p:cNvSpPr txBox="1"/>
          <p:nvPr/>
        </p:nvSpPr>
        <p:spPr>
          <a:xfrm>
            <a:off x="7096182" y="3627195"/>
            <a:ext cx="918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일반 </a:t>
            </a:r>
            <a:r>
              <a:rPr lang="ko-KR" altLang="en-US" sz="1000" dirty="0" err="1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변이자</a:t>
            </a:r>
            <a:endParaRPr lang="ko-KR" altLang="en-US" sz="1000" dirty="0">
              <a:solidFill>
                <a:srgbClr val="ECEDF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5846928E-BEBA-B5F1-C634-8A493CFD18B2}"/>
              </a:ext>
            </a:extLst>
          </p:cNvPr>
          <p:cNvSpPr txBox="1"/>
          <p:nvPr/>
        </p:nvSpPr>
        <p:spPr>
          <a:xfrm>
            <a:off x="7122179" y="6499263"/>
            <a:ext cx="918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적응체</a:t>
            </a:r>
            <a:endParaRPr lang="ko-KR" altLang="en-US" sz="1000" dirty="0">
              <a:solidFill>
                <a:srgbClr val="ECEDF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65B5B11D-F2A0-8778-6911-0C5A41405928}"/>
              </a:ext>
            </a:extLst>
          </p:cNvPr>
          <p:cNvSpPr txBox="1"/>
          <p:nvPr/>
        </p:nvSpPr>
        <p:spPr>
          <a:xfrm>
            <a:off x="7117286" y="5060446"/>
            <a:ext cx="918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정예 </a:t>
            </a:r>
            <a:r>
              <a:rPr lang="ko-KR" altLang="en-US" sz="1000" dirty="0" err="1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변이자</a:t>
            </a:r>
            <a:endParaRPr lang="ko-KR" altLang="en-US" sz="1000" dirty="0">
              <a:solidFill>
                <a:srgbClr val="ECEDF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938F1A-FFCE-92C7-7492-7CD557EF21A5}"/>
              </a:ext>
            </a:extLst>
          </p:cNvPr>
          <p:cNvSpPr txBox="1"/>
          <p:nvPr/>
        </p:nvSpPr>
        <p:spPr>
          <a:xfrm>
            <a:off x="3795862" y="2939149"/>
            <a:ext cx="918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마을 사람들</a:t>
            </a:r>
          </a:p>
        </p:txBody>
      </p: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AB68D725-7105-EC1C-AC6E-216BD2F0BFE5}"/>
              </a:ext>
            </a:extLst>
          </p:cNvPr>
          <p:cNvGrpSpPr/>
          <p:nvPr/>
        </p:nvGrpSpPr>
        <p:grpSpPr>
          <a:xfrm>
            <a:off x="392008" y="1327208"/>
            <a:ext cx="2472147" cy="436563"/>
            <a:chOff x="690959" y="979487"/>
            <a:chExt cx="2472147" cy="436563"/>
          </a:xfrm>
        </p:grpSpPr>
        <p:cxnSp>
          <p:nvCxnSpPr>
            <p:cNvPr id="123" name="직선 연결선 122">
              <a:extLst>
                <a:ext uri="{FF2B5EF4-FFF2-40B4-BE49-F238E27FC236}">
                  <a16:creationId xmlns:a16="http://schemas.microsoft.com/office/drawing/2014/main" id="{7E405656-1D57-05D3-72A3-D489B43E892E}"/>
                </a:ext>
              </a:extLst>
            </p:cNvPr>
            <p:cNvCxnSpPr/>
            <p:nvPr/>
          </p:nvCxnSpPr>
          <p:spPr>
            <a:xfrm>
              <a:off x="696914" y="979487"/>
              <a:ext cx="0" cy="436563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rgbClr val="767779"/>
                  </a:gs>
                  <a:gs pos="95000">
                    <a:srgbClr val="ECEDF1">
                      <a:alpha val="0"/>
                    </a:srgb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01CBF771-A8F7-7D76-17BB-FB1FC919EF45}"/>
                </a:ext>
              </a:extLst>
            </p:cNvPr>
            <p:cNvCxnSpPr>
              <a:cxnSpLocks/>
            </p:cNvCxnSpPr>
            <p:nvPr/>
          </p:nvCxnSpPr>
          <p:spPr>
            <a:xfrm>
              <a:off x="690959" y="985442"/>
              <a:ext cx="1139032" cy="0"/>
            </a:xfrm>
            <a:prstGeom prst="line">
              <a:avLst/>
            </a:prstGeom>
            <a:ln w="12700">
              <a:solidFill>
                <a:srgbClr val="7677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5526D88A-24D3-6390-7F7A-2241BAD82FFB}"/>
                </a:ext>
              </a:extLst>
            </p:cNvPr>
            <p:cNvCxnSpPr>
              <a:cxnSpLocks/>
            </p:cNvCxnSpPr>
            <p:nvPr/>
          </p:nvCxnSpPr>
          <p:spPr>
            <a:xfrm>
              <a:off x="1823235" y="980680"/>
              <a:ext cx="102741" cy="381395"/>
            </a:xfrm>
            <a:prstGeom prst="line">
              <a:avLst/>
            </a:prstGeom>
            <a:ln w="12700">
              <a:solidFill>
                <a:srgbClr val="7677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7E0862B9-627C-96BD-9509-7927B62591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1212" y="1356022"/>
              <a:ext cx="1241894" cy="1046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rgbClr val="767779"/>
                  </a:gs>
                  <a:gs pos="100000">
                    <a:srgbClr val="ECEDF1">
                      <a:alpha val="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C744B8C4-230B-5509-45D9-1288425B102B}"/>
              </a:ext>
            </a:extLst>
          </p:cNvPr>
          <p:cNvGrpSpPr/>
          <p:nvPr/>
        </p:nvGrpSpPr>
        <p:grpSpPr>
          <a:xfrm>
            <a:off x="3252356" y="1327208"/>
            <a:ext cx="2472147" cy="436563"/>
            <a:chOff x="690959" y="979487"/>
            <a:chExt cx="2472147" cy="436563"/>
          </a:xfrm>
        </p:grpSpPr>
        <p:cxnSp>
          <p:nvCxnSpPr>
            <p:cNvPr id="184" name="직선 연결선 183">
              <a:extLst>
                <a:ext uri="{FF2B5EF4-FFF2-40B4-BE49-F238E27FC236}">
                  <a16:creationId xmlns:a16="http://schemas.microsoft.com/office/drawing/2014/main" id="{27F1F01E-2AB9-8B50-1360-C3165ED112DF}"/>
                </a:ext>
              </a:extLst>
            </p:cNvPr>
            <p:cNvCxnSpPr/>
            <p:nvPr/>
          </p:nvCxnSpPr>
          <p:spPr>
            <a:xfrm>
              <a:off x="696914" y="979487"/>
              <a:ext cx="0" cy="436563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rgbClr val="767779"/>
                  </a:gs>
                  <a:gs pos="95000">
                    <a:srgbClr val="ECEDF1">
                      <a:alpha val="0"/>
                    </a:srgb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직선 연결선 184">
              <a:extLst>
                <a:ext uri="{FF2B5EF4-FFF2-40B4-BE49-F238E27FC236}">
                  <a16:creationId xmlns:a16="http://schemas.microsoft.com/office/drawing/2014/main" id="{ACB9B383-2324-3E7F-14ED-3A596BCE12F0}"/>
                </a:ext>
              </a:extLst>
            </p:cNvPr>
            <p:cNvCxnSpPr>
              <a:cxnSpLocks/>
            </p:cNvCxnSpPr>
            <p:nvPr/>
          </p:nvCxnSpPr>
          <p:spPr>
            <a:xfrm>
              <a:off x="690959" y="985442"/>
              <a:ext cx="1139032" cy="0"/>
            </a:xfrm>
            <a:prstGeom prst="line">
              <a:avLst/>
            </a:prstGeom>
            <a:ln w="12700">
              <a:solidFill>
                <a:srgbClr val="7677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연결선 186">
              <a:extLst>
                <a:ext uri="{FF2B5EF4-FFF2-40B4-BE49-F238E27FC236}">
                  <a16:creationId xmlns:a16="http://schemas.microsoft.com/office/drawing/2014/main" id="{C999E4CD-5077-9124-003F-9E855A348E79}"/>
                </a:ext>
              </a:extLst>
            </p:cNvPr>
            <p:cNvCxnSpPr>
              <a:cxnSpLocks/>
            </p:cNvCxnSpPr>
            <p:nvPr/>
          </p:nvCxnSpPr>
          <p:spPr>
            <a:xfrm>
              <a:off x="1823235" y="980680"/>
              <a:ext cx="102741" cy="381395"/>
            </a:xfrm>
            <a:prstGeom prst="line">
              <a:avLst/>
            </a:prstGeom>
            <a:ln w="12700">
              <a:solidFill>
                <a:srgbClr val="7677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3C99B09E-720A-91A0-F511-19F076DB6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1212" y="1356022"/>
              <a:ext cx="1241894" cy="1046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rgbClr val="767779"/>
                  </a:gs>
                  <a:gs pos="100000">
                    <a:srgbClr val="ECEDF1">
                      <a:alpha val="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33D75B2A-207D-3D7E-0F08-EBF9914044C6}"/>
              </a:ext>
            </a:extLst>
          </p:cNvPr>
          <p:cNvGrpSpPr/>
          <p:nvPr/>
        </p:nvGrpSpPr>
        <p:grpSpPr>
          <a:xfrm>
            <a:off x="6271244" y="1327208"/>
            <a:ext cx="2472147" cy="436563"/>
            <a:chOff x="690959" y="979487"/>
            <a:chExt cx="2472147" cy="436563"/>
          </a:xfrm>
        </p:grpSpPr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F4657C8F-8CC2-272F-D792-671A779F7F6B}"/>
                </a:ext>
              </a:extLst>
            </p:cNvPr>
            <p:cNvCxnSpPr/>
            <p:nvPr/>
          </p:nvCxnSpPr>
          <p:spPr>
            <a:xfrm>
              <a:off x="696914" y="979487"/>
              <a:ext cx="0" cy="436563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rgbClr val="767779"/>
                  </a:gs>
                  <a:gs pos="95000">
                    <a:srgbClr val="ECEDF1">
                      <a:alpha val="0"/>
                    </a:srgb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직선 연결선 192">
              <a:extLst>
                <a:ext uri="{FF2B5EF4-FFF2-40B4-BE49-F238E27FC236}">
                  <a16:creationId xmlns:a16="http://schemas.microsoft.com/office/drawing/2014/main" id="{33CF1FDA-8604-9036-7250-C0E76183B69C}"/>
                </a:ext>
              </a:extLst>
            </p:cNvPr>
            <p:cNvCxnSpPr>
              <a:cxnSpLocks/>
            </p:cNvCxnSpPr>
            <p:nvPr/>
          </p:nvCxnSpPr>
          <p:spPr>
            <a:xfrm>
              <a:off x="690959" y="985442"/>
              <a:ext cx="1139032" cy="0"/>
            </a:xfrm>
            <a:prstGeom prst="line">
              <a:avLst/>
            </a:prstGeom>
            <a:ln w="12700">
              <a:solidFill>
                <a:srgbClr val="7677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211F8EAB-D289-C804-3971-E1B83D1E1048}"/>
                </a:ext>
              </a:extLst>
            </p:cNvPr>
            <p:cNvCxnSpPr>
              <a:cxnSpLocks/>
            </p:cNvCxnSpPr>
            <p:nvPr/>
          </p:nvCxnSpPr>
          <p:spPr>
            <a:xfrm>
              <a:off x="1823235" y="980680"/>
              <a:ext cx="102741" cy="381395"/>
            </a:xfrm>
            <a:prstGeom prst="line">
              <a:avLst/>
            </a:prstGeom>
            <a:ln w="12700">
              <a:solidFill>
                <a:srgbClr val="7677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직선 연결선 199">
              <a:extLst>
                <a:ext uri="{FF2B5EF4-FFF2-40B4-BE49-F238E27FC236}">
                  <a16:creationId xmlns:a16="http://schemas.microsoft.com/office/drawing/2014/main" id="{C3469585-E0BE-5169-D657-DDEE680A62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1212" y="1356022"/>
              <a:ext cx="1241894" cy="1046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rgbClr val="767779"/>
                  </a:gs>
                  <a:gs pos="100000">
                    <a:srgbClr val="ECEDF1">
                      <a:alpha val="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2" name="TextBox 201">
            <a:extLst>
              <a:ext uri="{FF2B5EF4-FFF2-40B4-BE49-F238E27FC236}">
                <a16:creationId xmlns:a16="http://schemas.microsoft.com/office/drawing/2014/main" id="{E62194DD-69A7-C593-9C16-83C35A0CC2FA}"/>
              </a:ext>
            </a:extLst>
          </p:cNvPr>
          <p:cNvSpPr txBox="1"/>
          <p:nvPr/>
        </p:nvSpPr>
        <p:spPr>
          <a:xfrm>
            <a:off x="3230638" y="1339118"/>
            <a:ext cx="120295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주변 인물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A33B7FD6-546C-33A7-2C50-495F18C49CEB}"/>
              </a:ext>
            </a:extLst>
          </p:cNvPr>
          <p:cNvSpPr txBox="1"/>
          <p:nvPr/>
        </p:nvSpPr>
        <p:spPr>
          <a:xfrm>
            <a:off x="378894" y="1339118"/>
            <a:ext cx="120295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은하 병원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405005CC-B0BA-120E-1938-5E89AE70DC78}"/>
              </a:ext>
            </a:extLst>
          </p:cNvPr>
          <p:cNvSpPr txBox="1"/>
          <p:nvPr/>
        </p:nvSpPr>
        <p:spPr>
          <a:xfrm>
            <a:off x="6243754" y="1339118"/>
            <a:ext cx="120295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변이자</a:t>
            </a:r>
            <a:endParaRPr lang="ko-KR" altLang="en-US" sz="1900" dirty="0">
              <a:solidFill>
                <a:srgbClr val="ECEDF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06" name="가로 글상자 69">
            <a:extLst>
              <a:ext uri="{FF2B5EF4-FFF2-40B4-BE49-F238E27FC236}">
                <a16:creationId xmlns:a16="http://schemas.microsoft.com/office/drawing/2014/main" id="{7405985D-3568-0496-86DD-1E8EC0335D0F}"/>
              </a:ext>
            </a:extLst>
          </p:cNvPr>
          <p:cNvSpPr txBox="1"/>
          <p:nvPr/>
        </p:nvSpPr>
        <p:spPr>
          <a:xfrm>
            <a:off x="334928" y="385984"/>
            <a:ext cx="303692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 b="1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인물 관계도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067E55-A94E-E19F-D9C4-A766C76B8F7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ackgroundRemoval t="6250" b="99609" l="9896" r="89881">
                        <a14:foregroundMark x1="38914" y1="22135" x2="43378" y2="12500"/>
                        <a14:foregroundMark x1="43378" y1="12500" x2="51042" y2="6510"/>
                        <a14:foregroundMark x1="51042" y1="6510" x2="57515" y2="15755"/>
                        <a14:foregroundMark x1="57515" y1="15755" x2="59152" y2="24479"/>
                        <a14:foregroundMark x1="59152" y1="24479" x2="59152" y2="24479"/>
                        <a14:foregroundMark x1="31101" y1="95052" x2="46429" y2="92839"/>
                        <a14:foregroundMark x1="46429" y1="92839" x2="66369" y2="95443"/>
                        <a14:foregroundMark x1="66369" y1="95443" x2="67560" y2="95313"/>
                        <a14:foregroundMark x1="23140" y1="94531" x2="22024" y2="97786"/>
                        <a14:foregroundMark x1="29167" y1="99349" x2="59077" y2="95313"/>
                        <a14:foregroundMark x1="59077" y1="95313" x2="66295" y2="96354"/>
                        <a14:foregroundMark x1="66295" y1="96354" x2="69866" y2="99479"/>
                        <a14:foregroundMark x1="35342" y1="98958" x2="49033" y2="96875"/>
                        <a14:foregroundMark x1="49033" y1="96875" x2="60938" y2="99479"/>
                        <a14:foregroundMark x1="60938" y1="99479" x2="63690" y2="98958"/>
                        <a14:foregroundMark x1="35268" y1="99609" x2="43378" y2="98698"/>
                        <a14:foregroundMark x1="43378" y1="98698" x2="51637" y2="99609"/>
                        <a14:foregroundMark x1="51637" y1="99609" x2="65625" y2="98698"/>
                        <a14:foregroundMark x1="65625" y1="98698" x2="65625" y2="986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045" t="951" r="26933" b="1920"/>
          <a:stretch>
            <a:fillRect/>
          </a:stretch>
        </p:blipFill>
        <p:spPr>
          <a:xfrm>
            <a:off x="4101107" y="3894774"/>
            <a:ext cx="646923" cy="703741"/>
          </a:xfrm>
          <a:prstGeom prst="rect">
            <a:avLst/>
          </a:prstGeom>
        </p:spPr>
      </p:pic>
      <p:pic>
        <p:nvPicPr>
          <p:cNvPr id="111" name="그림 110">
            <a:extLst>
              <a:ext uri="{FF2B5EF4-FFF2-40B4-BE49-F238E27FC236}">
                <a16:creationId xmlns:a16="http://schemas.microsoft.com/office/drawing/2014/main" id="{61A4FCC2-44B9-EB31-51B0-26D7DA496ED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19" t="22482" r="14559" b="72786"/>
          <a:stretch>
            <a:fillRect/>
          </a:stretch>
        </p:blipFill>
        <p:spPr>
          <a:xfrm>
            <a:off x="3687731" y="4534779"/>
            <a:ext cx="1463138" cy="424132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798E6BE4-396E-6C7D-C392-254DC9F3A220}"/>
              </a:ext>
            </a:extLst>
          </p:cNvPr>
          <p:cNvSpPr txBox="1"/>
          <p:nvPr/>
        </p:nvSpPr>
        <p:spPr>
          <a:xfrm>
            <a:off x="4009912" y="4614709"/>
            <a:ext cx="818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차한해</a:t>
            </a:r>
            <a:endParaRPr lang="ko-KR" altLang="en-US" sz="1000" dirty="0">
              <a:solidFill>
                <a:srgbClr val="ECEDF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218606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그림 52">
            <a:extLst>
              <a:ext uri="{FF2B5EF4-FFF2-40B4-BE49-F238E27FC236}">
                <a16:creationId xmlns:a16="http://schemas.microsoft.com/office/drawing/2014/main" id="{ACB2EB16-7A8C-04C6-8FF4-FFF650708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07" t="53776" r="65430" b="5773"/>
          <a:stretch>
            <a:fillRect/>
          </a:stretch>
        </p:blipFill>
        <p:spPr>
          <a:xfrm>
            <a:off x="5088724" y="3625340"/>
            <a:ext cx="1733164" cy="2090121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9CCAD0BD-A93D-CE53-C5D5-525EB9B140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3" t="26898" r="13954" b="68192"/>
          <a:stretch>
            <a:fillRect/>
          </a:stretch>
        </p:blipFill>
        <p:spPr>
          <a:xfrm>
            <a:off x="2073592" y="1404017"/>
            <a:ext cx="1469640" cy="44208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085544" y="1439686"/>
            <a:ext cx="4157036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900" b="1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  </a:t>
            </a:r>
            <a:r>
              <a:rPr lang="ko-KR" altLang="en-US" sz="1900" b="1" dirty="0" err="1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차한해</a:t>
            </a:r>
            <a:endParaRPr lang="en-US" altLang="ko-KR" sz="1900" b="1" dirty="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endParaRPr lang="en-US" altLang="ko-KR" sz="1000" dirty="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r>
              <a:rPr lang="ko-KR" altLang="en-US" sz="10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평범한 일상 속에서 자연스럽게 선행을 해오던 인물</a:t>
            </a:r>
            <a:endParaRPr lang="en-US" altLang="ko-KR" sz="1000" dirty="0">
              <a:solidFill>
                <a:srgbClr val="767779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endParaRPr lang="en-US" altLang="ko-KR" sz="1000" dirty="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r>
              <a:rPr lang="ko-KR" altLang="en-US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스스로를 특별히 착하다고 여기지 않지만</a:t>
            </a:r>
            <a:r>
              <a:rPr lang="en-US" altLang="ko-KR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</a:t>
            </a:r>
          </a:p>
          <a:p>
            <a:r>
              <a:rPr lang="ko-KR" altLang="en-US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주변 사람들은</a:t>
            </a:r>
            <a:r>
              <a:rPr lang="en-US" altLang="ko-KR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언제나 그를</a:t>
            </a:r>
            <a:r>
              <a:rPr lang="en-US" altLang="ko-KR" sz="1000" dirty="0">
                <a:solidFill>
                  <a:srgbClr val="FCE89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‘</a:t>
            </a:r>
            <a:r>
              <a:rPr lang="ko-KR" altLang="en-US" sz="1000" dirty="0">
                <a:solidFill>
                  <a:srgbClr val="FCE89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가장 착한 사람</a:t>
            </a:r>
            <a:r>
              <a:rPr lang="en-US" altLang="ko-KR" sz="1000" dirty="0">
                <a:solidFill>
                  <a:srgbClr val="FCE89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’</a:t>
            </a:r>
            <a:r>
              <a:rPr lang="ko-KR" altLang="en-US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으로 여겨 왔다</a:t>
            </a:r>
            <a:r>
              <a:rPr lang="en-US" altLang="ko-KR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endParaRPr lang="en-US" altLang="ko-KR" sz="1000" dirty="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r>
              <a:rPr lang="ko-KR" altLang="en-US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바이러스 확산 이후 사람들을 보호하면 살아남았고</a:t>
            </a:r>
            <a:r>
              <a:rPr lang="en-US" altLang="ko-KR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</a:t>
            </a:r>
          </a:p>
          <a:p>
            <a:r>
              <a:rPr lang="ko-KR" altLang="en-US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그의 선행은 점점 </a:t>
            </a:r>
            <a:r>
              <a:rPr lang="ko-KR" altLang="en-US" sz="1000" dirty="0">
                <a:solidFill>
                  <a:srgbClr val="FCE89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선택이 아닌 당연한 역할</a:t>
            </a:r>
            <a:r>
              <a:rPr lang="ko-KR" altLang="en-US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</a:t>
            </a:r>
            <a:r>
              <a:rPr lang="ko-KR" altLang="en-US" sz="1000" dirty="0">
                <a:solidFill>
                  <a:srgbClr val="FCE89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되어 간다</a:t>
            </a:r>
            <a:r>
              <a:rPr lang="en-US" altLang="ko-KR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endParaRPr lang="en-US" altLang="ko-KR" sz="1000" dirty="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r>
              <a:rPr lang="ko-KR" altLang="en-US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세계의 붕괴 원인을 추적하던 중</a:t>
            </a:r>
            <a:r>
              <a:rPr lang="en-US" altLang="ko-KR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</a:t>
            </a:r>
          </a:p>
          <a:p>
            <a:r>
              <a:rPr lang="ko-KR" altLang="en-US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모든 사태의 중심에 </a:t>
            </a:r>
            <a:r>
              <a:rPr lang="ko-KR" altLang="en-US" sz="1000" dirty="0">
                <a:solidFill>
                  <a:srgbClr val="EB657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강성과</a:t>
            </a:r>
            <a:r>
              <a:rPr lang="ko-KR" altLang="en-US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가 있음을 알게 된다</a:t>
            </a:r>
            <a:r>
              <a:rPr lang="en-US" altLang="ko-KR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154" name="그림 153">
            <a:extLst>
              <a:ext uri="{FF2B5EF4-FFF2-40B4-BE49-F238E27FC236}">
                <a16:creationId xmlns:a16="http://schemas.microsoft.com/office/drawing/2014/main" id="{342AE6C9-F081-5B0A-94BA-37029D99FEE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457" b="96296" l="9735" r="8938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084" b="14084"/>
          <a:stretch/>
        </p:blipFill>
        <p:spPr>
          <a:xfrm>
            <a:off x="493716" y="1417574"/>
            <a:ext cx="1469640" cy="1875092"/>
          </a:xfrm>
          <a:prstGeom prst="snip2DiagRect">
            <a:avLst/>
          </a:prstGeom>
          <a:solidFill>
            <a:srgbClr val="B6BFC6">
              <a:alpha val="15000"/>
            </a:srgbClr>
          </a:solidFill>
          <a:ln w="381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52B6403-65F6-8B0F-DFE0-96C64C7CDA4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172494" y="155464"/>
            <a:ext cx="2314110" cy="1119951"/>
          </a:xfrm>
          <a:prstGeom prst="rect">
            <a:avLst/>
          </a:prstGeom>
        </p:spPr>
      </p:pic>
      <p:sp>
        <p:nvSpPr>
          <p:cNvPr id="33" name="가로 글상자 69">
            <a:extLst>
              <a:ext uri="{FF2B5EF4-FFF2-40B4-BE49-F238E27FC236}">
                <a16:creationId xmlns:a16="http://schemas.microsoft.com/office/drawing/2014/main" id="{243CA49A-3E06-37E4-8C4E-DD2444AE51F6}"/>
              </a:ext>
            </a:extLst>
          </p:cNvPr>
          <p:cNvSpPr txBox="1"/>
          <p:nvPr/>
        </p:nvSpPr>
        <p:spPr>
          <a:xfrm>
            <a:off x="272595" y="370089"/>
            <a:ext cx="210354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3500" b="1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주인공</a:t>
            </a:r>
          </a:p>
        </p:txBody>
      </p:sp>
      <p:sp>
        <p:nvSpPr>
          <p:cNvPr id="15" name="타원 14"/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타원 16"/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8" name="타원 17"/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타원 18"/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dirty="0"/>
          </a:p>
        </p:txBody>
      </p:sp>
      <p:sp>
        <p:nvSpPr>
          <p:cNvPr id="20" name="타원 19"/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1" name="타원 20"/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dirty="0"/>
          </a:p>
        </p:txBody>
      </p:sp>
      <p:sp>
        <p:nvSpPr>
          <p:cNvPr id="22" name="타원 21"/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58CCD5F-0A1D-98AF-CB85-4218EE456C61}"/>
              </a:ext>
            </a:extLst>
          </p:cNvPr>
          <p:cNvSpPr txBox="1"/>
          <p:nvPr/>
        </p:nvSpPr>
        <p:spPr>
          <a:xfrm>
            <a:off x="-1183321" y="50452"/>
            <a:ext cx="108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큰</a:t>
            </a:r>
            <a:r>
              <a:rPr lang="en-US" altLang="ko-KR" dirty="0"/>
              <a:t> 3</a:t>
            </a:r>
          </a:p>
          <a:p>
            <a:r>
              <a:rPr lang="ko-KR" altLang="en-US" dirty="0"/>
              <a:t>중간 </a:t>
            </a:r>
            <a:r>
              <a:rPr lang="en-US" altLang="ko-KR" dirty="0"/>
              <a:t>2.2</a:t>
            </a:r>
          </a:p>
          <a:p>
            <a:r>
              <a:rPr lang="ko-KR" altLang="en-US" dirty="0"/>
              <a:t>작은 </a:t>
            </a:r>
            <a:r>
              <a:rPr lang="en-US" altLang="ko-KR" dirty="0"/>
              <a:t>1.5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0C79365-02DE-A03B-263D-33FFBC1100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3" t="37407" r="14938" b="58267"/>
          <a:stretch>
            <a:fillRect/>
          </a:stretch>
        </p:blipFill>
        <p:spPr>
          <a:xfrm>
            <a:off x="398180" y="3603125"/>
            <a:ext cx="1403332" cy="38187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A628BF-28C1-530A-CDA8-A3565F0506E0}"/>
              </a:ext>
            </a:extLst>
          </p:cNvPr>
          <p:cNvSpPr txBox="1"/>
          <p:nvPr/>
        </p:nvSpPr>
        <p:spPr>
          <a:xfrm>
            <a:off x="647988" y="3596775"/>
            <a:ext cx="775324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900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키워드</a:t>
            </a:r>
            <a:endParaRPr lang="en-US" altLang="ko-KR" sz="1900">
              <a:solidFill>
                <a:srgbClr val="ECEDF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endParaRPr lang="en-US" altLang="ko-KR" sz="110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밝은 </a:t>
            </a:r>
            <a:r>
              <a:rPr lang="ko-KR" altLang="en-US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인상 </a:t>
            </a:r>
            <a:r>
              <a:rPr lang="en-US" altLang="ko-KR" sz="110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110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말 </a:t>
            </a:r>
            <a:r>
              <a:rPr lang="ko-KR" altLang="en-US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걸기 쉬운 분위기</a:t>
            </a:r>
            <a:endParaRPr lang="en-US" altLang="ko-KR" sz="110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전투</a:t>
            </a:r>
            <a:r>
              <a:rPr lang="en-US" altLang="ko-KR" sz="110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10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탐색</a:t>
            </a:r>
            <a:r>
              <a:rPr lang="en-US" altLang="ko-KR" sz="110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10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선택을 </a:t>
            </a:r>
            <a:r>
              <a:rPr lang="ko-KR" altLang="en-US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통해 세계에 개입하는 인물</a:t>
            </a:r>
            <a:endParaRPr lang="en-US" altLang="ko-KR" sz="110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캐주얼한 </a:t>
            </a:r>
            <a:r>
              <a:rPr lang="ko-KR" altLang="en-US" sz="1100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스타일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08549951-2C3B-D56E-3281-9441A1B788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250" b="99609" l="9896" r="89881">
                        <a14:foregroundMark x1="38914" y1="22135" x2="43378" y2="12500"/>
                        <a14:foregroundMark x1="43378" y1="12500" x2="51042" y2="6510"/>
                        <a14:foregroundMark x1="51042" y1="6510" x2="57515" y2="15755"/>
                        <a14:foregroundMark x1="57515" y1="15755" x2="59152" y2="24479"/>
                        <a14:foregroundMark x1="59152" y1="24479" x2="59152" y2="24479"/>
                        <a14:foregroundMark x1="31101" y1="95052" x2="46429" y2="92839"/>
                        <a14:foregroundMark x1="46429" y1="92839" x2="66369" y2="95443"/>
                        <a14:foregroundMark x1="66369" y1="95443" x2="67560" y2="95313"/>
                        <a14:foregroundMark x1="23140" y1="94531" x2="22024" y2="97786"/>
                        <a14:foregroundMark x1="29167" y1="99349" x2="59077" y2="95313"/>
                        <a14:foregroundMark x1="59077" y1="95313" x2="66295" y2="96354"/>
                        <a14:foregroundMark x1="66295" y1="96354" x2="69866" y2="99479"/>
                        <a14:foregroundMark x1="35342" y1="98958" x2="49033" y2="96875"/>
                        <a14:foregroundMark x1="49033" y1="96875" x2="60938" y2="99479"/>
                        <a14:foregroundMark x1="60938" y1="99479" x2="63690" y2="98958"/>
                        <a14:foregroundMark x1="35268" y1="99609" x2="43378" y2="98698"/>
                        <a14:foregroundMark x1="43378" y1="98698" x2="51637" y2="99609"/>
                        <a14:foregroundMark x1="51637" y1="99609" x2="65625" y2="98698"/>
                        <a14:foregroundMark x1="65625" y1="98698" x2="65625" y2="986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045" t="951" r="26933" b="1920"/>
          <a:stretch>
            <a:fillRect/>
          </a:stretch>
        </p:blipFill>
        <p:spPr>
          <a:xfrm>
            <a:off x="359730" y="1527773"/>
            <a:ext cx="1601882" cy="174257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481039F-42B1-0567-3782-2EA65C705A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457" b="96296" l="9735" r="8938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084" b="14084"/>
          <a:stretch/>
        </p:blipFill>
        <p:spPr>
          <a:xfrm>
            <a:off x="491972" y="1414445"/>
            <a:ext cx="1469640" cy="1875092"/>
          </a:xfrm>
          <a:prstGeom prst="snip2DiagRect">
            <a:avLst/>
          </a:prstGeom>
          <a:noFill/>
          <a:ln w="381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9" name="직각 삼각형 48"/>
          <p:cNvSpPr/>
          <p:nvPr/>
        </p:nvSpPr>
        <p:spPr>
          <a:xfrm>
            <a:off x="272595" y="2854923"/>
            <a:ext cx="522887" cy="522887"/>
          </a:xfrm>
          <a:prstGeom prst="rtTriangl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1E04919E-F2E6-87B1-8464-3D31C567B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" t="52281" r="87176" b="34627"/>
          <a:stretch>
            <a:fillRect/>
          </a:stretch>
        </p:blipFill>
        <p:spPr>
          <a:xfrm>
            <a:off x="5042867" y="5014962"/>
            <a:ext cx="771494" cy="729064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7CF13DED-4CE1-F771-8874-25814E6D6E32}"/>
              </a:ext>
            </a:extLst>
          </p:cNvPr>
          <p:cNvSpPr txBox="1"/>
          <p:nvPr/>
        </p:nvSpPr>
        <p:spPr>
          <a:xfrm>
            <a:off x="4939164" y="4806309"/>
            <a:ext cx="14050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남색 티 </a:t>
            </a:r>
            <a:r>
              <a:rPr lang="en-US" altLang="ko-KR" sz="100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+</a:t>
            </a:r>
            <a:r>
              <a:rPr lang="en-US" altLang="ko-KR" sz="100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100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회색 </a:t>
            </a:r>
            <a:r>
              <a:rPr lang="ko-KR" altLang="en-US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조끼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81F3A8D-4EB5-6264-0BA3-8D56620C4F15}"/>
              </a:ext>
            </a:extLst>
          </p:cNvPr>
          <p:cNvSpPr txBox="1"/>
          <p:nvPr/>
        </p:nvSpPr>
        <p:spPr>
          <a:xfrm>
            <a:off x="6202062" y="4646263"/>
            <a:ext cx="7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검은색</a:t>
            </a:r>
            <a:endParaRPr lang="en-US" altLang="ko-KR" sz="100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algn="ctr"/>
            <a:r>
              <a:rPr lang="ko-KR" altLang="en-US" sz="100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크로스백</a:t>
            </a:r>
            <a:endParaRPr lang="ko-KR" altLang="en-US" sz="1000" dirty="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C6EE62-17D1-73CA-B5DE-020CC5A8EE2A}"/>
              </a:ext>
            </a:extLst>
          </p:cNvPr>
          <p:cNvSpPr txBox="1"/>
          <p:nvPr/>
        </p:nvSpPr>
        <p:spPr>
          <a:xfrm>
            <a:off x="5065280" y="5696421"/>
            <a:ext cx="76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남색 비니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CCB3AF2-727B-8575-5E0A-554317F5CB28}"/>
              </a:ext>
            </a:extLst>
          </p:cNvPr>
          <p:cNvSpPr txBox="1"/>
          <p:nvPr/>
        </p:nvSpPr>
        <p:spPr>
          <a:xfrm>
            <a:off x="5896278" y="5692299"/>
            <a:ext cx="963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흰색 운동화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C5FF8F1A-274E-A78B-C22A-2B398125DE7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469" b="96387" l="37500" r="97461">
                        <a14:foregroundMark x1="46908" y1="17090" x2="47591" y2="22754"/>
                        <a14:foregroundMark x1="45508" y1="5469" x2="46908" y2="17090"/>
                        <a14:foregroundMark x1="38387" y1="35254" x2="38179" y2="35840"/>
                        <a14:foregroundMark x1="38491" y1="34961" x2="38387" y2="35254"/>
                        <a14:foregroundMark x1="38595" y1="34668" x2="38491" y2="34961"/>
                        <a14:foregroundMark x1="38802" y1="34082" x2="38595" y2="34668"/>
                        <a14:foregroundMark x1="39286" y1="32715" x2="38906" y2="33789"/>
                        <a14:foregroundMark x1="39390" y1="32422" x2="39286" y2="32715"/>
                        <a14:foregroundMark x1="41016" y1="27832" x2="39390" y2="32422"/>
                        <a14:foregroundMark x1="38292" y1="43750" x2="38319" y2="44043"/>
                        <a14:foregroundMark x1="38060" y1="41211" x2="38292" y2="43750"/>
                        <a14:foregroundMark x1="38016" y1="40723" x2="38060" y2="41211"/>
                        <a14:foregroundMark x1="37873" y1="39162" x2="37907" y2="39536"/>
                        <a14:foregroundMark x1="46593" y1="82211" x2="45964" y2="92285"/>
                        <a14:foregroundMark x1="45964" y1="92285" x2="45573" y2="93945"/>
                        <a14:foregroundMark x1="47005" y1="77148" x2="47721" y2="85156"/>
                        <a14:foregroundMark x1="37760" y1="40430" x2="37826" y2="40918"/>
                        <a14:foregroundMark x1="37630" y1="39746" x2="37630" y2="40332"/>
                        <a14:foregroundMark x1="38672" y1="34863" x2="38672" y2="34863"/>
                        <a14:foregroundMark x1="38542" y1="35059" x2="38542" y2="35059"/>
                        <a14:foregroundMark x1="38607" y1="34766" x2="38607" y2="34766"/>
                        <a14:foregroundMark x1="38542" y1="35059" x2="38867" y2="34570"/>
                        <a14:foregroundMark x1="41602" y1="27344" x2="41602" y2="27344"/>
                        <a14:foregroundMark x1="41667" y1="27441" x2="41667" y2="27441"/>
                        <a14:foregroundMark x1="67881" y1="16699" x2="67643" y2="26074"/>
                        <a14:foregroundMark x1="68099" y1="8105" x2="67881" y2="16699"/>
                        <a14:foregroundMark x1="67643" y1="26074" x2="64232" y2="47618"/>
                        <a14:foregroundMark x1="70573" y1="45020" x2="70638" y2="52246"/>
                        <a14:foregroundMark x1="65365" y1="47363" x2="65820" y2="53223"/>
                        <a14:foregroundMark x1="64909" y1="52344" x2="64909" y2="53027"/>
                        <a14:foregroundMark x1="66862" y1="52539" x2="66732" y2="53125"/>
                        <a14:foregroundMark x1="69336" y1="52344" x2="69336" y2="53516"/>
                        <a14:foregroundMark x1="82292" y1="7910" x2="87760" y2="37305"/>
                        <a14:foregroundMark x1="78776" y1="34277" x2="84310" y2="35938"/>
                        <a14:foregroundMark x1="84896" y1="35742" x2="94931" y2="32227"/>
                        <a14:foregroundMark x1="90104" y1="36719" x2="95052" y2="33984"/>
                        <a14:foregroundMark x1="95052" y1="33984" x2="95378" y2="33594"/>
                        <a14:foregroundMark x1="78125" y1="34277" x2="79167" y2="34473"/>
                        <a14:foregroundMark x1="95638" y1="32910" x2="96094" y2="32813"/>
                        <a14:foregroundMark x1="90205" y1="59766" x2="90430" y2="60449"/>
                        <a14:foregroundMark x1="84180" y1="41504" x2="90205" y2="59766"/>
                        <a14:foregroundMark x1="90430" y1="60449" x2="90690" y2="66406"/>
                        <a14:foregroundMark x1="86589" y1="68457" x2="87259" y2="68525"/>
                        <a14:foregroundMark x1="83724" y1="95020" x2="94792" y2="93457"/>
                        <a14:foregroundMark x1="94792" y1="93457" x2="96940" y2="94141"/>
                        <a14:foregroundMark x1="87174" y1="96094" x2="97461" y2="94531"/>
                        <a14:foregroundMark x1="88737" y1="96387" x2="91797" y2="95996"/>
                        <a14:foregroundMark x1="86328" y1="68457" x2="87225" y2="68604"/>
                        <a14:foregroundMark x1="89224" y1="68730" x2="89779" y2="68750"/>
                        <a14:foregroundMark x1="87044" y1="68652" x2="87276" y2="68660"/>
                        <a14:foregroundMark x1="89094" y1="69043" x2="89583" y2="69043"/>
                        <a14:foregroundMark x1="86849" y1="69043" x2="87117" y2="69043"/>
                        <a14:foregroundMark x1="45443" y1="51074" x2="46549" y2="60547"/>
                        <a14:foregroundMark x1="46549" y1="60547" x2="46289" y2="77344"/>
                        <a14:foregroundMark x1="50911" y1="51465" x2="50065" y2="72070"/>
                        <a14:foregroundMark x1="50065" y1="72070" x2="50716" y2="88672"/>
                        <a14:foregroundMark x1="50716" y1="88672" x2="50846" y2="89160"/>
                        <a14:foregroundMark x1="47526" y1="92676" x2="51823" y2="90918"/>
                        <a14:backgroundMark x1="48274" y1="60098" x2="48272" y2="60607"/>
                        <a14:backgroundMark x1="48307" y1="52637" x2="48291" y2="56212"/>
                        <a14:backgroundMark x1="38216" y1="44141" x2="38216" y2="44141"/>
                        <a14:backgroundMark x1="38281" y1="44434" x2="38281" y2="44434"/>
                        <a14:backgroundMark x1="38086" y1="44043" x2="38086" y2="44043"/>
                        <a14:backgroundMark x1="38281" y1="44336" x2="38281" y2="44336"/>
                        <a14:backgroundMark x1="38411" y1="44531" x2="38411" y2="44531"/>
                        <a14:backgroundMark x1="38281" y1="44141" x2="38281" y2="44141"/>
                        <a14:backgroundMark x1="38346" y1="43750" x2="38346" y2="43750"/>
                        <a14:backgroundMark x1="38151" y1="39355" x2="37956" y2="39355"/>
                        <a14:backgroundMark x1="38151" y1="39453" x2="38277" y2="40276"/>
                        <a14:backgroundMark x1="38021" y1="39648" x2="38021" y2="39648"/>
                        <a14:backgroundMark x1="37891" y1="39648" x2="37891" y2="39648"/>
                        <a14:backgroundMark x1="38086" y1="41211" x2="38086" y2="41211"/>
                        <a14:backgroundMark x1="37891" y1="36719" x2="37891" y2="36719"/>
                        <a14:backgroundMark x1="38086" y1="35840" x2="38086" y2="35840"/>
                        <a14:backgroundMark x1="38216" y1="35742" x2="37435" y2="38281"/>
                        <a14:backgroundMark x1="38021" y1="40820" x2="38021" y2="40820"/>
                        <a14:backgroundMark x1="38021" y1="40723" x2="38021" y2="40723"/>
                        <a14:backgroundMark x1="38021" y1="41113" x2="38021" y2="41113"/>
                        <a14:backgroundMark x1="37500" y1="39941" x2="37500" y2="39941"/>
                        <a14:backgroundMark x1="37565" y1="39648" x2="37565" y2="39648"/>
                        <a14:backgroundMark x1="37565" y1="40234" x2="37565" y2="40234"/>
                        <a14:backgroundMark x1="37500" y1="40430" x2="37500" y2="40430"/>
                        <a14:backgroundMark x1="38281" y1="35254" x2="38281" y2="35254"/>
                        <a14:backgroundMark x1="38672" y1="34180" x2="38672" y2="34180"/>
                        <a14:backgroundMark x1="38802" y1="33789" x2="38802" y2="33789"/>
                        <a14:backgroundMark x1="38737" y1="33984" x2="38737" y2="33984"/>
                        <a14:backgroundMark x1="39193" y1="32715" x2="39193" y2="32715"/>
                        <a14:backgroundMark x1="39258" y1="32422" x2="39258" y2="32422"/>
                        <a14:backgroundMark x1="42188" y1="26563" x2="42188" y2="26563"/>
                        <a14:backgroundMark x1="44727" y1="17090" x2="44727" y2="17090"/>
                        <a14:backgroundMark x1="43945" y1="19629" x2="43945" y2="19629"/>
                        <a14:backgroundMark x1="43294" y1="20996" x2="43294" y2="20996"/>
                        <a14:backgroundMark x1="49609" y1="16406" x2="49609" y2="16406"/>
                        <a14:backgroundMark x1="65365" y1="14844" x2="65365" y2="14844"/>
                        <a14:backgroundMark x1="67057" y1="16699" x2="67057" y2="16699"/>
                        <a14:backgroundMark x1="69922" y1="16602" x2="69922" y2="16602"/>
                        <a14:backgroundMark x1="95638" y1="32227" x2="95638" y2="32227"/>
                        <a14:backgroundMark x1="95573" y1="32129" x2="95573" y2="32129"/>
                        <a14:backgroundMark x1="95638" y1="32031" x2="95638" y2="32031"/>
                        <a14:backgroundMark x1="88411" y1="25000" x2="88411" y2="25000"/>
                        <a14:backgroundMark x1="85938" y1="91309" x2="85938" y2="91309"/>
                        <a14:backgroundMark x1="92318" y1="90332" x2="92318" y2="90332"/>
                        <a14:backgroundMark x1="91406" y1="90527" x2="91406" y2="90527"/>
                        <a14:backgroundMark x1="91341" y1="59766" x2="91341" y2="59766"/>
                        <a14:backgroundMark x1="85156" y1="60938" x2="85156" y2="60938"/>
                        <a14:backgroundMark x1="89063" y1="70410" x2="89844" y2="70410"/>
                        <a14:backgroundMark x1="86589" y1="70313" x2="88607" y2="702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240" t="3740" r="41985" b="4143"/>
          <a:stretch>
            <a:fillRect/>
          </a:stretch>
        </p:blipFill>
        <p:spPr>
          <a:xfrm>
            <a:off x="6829507" y="241069"/>
            <a:ext cx="2076926" cy="6139529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DACD5B6C-7263-A141-DB7A-2377DB8DE4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469" b="96387" l="37500" r="97461">
                        <a14:foregroundMark x1="46908" y1="17090" x2="47591" y2="22754"/>
                        <a14:foregroundMark x1="45508" y1="5469" x2="46908" y2="17090"/>
                        <a14:foregroundMark x1="38387" y1="35254" x2="38179" y2="35840"/>
                        <a14:foregroundMark x1="38491" y1="34961" x2="38387" y2="35254"/>
                        <a14:foregroundMark x1="38595" y1="34668" x2="38491" y2="34961"/>
                        <a14:foregroundMark x1="38802" y1="34082" x2="38595" y2="34668"/>
                        <a14:foregroundMark x1="39286" y1="32715" x2="38906" y2="33789"/>
                        <a14:foregroundMark x1="39390" y1="32422" x2="39286" y2="32715"/>
                        <a14:foregroundMark x1="41016" y1="27832" x2="39390" y2="32422"/>
                        <a14:foregroundMark x1="38292" y1="43750" x2="38319" y2="44043"/>
                        <a14:foregroundMark x1="38060" y1="41211" x2="38292" y2="43750"/>
                        <a14:foregroundMark x1="38016" y1="40723" x2="38060" y2="41211"/>
                        <a14:foregroundMark x1="37873" y1="39162" x2="37907" y2="39536"/>
                        <a14:foregroundMark x1="46593" y1="82211" x2="45964" y2="92285"/>
                        <a14:foregroundMark x1="45964" y1="92285" x2="45573" y2="93945"/>
                        <a14:foregroundMark x1="47005" y1="77148" x2="47721" y2="85156"/>
                        <a14:foregroundMark x1="37760" y1="40430" x2="37826" y2="40918"/>
                        <a14:foregroundMark x1="37630" y1="39746" x2="37630" y2="40332"/>
                        <a14:foregroundMark x1="38672" y1="34863" x2="38672" y2="34863"/>
                        <a14:foregroundMark x1="38542" y1="35059" x2="38542" y2="35059"/>
                        <a14:foregroundMark x1="38607" y1="34766" x2="38607" y2="34766"/>
                        <a14:foregroundMark x1="38542" y1="35059" x2="38867" y2="34570"/>
                        <a14:foregroundMark x1="41602" y1="27344" x2="41602" y2="27344"/>
                        <a14:foregroundMark x1="41667" y1="27441" x2="41667" y2="27441"/>
                        <a14:foregroundMark x1="67881" y1="16699" x2="67643" y2="26074"/>
                        <a14:foregroundMark x1="68099" y1="8105" x2="67881" y2="16699"/>
                        <a14:foregroundMark x1="67643" y1="26074" x2="64232" y2="47618"/>
                        <a14:foregroundMark x1="70573" y1="45020" x2="70638" y2="52246"/>
                        <a14:foregroundMark x1="65365" y1="47363" x2="65820" y2="53223"/>
                        <a14:foregroundMark x1="64909" y1="52344" x2="64909" y2="53027"/>
                        <a14:foregroundMark x1="66862" y1="52539" x2="66732" y2="53125"/>
                        <a14:foregroundMark x1="69336" y1="52344" x2="69336" y2="53516"/>
                        <a14:foregroundMark x1="82292" y1="7910" x2="87760" y2="37305"/>
                        <a14:foregroundMark x1="78776" y1="34277" x2="84310" y2="35938"/>
                        <a14:foregroundMark x1="84896" y1="35742" x2="94931" y2="32227"/>
                        <a14:foregroundMark x1="90104" y1="36719" x2="95052" y2="33984"/>
                        <a14:foregroundMark x1="95052" y1="33984" x2="95378" y2="33594"/>
                        <a14:foregroundMark x1="78125" y1="34277" x2="79167" y2="34473"/>
                        <a14:foregroundMark x1="95638" y1="32910" x2="96094" y2="32813"/>
                        <a14:foregroundMark x1="90205" y1="59766" x2="90430" y2="60449"/>
                        <a14:foregroundMark x1="84180" y1="41504" x2="90205" y2="59766"/>
                        <a14:foregroundMark x1="90430" y1="60449" x2="90690" y2="66406"/>
                        <a14:foregroundMark x1="86589" y1="68457" x2="87259" y2="68525"/>
                        <a14:foregroundMark x1="83724" y1="95020" x2="94792" y2="93457"/>
                        <a14:foregroundMark x1="94792" y1="93457" x2="96940" y2="94141"/>
                        <a14:foregroundMark x1="87174" y1="96094" x2="97461" y2="94531"/>
                        <a14:foregroundMark x1="88737" y1="96387" x2="91797" y2="95996"/>
                        <a14:foregroundMark x1="86328" y1="68457" x2="87225" y2="68604"/>
                        <a14:foregroundMark x1="89224" y1="68730" x2="89779" y2="68750"/>
                        <a14:foregroundMark x1="87044" y1="68652" x2="87276" y2="68660"/>
                        <a14:foregroundMark x1="89094" y1="69043" x2="89583" y2="69043"/>
                        <a14:foregroundMark x1="86849" y1="69043" x2="87117" y2="69043"/>
                        <a14:foregroundMark x1="45443" y1="51074" x2="46549" y2="60547"/>
                        <a14:foregroundMark x1="46549" y1="60547" x2="46289" y2="77344"/>
                        <a14:foregroundMark x1="50911" y1="51465" x2="50065" y2="72070"/>
                        <a14:foregroundMark x1="50065" y1="72070" x2="50716" y2="88672"/>
                        <a14:foregroundMark x1="50716" y1="88672" x2="50846" y2="89160"/>
                        <a14:foregroundMark x1="47526" y1="92676" x2="51823" y2="90918"/>
                        <a14:backgroundMark x1="48274" y1="60098" x2="48272" y2="60607"/>
                        <a14:backgroundMark x1="48307" y1="52637" x2="48291" y2="56212"/>
                        <a14:backgroundMark x1="38216" y1="44141" x2="38216" y2="44141"/>
                        <a14:backgroundMark x1="38281" y1="44434" x2="38281" y2="44434"/>
                        <a14:backgroundMark x1="38086" y1="44043" x2="38086" y2="44043"/>
                        <a14:backgroundMark x1="38281" y1="44336" x2="38281" y2="44336"/>
                        <a14:backgroundMark x1="38411" y1="44531" x2="38411" y2="44531"/>
                        <a14:backgroundMark x1="38281" y1="44141" x2="38281" y2="44141"/>
                        <a14:backgroundMark x1="38346" y1="43750" x2="38346" y2="43750"/>
                        <a14:backgroundMark x1="38151" y1="39355" x2="37956" y2="39355"/>
                        <a14:backgroundMark x1="38151" y1="39453" x2="38277" y2="40276"/>
                        <a14:backgroundMark x1="38021" y1="39648" x2="38021" y2="39648"/>
                        <a14:backgroundMark x1="37891" y1="39648" x2="37891" y2="39648"/>
                        <a14:backgroundMark x1="38086" y1="41211" x2="38086" y2="41211"/>
                        <a14:backgroundMark x1="37891" y1="36719" x2="37891" y2="36719"/>
                        <a14:backgroundMark x1="38086" y1="35840" x2="38086" y2="35840"/>
                        <a14:backgroundMark x1="38216" y1="35742" x2="37435" y2="38281"/>
                        <a14:backgroundMark x1="38021" y1="40820" x2="38021" y2="40820"/>
                        <a14:backgroundMark x1="38021" y1="40723" x2="38021" y2="40723"/>
                        <a14:backgroundMark x1="38021" y1="41113" x2="38021" y2="41113"/>
                        <a14:backgroundMark x1="37500" y1="39941" x2="37500" y2="39941"/>
                        <a14:backgroundMark x1="37565" y1="39648" x2="37565" y2="39648"/>
                        <a14:backgroundMark x1="37565" y1="40234" x2="37565" y2="40234"/>
                        <a14:backgroundMark x1="37500" y1="40430" x2="37500" y2="40430"/>
                        <a14:backgroundMark x1="38281" y1="35254" x2="38281" y2="35254"/>
                        <a14:backgroundMark x1="38672" y1="34180" x2="38672" y2="34180"/>
                        <a14:backgroundMark x1="38802" y1="33789" x2="38802" y2="33789"/>
                        <a14:backgroundMark x1="38737" y1="33984" x2="38737" y2="33984"/>
                        <a14:backgroundMark x1="39193" y1="32715" x2="39193" y2="32715"/>
                        <a14:backgroundMark x1="39258" y1="32422" x2="39258" y2="32422"/>
                        <a14:backgroundMark x1="42188" y1="26563" x2="42188" y2="26563"/>
                        <a14:backgroundMark x1="44727" y1="17090" x2="44727" y2="17090"/>
                        <a14:backgroundMark x1="43945" y1="19629" x2="43945" y2="19629"/>
                        <a14:backgroundMark x1="43294" y1="20996" x2="43294" y2="20996"/>
                        <a14:backgroundMark x1="49609" y1="16406" x2="49609" y2="16406"/>
                        <a14:backgroundMark x1="65365" y1="14844" x2="65365" y2="14844"/>
                        <a14:backgroundMark x1="67057" y1="16699" x2="67057" y2="16699"/>
                        <a14:backgroundMark x1="69922" y1="16602" x2="69922" y2="16602"/>
                        <a14:backgroundMark x1="95638" y1="32227" x2="95638" y2="32227"/>
                        <a14:backgroundMark x1="95573" y1="32129" x2="95573" y2="32129"/>
                        <a14:backgroundMark x1="95638" y1="32031" x2="95638" y2="32031"/>
                        <a14:backgroundMark x1="88411" y1="25000" x2="88411" y2="25000"/>
                        <a14:backgroundMark x1="85938" y1="91309" x2="85938" y2="91309"/>
                        <a14:backgroundMark x1="92318" y1="90332" x2="92318" y2="90332"/>
                        <a14:backgroundMark x1="91406" y1="90527" x2="91406" y2="90527"/>
                        <a14:backgroundMark x1="91341" y1="59766" x2="91341" y2="59766"/>
                        <a14:backgroundMark x1="85156" y1="60938" x2="85156" y2="60938"/>
                        <a14:backgroundMark x1="89063" y1="70410" x2="89844" y2="70410"/>
                        <a14:backgroundMark x1="86589" y1="70313" x2="88607" y2="702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231" t="4688" r="1217" b="61172"/>
          <a:stretch>
            <a:fillRect/>
          </a:stretch>
        </p:blipFill>
        <p:spPr>
          <a:xfrm>
            <a:off x="572486" y="5034032"/>
            <a:ext cx="1303568" cy="1376648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5A80B691-45C3-87A4-0FFE-A10FD7DE10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469" b="96387" l="37500" r="97461">
                        <a14:foregroundMark x1="46908" y1="17090" x2="47591" y2="22754"/>
                        <a14:foregroundMark x1="45508" y1="5469" x2="46908" y2="17090"/>
                        <a14:foregroundMark x1="38387" y1="35254" x2="38179" y2="35840"/>
                        <a14:foregroundMark x1="38491" y1="34961" x2="38387" y2="35254"/>
                        <a14:foregroundMark x1="38595" y1="34668" x2="38491" y2="34961"/>
                        <a14:foregroundMark x1="38802" y1="34082" x2="38595" y2="34668"/>
                        <a14:foregroundMark x1="39286" y1="32715" x2="38906" y2="33789"/>
                        <a14:foregroundMark x1="39390" y1="32422" x2="39286" y2="32715"/>
                        <a14:foregroundMark x1="41016" y1="27832" x2="39390" y2="32422"/>
                        <a14:foregroundMark x1="38292" y1="43750" x2="38319" y2="44043"/>
                        <a14:foregroundMark x1="38060" y1="41211" x2="38292" y2="43750"/>
                        <a14:foregroundMark x1="38016" y1="40723" x2="38060" y2="41211"/>
                        <a14:foregroundMark x1="37873" y1="39162" x2="37907" y2="39536"/>
                        <a14:foregroundMark x1="46593" y1="82211" x2="45964" y2="92285"/>
                        <a14:foregroundMark x1="45964" y1="92285" x2="45573" y2="93945"/>
                        <a14:foregroundMark x1="47005" y1="77148" x2="47721" y2="85156"/>
                        <a14:foregroundMark x1="37760" y1="40430" x2="37826" y2="40918"/>
                        <a14:foregroundMark x1="37630" y1="39746" x2="37630" y2="40332"/>
                        <a14:foregroundMark x1="38672" y1="34863" x2="38672" y2="34863"/>
                        <a14:foregroundMark x1="38542" y1="35059" x2="38542" y2="35059"/>
                        <a14:foregroundMark x1="38607" y1="34766" x2="38607" y2="34766"/>
                        <a14:foregroundMark x1="38542" y1="35059" x2="38867" y2="34570"/>
                        <a14:foregroundMark x1="41602" y1="27344" x2="41602" y2="27344"/>
                        <a14:foregroundMark x1="41667" y1="27441" x2="41667" y2="27441"/>
                        <a14:foregroundMark x1="67881" y1="16699" x2="67643" y2="26074"/>
                        <a14:foregroundMark x1="68099" y1="8105" x2="67881" y2="16699"/>
                        <a14:foregroundMark x1="67643" y1="26074" x2="64232" y2="47618"/>
                        <a14:foregroundMark x1="70573" y1="45020" x2="70638" y2="52246"/>
                        <a14:foregroundMark x1="65365" y1="47363" x2="65820" y2="53223"/>
                        <a14:foregroundMark x1="64909" y1="52344" x2="64909" y2="53027"/>
                        <a14:foregroundMark x1="66862" y1="52539" x2="66732" y2="53125"/>
                        <a14:foregroundMark x1="69336" y1="52344" x2="69336" y2="53516"/>
                        <a14:foregroundMark x1="82292" y1="7910" x2="87760" y2="37305"/>
                        <a14:foregroundMark x1="78776" y1="34277" x2="84310" y2="35938"/>
                        <a14:foregroundMark x1="84896" y1="35742" x2="94931" y2="32227"/>
                        <a14:foregroundMark x1="90104" y1="36719" x2="95052" y2="33984"/>
                        <a14:foregroundMark x1="95052" y1="33984" x2="95378" y2="33594"/>
                        <a14:foregroundMark x1="78125" y1="34277" x2="79167" y2="34473"/>
                        <a14:foregroundMark x1="95638" y1="32910" x2="96094" y2="32813"/>
                        <a14:foregroundMark x1="90205" y1="59766" x2="90430" y2="60449"/>
                        <a14:foregroundMark x1="84180" y1="41504" x2="90205" y2="59766"/>
                        <a14:foregroundMark x1="90430" y1="60449" x2="90690" y2="66406"/>
                        <a14:foregroundMark x1="86589" y1="68457" x2="87259" y2="68525"/>
                        <a14:foregroundMark x1="83724" y1="95020" x2="94792" y2="93457"/>
                        <a14:foregroundMark x1="94792" y1="93457" x2="96940" y2="94141"/>
                        <a14:foregroundMark x1="87174" y1="96094" x2="97461" y2="94531"/>
                        <a14:foregroundMark x1="88737" y1="96387" x2="91797" y2="95996"/>
                        <a14:foregroundMark x1="86328" y1="68457" x2="87225" y2="68604"/>
                        <a14:foregroundMark x1="89224" y1="68730" x2="89779" y2="68750"/>
                        <a14:foregroundMark x1="87044" y1="68652" x2="87276" y2="68660"/>
                        <a14:foregroundMark x1="89094" y1="69043" x2="89583" y2="69043"/>
                        <a14:foregroundMark x1="86849" y1="69043" x2="87117" y2="69043"/>
                        <a14:foregroundMark x1="45443" y1="51074" x2="46549" y2="60547"/>
                        <a14:foregroundMark x1="46549" y1="60547" x2="46289" y2="77344"/>
                        <a14:foregroundMark x1="50911" y1="51465" x2="50065" y2="72070"/>
                        <a14:foregroundMark x1="50065" y1="72070" x2="50716" y2="88672"/>
                        <a14:foregroundMark x1="50716" y1="88672" x2="50846" y2="89160"/>
                        <a14:foregroundMark x1="47526" y1="92676" x2="51823" y2="90918"/>
                        <a14:backgroundMark x1="48274" y1="60098" x2="48272" y2="60607"/>
                        <a14:backgroundMark x1="48307" y1="52637" x2="48291" y2="56212"/>
                        <a14:backgroundMark x1="38216" y1="44141" x2="38216" y2="44141"/>
                        <a14:backgroundMark x1="38281" y1="44434" x2="38281" y2="44434"/>
                        <a14:backgroundMark x1="38086" y1="44043" x2="38086" y2="44043"/>
                        <a14:backgroundMark x1="38281" y1="44336" x2="38281" y2="44336"/>
                        <a14:backgroundMark x1="38411" y1="44531" x2="38411" y2="44531"/>
                        <a14:backgroundMark x1="38281" y1="44141" x2="38281" y2="44141"/>
                        <a14:backgroundMark x1="38346" y1="43750" x2="38346" y2="43750"/>
                        <a14:backgroundMark x1="38151" y1="39355" x2="37956" y2="39355"/>
                        <a14:backgroundMark x1="38151" y1="39453" x2="38277" y2="40276"/>
                        <a14:backgroundMark x1="38021" y1="39648" x2="38021" y2="39648"/>
                        <a14:backgroundMark x1="37891" y1="39648" x2="37891" y2="39648"/>
                        <a14:backgroundMark x1="38086" y1="41211" x2="38086" y2="41211"/>
                        <a14:backgroundMark x1="37891" y1="36719" x2="37891" y2="36719"/>
                        <a14:backgroundMark x1="38086" y1="35840" x2="38086" y2="35840"/>
                        <a14:backgroundMark x1="38216" y1="35742" x2="37435" y2="38281"/>
                        <a14:backgroundMark x1="38021" y1="40820" x2="38021" y2="40820"/>
                        <a14:backgroundMark x1="38021" y1="40723" x2="38021" y2="40723"/>
                        <a14:backgroundMark x1="38021" y1="41113" x2="38021" y2="41113"/>
                        <a14:backgroundMark x1="37500" y1="39941" x2="37500" y2="39941"/>
                        <a14:backgroundMark x1="37565" y1="39648" x2="37565" y2="39648"/>
                        <a14:backgroundMark x1="37565" y1="40234" x2="37565" y2="40234"/>
                        <a14:backgroundMark x1="37500" y1="40430" x2="37500" y2="40430"/>
                        <a14:backgroundMark x1="38281" y1="35254" x2="38281" y2="35254"/>
                        <a14:backgroundMark x1="38672" y1="34180" x2="38672" y2="34180"/>
                        <a14:backgroundMark x1="38802" y1="33789" x2="38802" y2="33789"/>
                        <a14:backgroundMark x1="38737" y1="33984" x2="38737" y2="33984"/>
                        <a14:backgroundMark x1="39193" y1="32715" x2="39193" y2="32715"/>
                        <a14:backgroundMark x1="39258" y1="32422" x2="39258" y2="32422"/>
                        <a14:backgroundMark x1="42188" y1="26563" x2="42188" y2="26563"/>
                        <a14:backgroundMark x1="44727" y1="17090" x2="44727" y2="17090"/>
                        <a14:backgroundMark x1="43945" y1="19629" x2="43945" y2="19629"/>
                        <a14:backgroundMark x1="43294" y1="20996" x2="43294" y2="20996"/>
                        <a14:backgroundMark x1="49609" y1="16406" x2="49609" y2="16406"/>
                        <a14:backgroundMark x1="65365" y1="14844" x2="65365" y2="14844"/>
                        <a14:backgroundMark x1="67057" y1="16699" x2="67057" y2="16699"/>
                        <a14:backgroundMark x1="69922" y1="16602" x2="69922" y2="16602"/>
                        <a14:backgroundMark x1="95638" y1="32227" x2="95638" y2="32227"/>
                        <a14:backgroundMark x1="95573" y1="32129" x2="95573" y2="32129"/>
                        <a14:backgroundMark x1="95638" y1="32031" x2="95638" y2="32031"/>
                        <a14:backgroundMark x1="88411" y1="25000" x2="88411" y2="25000"/>
                        <a14:backgroundMark x1="85938" y1="91309" x2="85938" y2="91309"/>
                        <a14:backgroundMark x1="92318" y1="90332" x2="92318" y2="90332"/>
                        <a14:backgroundMark x1="91406" y1="90527" x2="91406" y2="90527"/>
                        <a14:backgroundMark x1="91341" y1="59766" x2="91341" y2="59766"/>
                        <a14:backgroundMark x1="85156" y1="60938" x2="85156" y2="60938"/>
                        <a14:backgroundMark x1="89063" y1="70410" x2="89844" y2="70410"/>
                        <a14:backgroundMark x1="86589" y1="70313" x2="88607" y2="702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0340" t="4856" r="23144" b="47689"/>
          <a:stretch>
            <a:fillRect/>
          </a:stretch>
        </p:blipFill>
        <p:spPr>
          <a:xfrm>
            <a:off x="5398244" y="304159"/>
            <a:ext cx="1469640" cy="281516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5A09166E-2D12-0B76-91A0-EBE496DE9F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469" b="96387" l="37500" r="97461">
                        <a14:foregroundMark x1="46908" y1="17090" x2="47591" y2="22754"/>
                        <a14:foregroundMark x1="45508" y1="5469" x2="46908" y2="17090"/>
                        <a14:foregroundMark x1="38387" y1="35254" x2="38179" y2="35840"/>
                        <a14:foregroundMark x1="38491" y1="34961" x2="38387" y2="35254"/>
                        <a14:foregroundMark x1="38595" y1="34668" x2="38491" y2="34961"/>
                        <a14:foregroundMark x1="38802" y1="34082" x2="38595" y2="34668"/>
                        <a14:foregroundMark x1="39286" y1="32715" x2="38906" y2="33789"/>
                        <a14:foregroundMark x1="39390" y1="32422" x2="39286" y2="32715"/>
                        <a14:foregroundMark x1="41016" y1="27832" x2="39390" y2="32422"/>
                        <a14:foregroundMark x1="38292" y1="43750" x2="38319" y2="44043"/>
                        <a14:foregroundMark x1="38060" y1="41211" x2="38292" y2="43750"/>
                        <a14:foregroundMark x1="38016" y1="40723" x2="38060" y2="41211"/>
                        <a14:foregroundMark x1="37873" y1="39162" x2="37907" y2="39536"/>
                        <a14:foregroundMark x1="46593" y1="82211" x2="45964" y2="92285"/>
                        <a14:foregroundMark x1="45964" y1="92285" x2="45573" y2="93945"/>
                        <a14:foregroundMark x1="47005" y1="77148" x2="47721" y2="85156"/>
                        <a14:foregroundMark x1="37760" y1="40430" x2="37826" y2="40918"/>
                        <a14:foregroundMark x1="37630" y1="39746" x2="37630" y2="40332"/>
                        <a14:foregroundMark x1="38672" y1="34863" x2="38672" y2="34863"/>
                        <a14:foregroundMark x1="38542" y1="35059" x2="38542" y2="35059"/>
                        <a14:foregroundMark x1="38607" y1="34766" x2="38607" y2="34766"/>
                        <a14:foregroundMark x1="38542" y1="35059" x2="38867" y2="34570"/>
                        <a14:foregroundMark x1="41602" y1="27344" x2="41602" y2="27344"/>
                        <a14:foregroundMark x1="41667" y1="27441" x2="41667" y2="27441"/>
                        <a14:foregroundMark x1="67881" y1="16699" x2="67643" y2="26074"/>
                        <a14:foregroundMark x1="68099" y1="8105" x2="67881" y2="16699"/>
                        <a14:foregroundMark x1="67643" y1="26074" x2="64232" y2="47618"/>
                        <a14:foregroundMark x1="70573" y1="45020" x2="70638" y2="52246"/>
                        <a14:foregroundMark x1="65365" y1="47363" x2="65820" y2="53223"/>
                        <a14:foregroundMark x1="64909" y1="52344" x2="64909" y2="53027"/>
                        <a14:foregroundMark x1="66862" y1="52539" x2="66732" y2="53125"/>
                        <a14:foregroundMark x1="69336" y1="52344" x2="69336" y2="53516"/>
                        <a14:foregroundMark x1="82292" y1="7910" x2="87760" y2="37305"/>
                        <a14:foregroundMark x1="78776" y1="34277" x2="84310" y2="35938"/>
                        <a14:foregroundMark x1="84896" y1="35742" x2="94931" y2="32227"/>
                        <a14:foregroundMark x1="90104" y1="36719" x2="95052" y2="33984"/>
                        <a14:foregroundMark x1="95052" y1="33984" x2="95378" y2="33594"/>
                        <a14:foregroundMark x1="78125" y1="34277" x2="79167" y2="34473"/>
                        <a14:foregroundMark x1="95638" y1="32910" x2="96094" y2="32813"/>
                        <a14:foregroundMark x1="90205" y1="59766" x2="90430" y2="60449"/>
                        <a14:foregroundMark x1="84180" y1="41504" x2="90205" y2="59766"/>
                        <a14:foregroundMark x1="90430" y1="60449" x2="90690" y2="66406"/>
                        <a14:foregroundMark x1="86589" y1="68457" x2="87259" y2="68525"/>
                        <a14:foregroundMark x1="83724" y1="95020" x2="94792" y2="93457"/>
                        <a14:foregroundMark x1="94792" y1="93457" x2="96940" y2="94141"/>
                        <a14:foregroundMark x1="87174" y1="96094" x2="97461" y2="94531"/>
                        <a14:foregroundMark x1="88737" y1="96387" x2="91797" y2="95996"/>
                        <a14:foregroundMark x1="86328" y1="68457" x2="87225" y2="68604"/>
                        <a14:foregroundMark x1="89224" y1="68730" x2="89779" y2="68750"/>
                        <a14:foregroundMark x1="87044" y1="68652" x2="87276" y2="68660"/>
                        <a14:foregroundMark x1="89094" y1="69043" x2="89583" y2="69043"/>
                        <a14:foregroundMark x1="86849" y1="69043" x2="87117" y2="69043"/>
                        <a14:foregroundMark x1="45443" y1="51074" x2="46549" y2="60547"/>
                        <a14:foregroundMark x1="46549" y1="60547" x2="46289" y2="77344"/>
                        <a14:foregroundMark x1="50911" y1="51465" x2="50065" y2="72070"/>
                        <a14:foregroundMark x1="50065" y1="72070" x2="50716" y2="88672"/>
                        <a14:foregroundMark x1="50716" y1="88672" x2="50846" y2="89160"/>
                        <a14:foregroundMark x1="47526" y1="92676" x2="51823" y2="90918"/>
                        <a14:backgroundMark x1="48274" y1="60098" x2="48272" y2="60607"/>
                        <a14:backgroundMark x1="48307" y1="52637" x2="48291" y2="56212"/>
                        <a14:backgroundMark x1="38216" y1="44141" x2="38216" y2="44141"/>
                        <a14:backgroundMark x1="38281" y1="44434" x2="38281" y2="44434"/>
                        <a14:backgroundMark x1="38086" y1="44043" x2="38086" y2="44043"/>
                        <a14:backgroundMark x1="38281" y1="44336" x2="38281" y2="44336"/>
                        <a14:backgroundMark x1="38411" y1="44531" x2="38411" y2="44531"/>
                        <a14:backgroundMark x1="38281" y1="44141" x2="38281" y2="44141"/>
                        <a14:backgroundMark x1="38346" y1="43750" x2="38346" y2="43750"/>
                        <a14:backgroundMark x1="38151" y1="39355" x2="37956" y2="39355"/>
                        <a14:backgroundMark x1="38151" y1="39453" x2="38277" y2="40276"/>
                        <a14:backgroundMark x1="38021" y1="39648" x2="38021" y2="39648"/>
                        <a14:backgroundMark x1="37891" y1="39648" x2="37891" y2="39648"/>
                        <a14:backgroundMark x1="38086" y1="41211" x2="38086" y2="41211"/>
                        <a14:backgroundMark x1="37891" y1="36719" x2="37891" y2="36719"/>
                        <a14:backgroundMark x1="38086" y1="35840" x2="38086" y2="35840"/>
                        <a14:backgroundMark x1="38216" y1="35742" x2="37435" y2="38281"/>
                        <a14:backgroundMark x1="38021" y1="40820" x2="38021" y2="40820"/>
                        <a14:backgroundMark x1="38021" y1="40723" x2="38021" y2="40723"/>
                        <a14:backgroundMark x1="38021" y1="41113" x2="38021" y2="41113"/>
                        <a14:backgroundMark x1="37500" y1="39941" x2="37500" y2="39941"/>
                        <a14:backgroundMark x1="37565" y1="39648" x2="37565" y2="39648"/>
                        <a14:backgroundMark x1="37565" y1="40234" x2="37565" y2="40234"/>
                        <a14:backgroundMark x1="37500" y1="40430" x2="37500" y2="40430"/>
                        <a14:backgroundMark x1="38281" y1="35254" x2="38281" y2="35254"/>
                        <a14:backgroundMark x1="38672" y1="34180" x2="38672" y2="34180"/>
                        <a14:backgroundMark x1="38802" y1="33789" x2="38802" y2="33789"/>
                        <a14:backgroundMark x1="38737" y1="33984" x2="38737" y2="33984"/>
                        <a14:backgroundMark x1="39193" y1="32715" x2="39193" y2="32715"/>
                        <a14:backgroundMark x1="39258" y1="32422" x2="39258" y2="32422"/>
                        <a14:backgroundMark x1="42188" y1="26563" x2="42188" y2="26563"/>
                        <a14:backgroundMark x1="44727" y1="17090" x2="44727" y2="17090"/>
                        <a14:backgroundMark x1="43945" y1="19629" x2="43945" y2="19629"/>
                        <a14:backgroundMark x1="43294" y1="20996" x2="43294" y2="20996"/>
                        <a14:backgroundMark x1="49609" y1="16406" x2="49609" y2="16406"/>
                        <a14:backgroundMark x1="65365" y1="14844" x2="65365" y2="14844"/>
                        <a14:backgroundMark x1="67057" y1="16699" x2="67057" y2="16699"/>
                        <a14:backgroundMark x1="69922" y1="16602" x2="69922" y2="16602"/>
                        <a14:backgroundMark x1="95638" y1="32227" x2="95638" y2="32227"/>
                        <a14:backgroundMark x1="95573" y1="32129" x2="95573" y2="32129"/>
                        <a14:backgroundMark x1="95638" y1="32031" x2="95638" y2="32031"/>
                        <a14:backgroundMark x1="88411" y1="25000" x2="88411" y2="25000"/>
                        <a14:backgroundMark x1="85938" y1="91309" x2="85938" y2="91309"/>
                        <a14:backgroundMark x1="92318" y1="90332" x2="92318" y2="90332"/>
                        <a14:backgroundMark x1="91406" y1="90527" x2="91406" y2="90527"/>
                        <a14:backgroundMark x1="91341" y1="59766" x2="91341" y2="59766"/>
                        <a14:backgroundMark x1="85156" y1="60938" x2="85156" y2="60938"/>
                        <a14:backgroundMark x1="89063" y1="70410" x2="89844" y2="70410"/>
                        <a14:backgroundMark x1="86589" y1="70313" x2="88607" y2="702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413" t="38653" r="1373" b="29856"/>
          <a:stretch>
            <a:fillRect/>
          </a:stretch>
        </p:blipFill>
        <p:spPr>
          <a:xfrm>
            <a:off x="2018202" y="5084818"/>
            <a:ext cx="1162148" cy="1269829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53B0A3A2-89E1-CF57-14DF-1C29F7F403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469" b="96387" l="37500" r="97461">
                        <a14:foregroundMark x1="46908" y1="17090" x2="47591" y2="22754"/>
                        <a14:foregroundMark x1="45508" y1="5469" x2="46908" y2="17090"/>
                        <a14:foregroundMark x1="38387" y1="35254" x2="38179" y2="35840"/>
                        <a14:foregroundMark x1="38491" y1="34961" x2="38387" y2="35254"/>
                        <a14:foregroundMark x1="38595" y1="34668" x2="38491" y2="34961"/>
                        <a14:foregroundMark x1="38802" y1="34082" x2="38595" y2="34668"/>
                        <a14:foregroundMark x1="39286" y1="32715" x2="38906" y2="33789"/>
                        <a14:foregroundMark x1="39390" y1="32422" x2="39286" y2="32715"/>
                        <a14:foregroundMark x1="41016" y1="27832" x2="39390" y2="32422"/>
                        <a14:foregroundMark x1="38292" y1="43750" x2="38319" y2="44043"/>
                        <a14:foregroundMark x1="38060" y1="41211" x2="38292" y2="43750"/>
                        <a14:foregroundMark x1="38016" y1="40723" x2="38060" y2="41211"/>
                        <a14:foregroundMark x1="37873" y1="39162" x2="37907" y2="39536"/>
                        <a14:foregroundMark x1="46593" y1="82211" x2="45964" y2="92285"/>
                        <a14:foregroundMark x1="45964" y1="92285" x2="45573" y2="93945"/>
                        <a14:foregroundMark x1="47005" y1="77148" x2="47721" y2="85156"/>
                        <a14:foregroundMark x1="37760" y1="40430" x2="37826" y2="40918"/>
                        <a14:foregroundMark x1="37630" y1="39746" x2="37630" y2="40332"/>
                        <a14:foregroundMark x1="38672" y1="34863" x2="38672" y2="34863"/>
                        <a14:foregroundMark x1="38542" y1="35059" x2="38542" y2="35059"/>
                        <a14:foregroundMark x1="38607" y1="34766" x2="38607" y2="34766"/>
                        <a14:foregroundMark x1="38542" y1="35059" x2="38867" y2="34570"/>
                        <a14:foregroundMark x1="41602" y1="27344" x2="41602" y2="27344"/>
                        <a14:foregroundMark x1="41667" y1="27441" x2="41667" y2="27441"/>
                        <a14:foregroundMark x1="67881" y1="16699" x2="67643" y2="26074"/>
                        <a14:foregroundMark x1="68099" y1="8105" x2="67881" y2="16699"/>
                        <a14:foregroundMark x1="67643" y1="26074" x2="64232" y2="47618"/>
                        <a14:foregroundMark x1="70573" y1="45020" x2="70638" y2="52246"/>
                        <a14:foregroundMark x1="65365" y1="47363" x2="65820" y2="53223"/>
                        <a14:foregroundMark x1="64909" y1="52344" x2="64909" y2="53027"/>
                        <a14:foregroundMark x1="66862" y1="52539" x2="66732" y2="53125"/>
                        <a14:foregroundMark x1="69336" y1="52344" x2="69336" y2="53516"/>
                        <a14:foregroundMark x1="82292" y1="7910" x2="87760" y2="37305"/>
                        <a14:foregroundMark x1="78776" y1="34277" x2="84310" y2="35938"/>
                        <a14:foregroundMark x1="84896" y1="35742" x2="94931" y2="32227"/>
                        <a14:foregroundMark x1="90104" y1="36719" x2="95052" y2="33984"/>
                        <a14:foregroundMark x1="95052" y1="33984" x2="95378" y2="33594"/>
                        <a14:foregroundMark x1="78125" y1="34277" x2="79167" y2="34473"/>
                        <a14:foregroundMark x1="95638" y1="32910" x2="96094" y2="32813"/>
                        <a14:foregroundMark x1="90205" y1="59766" x2="90430" y2="60449"/>
                        <a14:foregroundMark x1="84180" y1="41504" x2="90205" y2="59766"/>
                        <a14:foregroundMark x1="90430" y1="60449" x2="90690" y2="66406"/>
                        <a14:foregroundMark x1="86589" y1="68457" x2="87259" y2="68525"/>
                        <a14:foregroundMark x1="83724" y1="95020" x2="94792" y2="93457"/>
                        <a14:foregroundMark x1="94792" y1="93457" x2="96940" y2="94141"/>
                        <a14:foregroundMark x1="87174" y1="96094" x2="97461" y2="94531"/>
                        <a14:foregroundMark x1="88737" y1="96387" x2="91797" y2="95996"/>
                        <a14:foregroundMark x1="86328" y1="68457" x2="87225" y2="68604"/>
                        <a14:foregroundMark x1="89224" y1="68730" x2="89779" y2="68750"/>
                        <a14:foregroundMark x1="87044" y1="68652" x2="87276" y2="68660"/>
                        <a14:foregroundMark x1="89094" y1="69043" x2="89583" y2="69043"/>
                        <a14:foregroundMark x1="86849" y1="69043" x2="87117" y2="69043"/>
                        <a14:foregroundMark x1="45443" y1="51074" x2="46549" y2="60547"/>
                        <a14:foregroundMark x1="46549" y1="60547" x2="46289" y2="77344"/>
                        <a14:foregroundMark x1="50911" y1="51465" x2="50065" y2="72070"/>
                        <a14:foregroundMark x1="50065" y1="72070" x2="50716" y2="88672"/>
                        <a14:foregroundMark x1="50716" y1="88672" x2="50846" y2="89160"/>
                        <a14:foregroundMark x1="47526" y1="92676" x2="51823" y2="90918"/>
                        <a14:backgroundMark x1="48274" y1="60098" x2="48272" y2="60607"/>
                        <a14:backgroundMark x1="48307" y1="52637" x2="48291" y2="56212"/>
                        <a14:backgroundMark x1="38216" y1="44141" x2="38216" y2="44141"/>
                        <a14:backgroundMark x1="38281" y1="44434" x2="38281" y2="44434"/>
                        <a14:backgroundMark x1="38086" y1="44043" x2="38086" y2="44043"/>
                        <a14:backgroundMark x1="38281" y1="44336" x2="38281" y2="44336"/>
                        <a14:backgroundMark x1="38411" y1="44531" x2="38411" y2="44531"/>
                        <a14:backgroundMark x1="38281" y1="44141" x2="38281" y2="44141"/>
                        <a14:backgroundMark x1="38346" y1="43750" x2="38346" y2="43750"/>
                        <a14:backgroundMark x1="38151" y1="39355" x2="37956" y2="39355"/>
                        <a14:backgroundMark x1="38151" y1="39453" x2="38277" y2="40276"/>
                        <a14:backgroundMark x1="38021" y1="39648" x2="38021" y2="39648"/>
                        <a14:backgroundMark x1="37891" y1="39648" x2="37891" y2="39648"/>
                        <a14:backgroundMark x1="38086" y1="41211" x2="38086" y2="41211"/>
                        <a14:backgroundMark x1="37891" y1="36719" x2="37891" y2="36719"/>
                        <a14:backgroundMark x1="38086" y1="35840" x2="38086" y2="35840"/>
                        <a14:backgroundMark x1="38216" y1="35742" x2="37435" y2="38281"/>
                        <a14:backgroundMark x1="38021" y1="40820" x2="38021" y2="40820"/>
                        <a14:backgroundMark x1="38021" y1="40723" x2="38021" y2="40723"/>
                        <a14:backgroundMark x1="38021" y1="41113" x2="38021" y2="41113"/>
                        <a14:backgroundMark x1="37500" y1="39941" x2="37500" y2="39941"/>
                        <a14:backgroundMark x1="37565" y1="39648" x2="37565" y2="39648"/>
                        <a14:backgroundMark x1="37565" y1="40234" x2="37565" y2="40234"/>
                        <a14:backgroundMark x1="37500" y1="40430" x2="37500" y2="40430"/>
                        <a14:backgroundMark x1="38281" y1="35254" x2="38281" y2="35254"/>
                        <a14:backgroundMark x1="38672" y1="34180" x2="38672" y2="34180"/>
                        <a14:backgroundMark x1="38802" y1="33789" x2="38802" y2="33789"/>
                        <a14:backgroundMark x1="38737" y1="33984" x2="38737" y2="33984"/>
                        <a14:backgroundMark x1="39193" y1="32715" x2="39193" y2="32715"/>
                        <a14:backgroundMark x1="39258" y1="32422" x2="39258" y2="32422"/>
                        <a14:backgroundMark x1="42188" y1="26563" x2="42188" y2="26563"/>
                        <a14:backgroundMark x1="44727" y1="17090" x2="44727" y2="17090"/>
                        <a14:backgroundMark x1="43945" y1="19629" x2="43945" y2="19629"/>
                        <a14:backgroundMark x1="43294" y1="20996" x2="43294" y2="20996"/>
                        <a14:backgroundMark x1="49609" y1="16406" x2="49609" y2="16406"/>
                        <a14:backgroundMark x1="65365" y1="14844" x2="65365" y2="14844"/>
                        <a14:backgroundMark x1="67057" y1="16699" x2="67057" y2="16699"/>
                        <a14:backgroundMark x1="69922" y1="16602" x2="69922" y2="16602"/>
                        <a14:backgroundMark x1="95638" y1="32227" x2="95638" y2="32227"/>
                        <a14:backgroundMark x1="95573" y1="32129" x2="95573" y2="32129"/>
                        <a14:backgroundMark x1="95638" y1="32031" x2="95638" y2="32031"/>
                        <a14:backgroundMark x1="88411" y1="25000" x2="88411" y2="25000"/>
                        <a14:backgroundMark x1="85938" y1="91309" x2="85938" y2="91309"/>
                        <a14:backgroundMark x1="92318" y1="90332" x2="92318" y2="90332"/>
                        <a14:backgroundMark x1="91406" y1="90527" x2="91406" y2="90527"/>
                        <a14:backgroundMark x1="91341" y1="59766" x2="91341" y2="59766"/>
                        <a14:backgroundMark x1="85156" y1="60938" x2="85156" y2="60938"/>
                        <a14:backgroundMark x1="89063" y1="70410" x2="89844" y2="70410"/>
                        <a14:backgroundMark x1="86589" y1="70313" x2="88607" y2="702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319" t="69871" r="1467" b="-1362"/>
          <a:stretch>
            <a:fillRect/>
          </a:stretch>
        </p:blipFill>
        <p:spPr>
          <a:xfrm>
            <a:off x="3392388" y="5181075"/>
            <a:ext cx="1162148" cy="1269829"/>
          </a:xfrm>
          <a:prstGeom prst="rect">
            <a:avLst/>
          </a:prstGeom>
        </p:spPr>
      </p:pic>
      <p:sp>
        <p:nvSpPr>
          <p:cNvPr id="73" name="직사각형 72">
            <a:extLst>
              <a:ext uri="{FF2B5EF4-FFF2-40B4-BE49-F238E27FC236}">
                <a16:creationId xmlns:a16="http://schemas.microsoft.com/office/drawing/2014/main" id="{9755194B-B87C-31E2-9462-BD8760DE01E7}"/>
              </a:ext>
            </a:extLst>
          </p:cNvPr>
          <p:cNvSpPr/>
          <p:nvPr/>
        </p:nvSpPr>
        <p:spPr>
          <a:xfrm>
            <a:off x="518511" y="5141788"/>
            <a:ext cx="1181567" cy="1173105"/>
          </a:xfrm>
          <a:prstGeom prst="rect">
            <a:avLst/>
          </a:prstGeom>
          <a:noFill/>
          <a:ln>
            <a:solidFill>
              <a:srgbClr val="ECEDF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0FA9882D-B46E-353B-18DA-E5644792C315}"/>
              </a:ext>
            </a:extLst>
          </p:cNvPr>
          <p:cNvSpPr/>
          <p:nvPr/>
        </p:nvSpPr>
        <p:spPr>
          <a:xfrm>
            <a:off x="1955567" y="5144276"/>
            <a:ext cx="1181567" cy="1173105"/>
          </a:xfrm>
          <a:prstGeom prst="rect">
            <a:avLst/>
          </a:prstGeom>
          <a:noFill/>
          <a:ln>
            <a:solidFill>
              <a:srgbClr val="ECEDF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AF48023A-5BF2-10C9-933B-4C0DC70A76AE}"/>
              </a:ext>
            </a:extLst>
          </p:cNvPr>
          <p:cNvSpPr/>
          <p:nvPr/>
        </p:nvSpPr>
        <p:spPr>
          <a:xfrm>
            <a:off x="3382678" y="5135803"/>
            <a:ext cx="1181567" cy="1173105"/>
          </a:xfrm>
          <a:prstGeom prst="rect">
            <a:avLst/>
          </a:prstGeom>
          <a:noFill/>
          <a:ln>
            <a:solidFill>
              <a:srgbClr val="ECEDF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FD6F9DE8-71FD-FF0B-6661-F9138A6027E6}"/>
              </a:ext>
            </a:extLst>
          </p:cNvPr>
          <p:cNvSpPr>
            <a:spLocks noChangeAspect="1"/>
          </p:cNvSpPr>
          <p:nvPr/>
        </p:nvSpPr>
        <p:spPr>
          <a:xfrm>
            <a:off x="5377257" y="6122870"/>
            <a:ext cx="188614" cy="188614"/>
          </a:xfrm>
          <a:prstGeom prst="ellipse">
            <a:avLst/>
          </a:prstGeom>
          <a:solidFill>
            <a:srgbClr val="C8C2BA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09C8AFEB-5359-42E9-6760-FC7CC5F3E747}"/>
              </a:ext>
            </a:extLst>
          </p:cNvPr>
          <p:cNvSpPr>
            <a:spLocks noChangeAspect="1"/>
          </p:cNvSpPr>
          <p:nvPr/>
        </p:nvSpPr>
        <p:spPr>
          <a:xfrm>
            <a:off x="5669475" y="6118348"/>
            <a:ext cx="188614" cy="188614"/>
          </a:xfrm>
          <a:prstGeom prst="ellipse">
            <a:avLst/>
          </a:prstGeom>
          <a:solidFill>
            <a:srgbClr val="393C54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F8BDA315-0FC0-53AF-C53D-AF5DB0EBB2FB}"/>
              </a:ext>
            </a:extLst>
          </p:cNvPr>
          <p:cNvSpPr>
            <a:spLocks noChangeAspect="1"/>
          </p:cNvSpPr>
          <p:nvPr/>
        </p:nvSpPr>
        <p:spPr>
          <a:xfrm>
            <a:off x="5961693" y="6126279"/>
            <a:ext cx="188614" cy="188614"/>
          </a:xfrm>
          <a:prstGeom prst="ellipse">
            <a:avLst/>
          </a:prstGeom>
          <a:solidFill>
            <a:srgbClr val="3D3E3D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CD6925D6-7343-973F-47D9-A176592DD754}"/>
              </a:ext>
            </a:extLst>
          </p:cNvPr>
          <p:cNvSpPr>
            <a:spLocks noChangeAspect="1"/>
          </p:cNvSpPr>
          <p:nvPr/>
        </p:nvSpPr>
        <p:spPr>
          <a:xfrm>
            <a:off x="6251877" y="6122870"/>
            <a:ext cx="188614" cy="188614"/>
          </a:xfrm>
          <a:prstGeom prst="ellipse">
            <a:avLst/>
          </a:prstGeom>
          <a:solidFill>
            <a:srgbClr val="F5F1E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5" name="가로 글상자 69">
            <a:extLst>
              <a:ext uri="{FF2B5EF4-FFF2-40B4-BE49-F238E27FC236}">
                <a16:creationId xmlns:a16="http://schemas.microsoft.com/office/drawing/2014/main" id="{0FD33AA4-EFB0-397C-5D3E-CDB371517185}"/>
              </a:ext>
            </a:extLst>
          </p:cNvPr>
          <p:cNvSpPr txBox="1"/>
          <p:nvPr/>
        </p:nvSpPr>
        <p:spPr>
          <a:xfrm>
            <a:off x="2486604" y="589061"/>
            <a:ext cx="210354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 b="1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 pitchFamily="50" charset="-127"/>
              </a:rPr>
              <a:t>정보</a:t>
            </a:r>
          </a:p>
        </p:txBody>
      </p:sp>
    </p:spTree>
    <p:extLst>
      <p:ext uri="{BB962C8B-B14F-4D97-AF65-F5344CB8AC3E}">
        <p14:creationId xmlns:p14="http://schemas.microsoft.com/office/powerpoint/2010/main" val="1051600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D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1080E-8CAB-B258-E32C-20BCE8B48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023816"/>
              </p:ext>
            </p:extLst>
          </p:nvPr>
        </p:nvGraphicFramePr>
        <p:xfrm>
          <a:off x="373529" y="1407758"/>
          <a:ext cx="8396941" cy="5130501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11836">
                  <a:extLst>
                    <a:ext uri="{9D8B030D-6E8A-4147-A177-3AD203B41FA5}">
                      <a16:colId xmlns:a16="http://schemas.microsoft.com/office/drawing/2014/main" val="3332377546"/>
                    </a:ext>
                  </a:extLst>
                </a:gridCol>
                <a:gridCol w="7085105">
                  <a:extLst>
                    <a:ext uri="{9D8B030D-6E8A-4147-A177-3AD203B41FA5}">
                      <a16:colId xmlns:a16="http://schemas.microsoft.com/office/drawing/2014/main" val="3993814879"/>
                    </a:ext>
                  </a:extLst>
                </a:gridCol>
              </a:tblGrid>
              <a:tr h="431437"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ko-KR" altLang="en-US" sz="1000" b="1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플레이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플레이어의 조작과 선택이 핵심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. 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플레이어의 선택에 따라 스토리가 달라진다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326431"/>
                  </a:ext>
                </a:extLst>
              </a:tr>
              <a:tr h="6764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상호작용 구조</a:t>
                      </a:r>
                    </a:p>
                    <a:p>
                      <a:pPr latinLnBrk="1">
                        <a:lnSpc>
                          <a:spcPct val="200000"/>
                        </a:lnSpc>
                      </a:pPr>
                      <a:endParaRPr lang="ko-KR" altLang="en-US" sz="1000" b="1" dirty="0">
                        <a:solidFill>
                          <a:srgbClr val="ECEDF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NPC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에게 직접 말을 걸어 대화를 시작할 수도 있으며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,</a:t>
                      </a:r>
                      <a:br>
                        <a:rPr lang="en-US" altLang="ko-KR" sz="1000" b="0" dirty="0">
                          <a:solidFill>
                            <a:srgbClr val="ECEDF1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</a:b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상황에 따라 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NPC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들이 먼저 다가와 대화를 시작하기도 하는 구조</a:t>
                      </a:r>
                      <a:endParaRPr lang="en-US" altLang="ko-KR" sz="1000" b="0" dirty="0">
                        <a:solidFill>
                          <a:srgbClr val="ECEDF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586152"/>
                  </a:ext>
                </a:extLst>
              </a:tr>
              <a:tr h="447935"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ko-KR" altLang="en-US" sz="1000" b="1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전투</a:t>
                      </a:r>
                      <a:endParaRPr lang="ko-KR" altLang="en-US" sz="1000" b="1" dirty="0">
                        <a:solidFill>
                          <a:srgbClr val="ECEDF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공격</a:t>
                      </a:r>
                      <a:r>
                        <a:rPr lang="en-US" altLang="ko-KR" sz="1000" b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패턴 대응 중심</a:t>
                      </a:r>
                      <a:endParaRPr lang="en-US" altLang="ko-KR" sz="1000" b="0" dirty="0">
                        <a:solidFill>
                          <a:srgbClr val="ECEDF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753129"/>
                  </a:ext>
                </a:extLst>
              </a:tr>
              <a:tr h="445461"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ko-KR" altLang="en-US" sz="1000" b="1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퍼즐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관찰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순서 맞추기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조건 충족</a:t>
                      </a:r>
                      <a:endParaRPr lang="en-US" altLang="ko-KR" sz="1000" b="0" dirty="0">
                        <a:solidFill>
                          <a:srgbClr val="ECEDF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371027"/>
                  </a:ext>
                </a:extLst>
              </a:tr>
              <a:tr h="412464"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ko-KR" altLang="en-US" sz="1000" b="1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탐색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이동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숨겨진 요소 발견</a:t>
                      </a:r>
                      <a:endParaRPr lang="en-US" altLang="ko-KR" sz="1000" b="0" dirty="0">
                        <a:solidFill>
                          <a:srgbClr val="ECEDF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810387"/>
                  </a:ext>
                </a:extLst>
              </a:tr>
              <a:tr h="27167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조작 키 구성</a:t>
                      </a:r>
                    </a:p>
                    <a:p>
                      <a:pPr latinLnBrk="1">
                        <a:lnSpc>
                          <a:spcPct val="200000"/>
                        </a:lnSpc>
                      </a:pPr>
                      <a:endParaRPr lang="ko-KR" altLang="en-US" sz="1000" b="1" dirty="0">
                        <a:solidFill>
                          <a:srgbClr val="ECEDF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767779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이동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    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 </a:t>
                      </a:r>
                      <a:r>
                        <a:rPr lang="ko-KR" altLang="en-US" sz="1000" b="0" dirty="0">
                          <a:solidFill>
                            <a:srgbClr val="496F7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상호작용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    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 </a:t>
                      </a:r>
                      <a:r>
                        <a:rPr lang="ko-KR" altLang="en-US" sz="1000" b="0" dirty="0">
                          <a:solidFill>
                            <a:srgbClr val="8B5587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조사     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 </a:t>
                      </a:r>
                      <a:r>
                        <a:rPr lang="ko-KR" altLang="en-US" sz="1000" b="0" dirty="0">
                          <a:solidFill>
                            <a:srgbClr val="EB657E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전투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    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 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점프    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/ </a:t>
                      </a:r>
                      <a:r>
                        <a:rPr lang="ko-KR" altLang="en-US" sz="1000" b="0" dirty="0">
                          <a:solidFill>
                            <a:srgbClr val="FCE89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달리기</a:t>
                      </a:r>
                      <a:endParaRPr lang="en-US" altLang="ko-KR" sz="1000" b="0" dirty="0">
                        <a:solidFill>
                          <a:srgbClr val="FCE89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dirty="0">
                        <a:solidFill>
                          <a:srgbClr val="ECEDF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490592"/>
                  </a:ext>
                </a:extLst>
              </a:tr>
            </a:tbl>
          </a:graphicData>
        </a:graphic>
      </p:graphicFrame>
      <p:pic>
        <p:nvPicPr>
          <p:cNvPr id="59" name="그림 58">
            <a:extLst>
              <a:ext uri="{FF2B5EF4-FFF2-40B4-BE49-F238E27FC236}">
                <a16:creationId xmlns:a16="http://schemas.microsoft.com/office/drawing/2014/main" id="{73EF94D4-6785-74F0-4973-A5646BADF6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5815" b="54952" l="33866" r="50799">
                        <a14:foregroundMark x1="43610" y1="48722" x2="46326" y2="54952"/>
                        <a14:backgroundMark x1="42652" y1="19010" x2="46486" y2="26038"/>
                        <a14:backgroundMark x1="45527" y1="19169" x2="47444" y2="21885"/>
                        <a14:backgroundMark x1="32428" y1="16773" x2="40096" y2="28914"/>
                        <a14:backgroundMark x1="39776" y1="25399" x2="54792" y2="35783"/>
                        <a14:backgroundMark x1="54792" y1="35783" x2="54792" y2="35783"/>
                      </a14:backgroundRemoval>
                    </a14:imgEffect>
                    <a14:imgEffect>
                      <a14:brightnessContrast brigh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1342" t="46541" r="50137" b="43068"/>
          <a:stretch>
            <a:fillRect/>
          </a:stretch>
        </p:blipFill>
        <p:spPr>
          <a:xfrm>
            <a:off x="1975589" y="5300691"/>
            <a:ext cx="380173" cy="463629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25F11C75-1296-8C14-9063-4422797418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5815" b="27796" l="33866" r="50799">
                        <a14:foregroundMark x1="34026" y1="19808" x2="37220" y2="23962"/>
                        <a14:foregroundMark x1="33866" y1="22045" x2="33866" y2="23642"/>
                        <a14:backgroundMark x1="42652" y1="19010" x2="46486" y2="26038"/>
                        <a14:backgroundMark x1="45527" y1="19169" x2="47444" y2="21885"/>
                      </a14:backgroundRemoval>
                    </a14:imgEffect>
                    <a14:imgEffect>
                      <a14:brightnessContrast brigh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925" t="16594" r="50680" b="73851"/>
          <a:stretch>
            <a:fillRect/>
          </a:stretch>
        </p:blipFill>
        <p:spPr>
          <a:xfrm>
            <a:off x="2042570" y="5306668"/>
            <a:ext cx="1133010" cy="426302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3FF0634E-8B09-AA9A-366D-FDDAC835720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172494" y="155464"/>
            <a:ext cx="2314110" cy="1119951"/>
          </a:xfrm>
          <a:prstGeom prst="rect">
            <a:avLst/>
          </a:prstGeom>
        </p:spPr>
      </p:pic>
      <p:sp>
        <p:nvSpPr>
          <p:cNvPr id="33" name="가로 글상자 69">
            <a:extLst>
              <a:ext uri="{FF2B5EF4-FFF2-40B4-BE49-F238E27FC236}">
                <a16:creationId xmlns:a16="http://schemas.microsoft.com/office/drawing/2014/main" id="{54ABCDEC-9A56-5CDE-F3AD-77C4A59104BF}"/>
              </a:ext>
            </a:extLst>
          </p:cNvPr>
          <p:cNvSpPr txBox="1"/>
          <p:nvPr/>
        </p:nvSpPr>
        <p:spPr>
          <a:xfrm>
            <a:off x="272595" y="370089"/>
            <a:ext cx="210354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3500" b="1" dirty="0">
                <a:solidFill>
                  <a:srgbClr val="ECEDF1"/>
                </a:solidFill>
                <a:latin typeface="Yu Gothic UI" panose="020B0500000000000000" pitchFamily="34" charset="-128"/>
                <a:ea typeface="KoddiUD 온고딕 Regular" panose="020B0503000000000000" pitchFamily="50" charset="-127"/>
              </a:rPr>
              <a:t>주인공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917744D-2288-DB10-F9B8-3732603FEFE1}"/>
              </a:ext>
            </a:extLst>
          </p:cNvPr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1DD9DED-CB58-F05D-1E07-FED57663BF11}"/>
              </a:ext>
            </a:extLst>
          </p:cNvPr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4AD18DA-4D9E-9F77-B2FC-37CA964557DD}"/>
              </a:ext>
            </a:extLst>
          </p:cNvPr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E70506A4-A9E6-846D-3F78-743F0598292B}"/>
              </a:ext>
            </a:extLst>
          </p:cNvPr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CC63476-76C1-459F-71E7-F07083E26AA7}"/>
              </a:ext>
            </a:extLst>
          </p:cNvPr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0F5434A-3184-CF8C-1B17-063AF5BA1BFB}"/>
              </a:ext>
            </a:extLst>
          </p:cNvPr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07A7954-D713-3D80-A2B4-C353727B9B41}"/>
              </a:ext>
            </a:extLst>
          </p:cNvPr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0E34D499-C920-3C23-71DE-316B14B14F3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2970" t="64590" r="70450" b="3750"/>
          <a:stretch>
            <a:fillRect/>
          </a:stretch>
        </p:blipFill>
        <p:spPr>
          <a:xfrm flipH="1">
            <a:off x="8476478" y="238648"/>
            <a:ext cx="352522" cy="673322"/>
          </a:xfrm>
          <a:prstGeom prst="rect">
            <a:avLst/>
          </a:prstGeom>
        </p:spPr>
      </p:pic>
      <p:sp>
        <p:nvSpPr>
          <p:cNvPr id="44" name="가로 글상자 99">
            <a:extLst>
              <a:ext uri="{FF2B5EF4-FFF2-40B4-BE49-F238E27FC236}">
                <a16:creationId xmlns:a16="http://schemas.microsoft.com/office/drawing/2014/main" id="{6F01E159-7E22-30EB-A511-EB30F5EE090B}"/>
              </a:ext>
            </a:extLst>
          </p:cNvPr>
          <p:cNvSpPr txBox="1"/>
          <p:nvPr/>
        </p:nvSpPr>
        <p:spPr>
          <a:xfrm>
            <a:off x="6814413" y="389444"/>
            <a:ext cx="1570435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900" b="1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개요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8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37700" b="53195" l="39617" r="60224">
                        <a14:foregroundMark x1="48403" y1="39936" x2="50639" y2="44089"/>
                        <a14:foregroundMark x1="41693" y1="46645" x2="44409" y2="51438"/>
                        <a14:foregroundMark x1="48722" y1="46805" x2="51438" y2="51438"/>
                      </a14:backgroundRemoval>
                    </a14:imgEffect>
                    <a14:imgEffect>
                      <a14:brightnessContrast brigh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9800" t="37755" r="39928" b="47144"/>
          <a:stretch/>
        </p:blipFill>
        <p:spPr>
          <a:xfrm>
            <a:off x="5207888" y="5357097"/>
            <a:ext cx="1224003" cy="911842"/>
          </a:xfrm>
          <a:prstGeom prst="rect">
            <a:avLst/>
          </a:prstGeom>
        </p:spPr>
      </p:pic>
      <p:grpSp>
        <p:nvGrpSpPr>
          <p:cNvPr id="6" name="그룹 5"/>
          <p:cNvGrpSpPr/>
          <p:nvPr/>
        </p:nvGrpSpPr>
        <p:grpSpPr>
          <a:xfrm>
            <a:off x="1179091" y="4373431"/>
            <a:ext cx="1158743" cy="861611"/>
            <a:chOff x="822256" y="4388323"/>
            <a:chExt cx="1316135" cy="978643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10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5463" b="47284" l="67891" r="78435"/>
                      </a14:imgEffect>
                      <a14:imgEffect>
                        <a14:brightnessContrast bright="3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341" t="37085" r="22926" b="53715"/>
            <a:stretch/>
          </p:blipFill>
          <p:spPr>
            <a:xfrm>
              <a:off x="1278746" y="4388323"/>
              <a:ext cx="400174" cy="476070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11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6454" b="27476" l="12939" r="21885"/>
                      </a14:imgEffect>
                      <a14:imgEffect>
                        <a14:brightnessContrast bright="3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33" t="16949" r="78434" b="73851"/>
            <a:stretch/>
          </p:blipFill>
          <p:spPr>
            <a:xfrm>
              <a:off x="822256" y="4890897"/>
              <a:ext cx="400174" cy="476069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12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5942" b="47764" l="31629" r="40735"/>
                      </a14:imgEffect>
                      <a14:imgEffect>
                        <a14:brightnessContrast bright="3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336" t="36949" r="59931" b="53851"/>
            <a:stretch/>
          </p:blipFill>
          <p:spPr>
            <a:xfrm>
              <a:off x="1282581" y="4889255"/>
              <a:ext cx="400174" cy="476069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13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5815" b="28115" l="40096" r="50958"/>
                      </a14:imgEffect>
                      <a14:imgEffect>
                        <a14:brightnessContrast bright="3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587" t="16949" r="50680" b="73851"/>
            <a:stretch/>
          </p:blipFill>
          <p:spPr>
            <a:xfrm>
              <a:off x="1746515" y="4895654"/>
              <a:ext cx="391876" cy="466198"/>
            </a:xfrm>
            <a:prstGeom prst="rect">
              <a:avLst/>
            </a:prstGeom>
          </p:spPr>
        </p:pic>
      </p:grp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14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7636" b="37061" l="46326" r="77796"/>
                    </a14:imgEffect>
                    <a14:imgEffect>
                      <a14:brightnessContrast brigh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6875" t="27416" r="22450" b="63309"/>
          <a:stretch/>
        </p:blipFill>
        <p:spPr>
          <a:xfrm>
            <a:off x="2337834" y="5799494"/>
            <a:ext cx="1583443" cy="478794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15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7891" b="26997" l="43450" r="61821"/>
                    </a14:imgEffect>
                    <a14:imgEffect>
                      <a14:brightnessContrast brigh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3883" t="18300" r="38141" b="73694"/>
          <a:stretch/>
        </p:blipFill>
        <p:spPr>
          <a:xfrm>
            <a:off x="3896043" y="5261085"/>
            <a:ext cx="1085385" cy="483357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389" b="98054" l="9375" r="89844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18604" y="4557582"/>
            <a:ext cx="670338" cy="1345914"/>
          </a:xfrm>
          <a:prstGeom prst="rect">
            <a:avLst/>
          </a:prstGeom>
        </p:spPr>
      </p:pic>
      <p:sp>
        <p:nvSpPr>
          <p:cNvPr id="14" name="가로 글상자 69">
            <a:extLst>
              <a:ext uri="{FF2B5EF4-FFF2-40B4-BE49-F238E27FC236}">
                <a16:creationId xmlns:a16="http://schemas.microsoft.com/office/drawing/2014/main" id="{273F3314-3563-FBEC-DC4F-FCEE09D8CCB8}"/>
              </a:ext>
            </a:extLst>
          </p:cNvPr>
          <p:cNvSpPr txBox="1"/>
          <p:nvPr/>
        </p:nvSpPr>
        <p:spPr>
          <a:xfrm>
            <a:off x="2486604" y="589061"/>
            <a:ext cx="210354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 b="1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 pitchFamily="50" charset="-127"/>
              </a:rPr>
              <a:t>플레이 구성 요소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3E9A044F-693E-FDDD-1554-04BDCA14D0E7}"/>
              </a:ext>
            </a:extLst>
          </p:cNvPr>
          <p:cNvSpPr/>
          <p:nvPr/>
        </p:nvSpPr>
        <p:spPr>
          <a:xfrm>
            <a:off x="3853678" y="5234189"/>
            <a:ext cx="1159443" cy="536107"/>
          </a:xfrm>
          <a:prstGeom prst="roundRect">
            <a:avLst/>
          </a:prstGeom>
          <a:noFill/>
          <a:ln w="25400">
            <a:solidFill>
              <a:srgbClr val="FCE89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6110249-89C2-5885-4ACA-775690995845}"/>
              </a:ext>
            </a:extLst>
          </p:cNvPr>
          <p:cNvSpPr/>
          <p:nvPr/>
        </p:nvSpPr>
        <p:spPr>
          <a:xfrm>
            <a:off x="1954614" y="5306667"/>
            <a:ext cx="401148" cy="426303"/>
          </a:xfrm>
          <a:prstGeom prst="roundRect">
            <a:avLst/>
          </a:prstGeom>
          <a:noFill/>
          <a:ln w="25400">
            <a:solidFill>
              <a:srgbClr val="8B5587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BCF5A43A-8E6A-65DD-0579-F94C00109A70}"/>
              </a:ext>
            </a:extLst>
          </p:cNvPr>
          <p:cNvSpPr/>
          <p:nvPr/>
        </p:nvSpPr>
        <p:spPr>
          <a:xfrm>
            <a:off x="2390573" y="5317420"/>
            <a:ext cx="401148" cy="426303"/>
          </a:xfrm>
          <a:prstGeom prst="roundRect">
            <a:avLst/>
          </a:prstGeom>
          <a:noFill/>
          <a:ln w="25400">
            <a:solidFill>
              <a:srgbClr val="EB657E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66C64B9F-2276-A671-9D7D-B20B0533AB3C}"/>
              </a:ext>
            </a:extLst>
          </p:cNvPr>
          <p:cNvSpPr/>
          <p:nvPr/>
        </p:nvSpPr>
        <p:spPr>
          <a:xfrm>
            <a:off x="1954614" y="5312643"/>
            <a:ext cx="401148" cy="426303"/>
          </a:xfrm>
          <a:prstGeom prst="roundRect">
            <a:avLst/>
          </a:prstGeom>
          <a:noFill/>
          <a:ln w="25400">
            <a:solidFill>
              <a:srgbClr val="8B5587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414C5C27-CCF1-0D59-7A71-B5AFBCF20562}"/>
              </a:ext>
            </a:extLst>
          </p:cNvPr>
          <p:cNvSpPr/>
          <p:nvPr/>
        </p:nvSpPr>
        <p:spPr>
          <a:xfrm>
            <a:off x="1118633" y="4318680"/>
            <a:ext cx="1272988" cy="942055"/>
          </a:xfrm>
          <a:prstGeom prst="roundRect">
            <a:avLst/>
          </a:prstGeom>
          <a:noFill/>
          <a:ln w="25400">
            <a:solidFill>
              <a:srgbClr val="76777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FE4AD051-E529-C88F-F9FB-C96AFF55D69B}"/>
              </a:ext>
            </a:extLst>
          </p:cNvPr>
          <p:cNvSpPr/>
          <p:nvPr/>
        </p:nvSpPr>
        <p:spPr>
          <a:xfrm>
            <a:off x="5181268" y="5357097"/>
            <a:ext cx="1272988" cy="942055"/>
          </a:xfrm>
          <a:prstGeom prst="roundRect">
            <a:avLst/>
          </a:prstGeom>
          <a:noFill/>
          <a:ln w="25400">
            <a:solidFill>
              <a:srgbClr val="76777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46BAD0D7-C52B-25A9-78CE-4BF1D33E685E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5815" b="54633" l="33866" r="57188">
                        <a14:foregroundMark x1="54153" y1="48562" x2="56230" y2="54633"/>
                        <a14:backgroundMark x1="42652" y1="19010" x2="46486" y2="26038"/>
                        <a14:backgroundMark x1="45527" y1="19169" x2="47444" y2="21885"/>
                        <a14:backgroundMark x1="33387" y1="15974" x2="48562" y2="28914"/>
                        <a14:backgroundMark x1="48562" y1="28914" x2="49042" y2="27955"/>
                        <a14:backgroundMark x1="28754" y1="14217" x2="38339" y2="20128"/>
                        <a14:backgroundMark x1="38339" y1="20128" x2="36901" y2="17412"/>
                        <a14:backgroundMark x1="52556" y1="15655" x2="62141" y2="20607"/>
                        <a14:backgroundMark x1="62141" y1="20607" x2="49840" y2="23323"/>
                        <a14:backgroundMark x1="49840" y1="23323" x2="64537" y2="18371"/>
                      </a14:backgroundRemoval>
                    </a14:imgEffect>
                    <a14:imgEffect>
                      <a14:brightnessContrast brigh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244" t="45960" r="40884" b="43455"/>
          <a:stretch>
            <a:fillRect/>
          </a:stretch>
        </p:blipFill>
        <p:spPr>
          <a:xfrm>
            <a:off x="1537386" y="5272156"/>
            <a:ext cx="395838" cy="472286"/>
          </a:xfrm>
          <a:prstGeom prst="rect">
            <a:avLst/>
          </a:prstGeom>
        </p:spPr>
      </p:pic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C6DA61E9-7367-8D36-E336-432CDEF914EF}"/>
              </a:ext>
            </a:extLst>
          </p:cNvPr>
          <p:cNvSpPr/>
          <p:nvPr/>
        </p:nvSpPr>
        <p:spPr>
          <a:xfrm>
            <a:off x="1535384" y="5308149"/>
            <a:ext cx="401148" cy="426303"/>
          </a:xfrm>
          <a:prstGeom prst="roundRect">
            <a:avLst/>
          </a:prstGeom>
          <a:noFill/>
          <a:ln w="25400">
            <a:solidFill>
              <a:srgbClr val="496F78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041A6473-95CF-A5C1-EC6D-5D2C69D7AB25}"/>
              </a:ext>
            </a:extLst>
          </p:cNvPr>
          <p:cNvSpPr/>
          <p:nvPr/>
        </p:nvSpPr>
        <p:spPr>
          <a:xfrm>
            <a:off x="2337834" y="5799495"/>
            <a:ext cx="1583443" cy="478794"/>
          </a:xfrm>
          <a:prstGeom prst="roundRect">
            <a:avLst/>
          </a:prstGeom>
          <a:noFill/>
          <a:ln w="25400">
            <a:solidFill>
              <a:srgbClr val="ECEDF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0B6EF047-5CE7-38F7-002C-B3503C820A2D}"/>
              </a:ext>
            </a:extLst>
          </p:cNvPr>
          <p:cNvSpPr/>
          <p:nvPr/>
        </p:nvSpPr>
        <p:spPr>
          <a:xfrm>
            <a:off x="7066704" y="4508903"/>
            <a:ext cx="971634" cy="1485304"/>
          </a:xfrm>
          <a:prstGeom prst="roundRect">
            <a:avLst/>
          </a:prstGeom>
          <a:noFill/>
          <a:ln w="25400">
            <a:solidFill>
              <a:srgbClr val="496F78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520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97C10F35-0F47-B7B1-7392-D1B424F11362}"/>
              </a:ext>
            </a:extLst>
          </p:cNvPr>
          <p:cNvSpPr/>
          <p:nvPr/>
        </p:nvSpPr>
        <p:spPr>
          <a:xfrm>
            <a:off x="1189318" y="1243011"/>
            <a:ext cx="6759388" cy="3898777"/>
          </a:xfrm>
          <a:prstGeom prst="rect">
            <a:avLst/>
          </a:prstGeom>
          <a:solidFill>
            <a:srgbClr val="9595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12D797E-CB77-1892-9948-5096E0519FC8}"/>
              </a:ext>
            </a:extLst>
          </p:cNvPr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B8A6EE2-D659-DDF8-35C3-4155C2A0B9DD}"/>
              </a:ext>
            </a:extLst>
          </p:cNvPr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18467DE-B2DD-A5EE-7917-0E028BA3F96E}"/>
              </a:ext>
            </a:extLst>
          </p:cNvPr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78BA67A-4D78-3D02-BF9B-9B75D39D9049}"/>
              </a:ext>
            </a:extLst>
          </p:cNvPr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6ED7B1D-D130-2A3F-809F-EA45DCFEB1D8}"/>
              </a:ext>
            </a:extLst>
          </p:cNvPr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47A581A-9FD6-BE10-AB4D-3E01C35F6B95}"/>
              </a:ext>
            </a:extLst>
          </p:cNvPr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1888BE5-D3EA-0D6C-E830-1B1454796721}"/>
              </a:ext>
            </a:extLst>
          </p:cNvPr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E89BA7B-C560-884B-23E8-881BCD773B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172494" y="155464"/>
            <a:ext cx="2314110" cy="1119951"/>
          </a:xfrm>
          <a:prstGeom prst="rect">
            <a:avLst/>
          </a:prstGeom>
        </p:spPr>
      </p:pic>
      <p:sp>
        <p:nvSpPr>
          <p:cNvPr id="12" name="가로 글상자 69">
            <a:extLst>
              <a:ext uri="{FF2B5EF4-FFF2-40B4-BE49-F238E27FC236}">
                <a16:creationId xmlns:a16="http://schemas.microsoft.com/office/drawing/2014/main" id="{EBD65CDE-9CF4-1FEE-7EF7-EBB058EA5943}"/>
              </a:ext>
            </a:extLst>
          </p:cNvPr>
          <p:cNvSpPr txBox="1"/>
          <p:nvPr/>
        </p:nvSpPr>
        <p:spPr>
          <a:xfrm>
            <a:off x="272595" y="370089"/>
            <a:ext cx="210354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3500" b="1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주인공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36CB948-C510-0841-C49E-F37EE9D5A8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970" t="64590" r="70450" b="3750"/>
          <a:stretch>
            <a:fillRect/>
          </a:stretch>
        </p:blipFill>
        <p:spPr>
          <a:xfrm flipH="1">
            <a:off x="8476478" y="238648"/>
            <a:ext cx="352522" cy="673322"/>
          </a:xfrm>
          <a:prstGeom prst="rect">
            <a:avLst/>
          </a:prstGeom>
        </p:spPr>
      </p:pic>
      <p:sp>
        <p:nvSpPr>
          <p:cNvPr id="14" name="가로 글상자 99">
            <a:extLst>
              <a:ext uri="{FF2B5EF4-FFF2-40B4-BE49-F238E27FC236}">
                <a16:creationId xmlns:a16="http://schemas.microsoft.com/office/drawing/2014/main" id="{A7F9AC51-13EA-38DA-F2BC-074879B19172}"/>
              </a:ext>
            </a:extLst>
          </p:cNvPr>
          <p:cNvSpPr txBox="1"/>
          <p:nvPr/>
        </p:nvSpPr>
        <p:spPr>
          <a:xfrm>
            <a:off x="6814413" y="389444"/>
            <a:ext cx="1570435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900" b="1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개요</a:t>
            </a: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0F85F371-768A-3AD1-3BFF-4EBC3196C1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985" y="1352320"/>
            <a:ext cx="6474030" cy="3699446"/>
          </a:xfrm>
          <a:prstGeom prst="rect">
            <a:avLst/>
          </a:prstGeom>
        </p:spPr>
      </p:pic>
      <p:grpSp>
        <p:nvGrpSpPr>
          <p:cNvPr id="35" name="그룹 34">
            <a:extLst>
              <a:ext uri="{FF2B5EF4-FFF2-40B4-BE49-F238E27FC236}">
                <a16:creationId xmlns:a16="http://schemas.microsoft.com/office/drawing/2014/main" id="{93C5A486-8092-22EB-AD2F-DFCD3568CA65}"/>
              </a:ext>
            </a:extLst>
          </p:cNvPr>
          <p:cNvGrpSpPr/>
          <p:nvPr/>
        </p:nvGrpSpPr>
        <p:grpSpPr>
          <a:xfrm>
            <a:off x="905803" y="4781807"/>
            <a:ext cx="7834418" cy="2093259"/>
            <a:chOff x="387736" y="2011679"/>
            <a:chExt cx="9144000" cy="2443163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63C1F83F-A83D-2440-59F8-16C6D4A39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736" y="2011679"/>
              <a:ext cx="9144000" cy="2443163"/>
            </a:xfrm>
            <a:prstGeom prst="rect">
              <a:avLst/>
            </a:prstGeom>
          </p:spPr>
        </p:pic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C81CC248-43F0-2422-B227-3F355E1F2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21224" b="63802" l="16667" r="27530">
                          <a14:foregroundMark x1="19866" y1="23307" x2="23884" y2="23438"/>
                          <a14:foregroundMark x1="21205" y1="21484" x2="23363" y2="21354"/>
                          <a14:foregroundMark x1="20461" y1="21484" x2="20461" y2="21484"/>
                          <a14:foregroundMark x1="24033" y1="21745" x2="24033" y2="21745"/>
                          <a14:foregroundMark x1="24628" y1="22135" x2="24628" y2="22135"/>
                          <a14:foregroundMark x1="16815" y1="48177" x2="16741" y2="50651"/>
                          <a14:foregroundMark x1="27530" y1="47917" x2="27604" y2="50260"/>
                          <a14:foregroundMark x1="25149" y1="51302" x2="24851" y2="52865"/>
                          <a14:foregroundMark x1="20238" y1="58854" x2="19866" y2="63802"/>
                          <a14:foregroundMark x1="23363" y1="63802" x2="25000" y2="6341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44" t="19741" r="71097" b="33883"/>
            <a:stretch>
              <a:fillRect/>
            </a:stretch>
          </p:blipFill>
          <p:spPr>
            <a:xfrm>
              <a:off x="2724522" y="2494695"/>
              <a:ext cx="794965" cy="1600924"/>
            </a:xfrm>
            <a:prstGeom prst="rect">
              <a:avLst/>
            </a:prstGeom>
          </p:spPr>
        </p:pic>
      </p:grpSp>
      <p:pic>
        <p:nvPicPr>
          <p:cNvPr id="46" name="그림 45">
            <a:extLst>
              <a:ext uri="{FF2B5EF4-FFF2-40B4-BE49-F238E27FC236}">
                <a16:creationId xmlns:a16="http://schemas.microsoft.com/office/drawing/2014/main" id="{86718DAB-7967-FB22-FBA9-F408FF07EB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3698" b="67188" l="23661" r="48661">
                        <a14:foregroundMark x1="23958" y1="30208" x2="23661" y2="32031"/>
                        <a14:foregroundMark x1="40848" y1="24089" x2="42932" y2="23958"/>
                        <a14:foregroundMark x1="47173" y1="27734" x2="46354" y2="41016"/>
                        <a14:foregroundMark x1="48661" y1="29948" x2="47991" y2="33724"/>
                        <a14:foregroundMark x1="37202" y1="63021" x2="35119" y2="671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151" t="20102" r="50855" b="31515"/>
          <a:stretch>
            <a:fillRect/>
          </a:stretch>
        </p:blipFill>
        <p:spPr>
          <a:xfrm>
            <a:off x="4498794" y="3186001"/>
            <a:ext cx="648435" cy="664136"/>
          </a:xfrm>
          <a:prstGeom prst="rect">
            <a:avLst/>
          </a:prstGeom>
          <a:effectLst>
            <a:outerShdw blurRad="38100" dist="12700" dir="8100000" sy="-23000" kx="800400" algn="br" rotWithShape="0">
              <a:prstClr val="black">
                <a:alpha val="20000"/>
              </a:prstClr>
            </a:outerShdw>
          </a:effectLst>
        </p:spPr>
      </p:pic>
      <p:sp>
        <p:nvSpPr>
          <p:cNvPr id="59" name="가로 글상자 69">
            <a:extLst>
              <a:ext uri="{FF2B5EF4-FFF2-40B4-BE49-F238E27FC236}">
                <a16:creationId xmlns:a16="http://schemas.microsoft.com/office/drawing/2014/main" id="{060A1FC1-F01B-7BBE-E265-FDAEEC0BAA91}"/>
              </a:ext>
            </a:extLst>
          </p:cNvPr>
          <p:cNvSpPr txBox="1"/>
          <p:nvPr/>
        </p:nvSpPr>
        <p:spPr>
          <a:xfrm>
            <a:off x="2486604" y="589061"/>
            <a:ext cx="210354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 b="1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 pitchFamily="50" charset="-127"/>
              </a:rPr>
              <a:t>게임 화면</a:t>
            </a:r>
          </a:p>
        </p:txBody>
      </p:sp>
    </p:spTree>
    <p:extLst>
      <p:ext uri="{BB962C8B-B14F-4D97-AF65-F5344CB8AC3E}">
        <p14:creationId xmlns:p14="http://schemas.microsoft.com/office/powerpoint/2010/main" val="112869424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D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BBBA8C-9757-CEEA-39A0-1EAA1006F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그림 62">
            <a:extLst>
              <a:ext uri="{FF2B5EF4-FFF2-40B4-BE49-F238E27FC236}">
                <a16:creationId xmlns:a16="http://schemas.microsoft.com/office/drawing/2014/main" id="{13F0DA23-3FB7-DF97-CE42-35CCEB5DBB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9" t="22513" r="52344" b="73167"/>
          <a:stretch>
            <a:fillRect/>
          </a:stretch>
        </p:blipFill>
        <p:spPr>
          <a:xfrm>
            <a:off x="2725431" y="1392517"/>
            <a:ext cx="1381442" cy="3818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486A0E9-6953-5A3D-6F69-1A82E79235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19" t="22482" r="14559" b="72786"/>
          <a:stretch>
            <a:fillRect/>
          </a:stretch>
        </p:blipFill>
        <p:spPr>
          <a:xfrm>
            <a:off x="632790" y="3562971"/>
            <a:ext cx="1463138" cy="424132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86DC5293-66AB-DB9C-9908-DCAC6DDD93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172494" y="155464"/>
            <a:ext cx="2314110" cy="1119951"/>
          </a:xfrm>
          <a:prstGeom prst="rect">
            <a:avLst/>
          </a:prstGeom>
        </p:spPr>
      </p:pic>
      <p:sp>
        <p:nvSpPr>
          <p:cNvPr id="33" name="가로 글상자 69">
            <a:extLst>
              <a:ext uri="{FF2B5EF4-FFF2-40B4-BE49-F238E27FC236}">
                <a16:creationId xmlns:a16="http://schemas.microsoft.com/office/drawing/2014/main" id="{E6456AA0-39FD-350E-DF36-A4D90280ACA5}"/>
              </a:ext>
            </a:extLst>
          </p:cNvPr>
          <p:cNvSpPr txBox="1"/>
          <p:nvPr/>
        </p:nvSpPr>
        <p:spPr>
          <a:xfrm>
            <a:off x="272595" y="370089"/>
            <a:ext cx="210354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3500" b="1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악인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8C4C9993-EBE7-16CA-6AEE-30726E54F5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3" t="37407" r="14938" b="58267"/>
          <a:stretch>
            <a:fillRect/>
          </a:stretch>
        </p:blipFill>
        <p:spPr>
          <a:xfrm>
            <a:off x="662716" y="4602848"/>
            <a:ext cx="1403332" cy="381875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1E48C7A6-A40D-759B-F32B-6F61A1DBC5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457" b="96296" l="9735" r="8938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084" b="14084"/>
          <a:stretch/>
        </p:blipFill>
        <p:spPr>
          <a:xfrm>
            <a:off x="853983" y="1357814"/>
            <a:ext cx="1469640" cy="1875092"/>
          </a:xfrm>
          <a:prstGeom prst="snip2DiagRect">
            <a:avLst/>
          </a:prstGeom>
          <a:solidFill>
            <a:srgbClr val="B6BFC6">
              <a:alpha val="15000"/>
            </a:srgbClr>
          </a:solidFill>
          <a:ln w="381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BD42AA2F-BF4D-A952-8CC6-66F8409E7753}"/>
              </a:ext>
            </a:extLst>
          </p:cNvPr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304C218A-6ECD-EB45-A3E0-6B1CA073C2AE}"/>
              </a:ext>
            </a:extLst>
          </p:cNvPr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3C17F71-846C-B095-BA67-075FB1ACDDFA}"/>
              </a:ext>
            </a:extLst>
          </p:cNvPr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60CDE6D-8E44-67ED-BC63-416F54782F3C}"/>
              </a:ext>
            </a:extLst>
          </p:cNvPr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7F42E82-B2BE-C382-730A-726A26C79903}"/>
              </a:ext>
            </a:extLst>
          </p:cNvPr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D796B4F6-EC9C-836D-0B76-08993FE7D91B}"/>
              </a:ext>
            </a:extLst>
          </p:cNvPr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DE89997-C964-5856-D280-D47CCDA97FE4}"/>
              </a:ext>
            </a:extLst>
          </p:cNvPr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79C810DE-EB89-B95F-CB63-679139031A6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2970" t="64590" r="70450" b="3750"/>
          <a:stretch>
            <a:fillRect/>
          </a:stretch>
        </p:blipFill>
        <p:spPr>
          <a:xfrm flipH="1">
            <a:off x="8476478" y="238648"/>
            <a:ext cx="352522" cy="673322"/>
          </a:xfrm>
          <a:prstGeom prst="rect">
            <a:avLst/>
          </a:prstGeom>
        </p:spPr>
      </p:pic>
      <p:sp>
        <p:nvSpPr>
          <p:cNvPr id="44" name="가로 글상자 99">
            <a:extLst>
              <a:ext uri="{FF2B5EF4-FFF2-40B4-BE49-F238E27FC236}">
                <a16:creationId xmlns:a16="http://schemas.microsoft.com/office/drawing/2014/main" id="{7DE242A1-1C11-E695-5389-84911E002637}"/>
              </a:ext>
            </a:extLst>
          </p:cNvPr>
          <p:cNvSpPr txBox="1"/>
          <p:nvPr/>
        </p:nvSpPr>
        <p:spPr>
          <a:xfrm>
            <a:off x="6814413" y="389444"/>
            <a:ext cx="1570435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900" b="1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개요</a:t>
            </a:r>
          </a:p>
        </p:txBody>
      </p:sp>
      <p:sp>
        <p:nvSpPr>
          <p:cNvPr id="155" name="직각 삼각형 154">
            <a:extLst>
              <a:ext uri="{FF2B5EF4-FFF2-40B4-BE49-F238E27FC236}">
                <a16:creationId xmlns:a16="http://schemas.microsoft.com/office/drawing/2014/main" id="{AF210730-4CB3-F1F6-15CF-FF6F0D996C79}"/>
              </a:ext>
            </a:extLst>
          </p:cNvPr>
          <p:cNvSpPr/>
          <p:nvPr/>
        </p:nvSpPr>
        <p:spPr>
          <a:xfrm>
            <a:off x="838473" y="2945606"/>
            <a:ext cx="302386" cy="302386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9" name="직각 삼각형 48">
            <a:extLst>
              <a:ext uri="{FF2B5EF4-FFF2-40B4-BE49-F238E27FC236}">
                <a16:creationId xmlns:a16="http://schemas.microsoft.com/office/drawing/2014/main" id="{7A40490C-19D5-A30A-65DD-39128F1B00E1}"/>
              </a:ext>
            </a:extLst>
          </p:cNvPr>
          <p:cNvSpPr/>
          <p:nvPr/>
        </p:nvSpPr>
        <p:spPr>
          <a:xfrm>
            <a:off x="825977" y="2985283"/>
            <a:ext cx="412702" cy="412702"/>
          </a:xfrm>
          <a:prstGeom prst="rtTriangl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4D814DD-2667-AE8D-EA47-98AC9885886E}"/>
              </a:ext>
            </a:extLst>
          </p:cNvPr>
          <p:cNvSpPr txBox="1"/>
          <p:nvPr/>
        </p:nvSpPr>
        <p:spPr>
          <a:xfrm>
            <a:off x="978376" y="3568178"/>
            <a:ext cx="6235223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900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성격</a:t>
            </a:r>
            <a:endParaRPr lang="en-US" altLang="ko-KR" sz="1900" dirty="0">
              <a:solidFill>
                <a:srgbClr val="ECEDF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endParaRPr lang="en-US" altLang="ko-KR" sz="1100" dirty="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r>
              <a:rPr lang="ko-KR" altLang="en-US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자신의 신념을 절대적으로 믿으며</a:t>
            </a:r>
            <a:r>
              <a:rPr lang="en-US" altLang="ko-KR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그 실현을 위해 비윤리적인 선택도 마다하지 않는다</a:t>
            </a:r>
            <a:r>
              <a:rPr lang="en-US" altLang="ko-KR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100" dirty="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DB5FD37-455C-9CD4-3087-E840CD0FF5E2}"/>
              </a:ext>
            </a:extLst>
          </p:cNvPr>
          <p:cNvSpPr txBox="1"/>
          <p:nvPr/>
        </p:nvSpPr>
        <p:spPr>
          <a:xfrm>
            <a:off x="978376" y="4596498"/>
            <a:ext cx="7753248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900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목적</a:t>
            </a:r>
            <a:endParaRPr lang="en-US" altLang="ko-KR" sz="1900" dirty="0">
              <a:solidFill>
                <a:srgbClr val="ECEDF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endParaRPr lang="en-US" altLang="ko-KR" sz="1100" dirty="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r>
              <a:rPr lang="ko-KR" altLang="en-US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강성과의 목적은 인류를 구하는 것이 아니라</a:t>
            </a:r>
            <a:r>
              <a:rPr lang="en-US" altLang="ko-KR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인간의 수를 줄여 지구를 유지하는 것이다</a:t>
            </a:r>
            <a:r>
              <a:rPr lang="en-US" altLang="ko-KR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endParaRPr lang="en-US" altLang="ko-KR" sz="1100" dirty="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r>
              <a:rPr lang="ko-KR" altLang="en-US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그는 현재의 인간이 환경을 파괴하는 존재라고 믿으며</a:t>
            </a:r>
            <a:r>
              <a:rPr lang="en-US" altLang="ko-KR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변화한 세계에 적응하지 못하는 인간은 사라져야 한다고 생각한다</a:t>
            </a:r>
            <a:r>
              <a:rPr lang="en-US" altLang="ko-KR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endParaRPr lang="en-US" altLang="ko-KR" sz="1100" dirty="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r>
              <a:rPr lang="ko-KR" altLang="en-US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이를 위해 그는 인간을 </a:t>
            </a:r>
            <a:r>
              <a:rPr lang="ko-KR" altLang="en-US" sz="1100" dirty="0" err="1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변이시키는</a:t>
            </a:r>
            <a:r>
              <a:rPr lang="ko-KR" altLang="en-US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바이러스를 만들어</a:t>
            </a:r>
            <a:r>
              <a:rPr lang="en-US" altLang="ko-KR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살아남을 수 있는 존재만 남기는 실험을 시작했다</a:t>
            </a:r>
            <a:r>
              <a:rPr lang="en-US" altLang="ko-KR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endParaRPr lang="en-US" altLang="ko-KR" sz="1100" dirty="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r>
              <a:rPr lang="ko-KR" altLang="en-US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확산 이후에는 그는 이를 비극이 아닌 과정으로 받아들이며</a:t>
            </a:r>
            <a:r>
              <a:rPr lang="en-US" altLang="ko-KR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자신의 계획을 끝까지 완성하려 한다</a:t>
            </a:r>
            <a:r>
              <a:rPr lang="en-US" altLang="ko-KR" sz="11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100" dirty="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F0958B2E-04E5-6639-03A4-460E493A07F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000" y="830203"/>
            <a:ext cx="2198893" cy="384806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A410126-F3C6-70D6-D855-7DAFDB27EF67}"/>
              </a:ext>
            </a:extLst>
          </p:cNvPr>
          <p:cNvSpPr txBox="1"/>
          <p:nvPr/>
        </p:nvSpPr>
        <p:spPr>
          <a:xfrm>
            <a:off x="2933700" y="1389666"/>
            <a:ext cx="5721350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900" b="1" dirty="0">
                <a:solidFill>
                  <a:srgbClr val="ECED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강성과</a:t>
            </a:r>
            <a:endParaRPr lang="en-US" altLang="ko-KR" sz="1900" b="1" dirty="0">
              <a:solidFill>
                <a:srgbClr val="ECEDF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endParaRPr lang="en-US" altLang="ko-KR" sz="1000" dirty="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r>
              <a:rPr lang="ko-KR" altLang="en-US" sz="10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은하 병원 산하 감염병</a:t>
            </a:r>
            <a:r>
              <a:rPr lang="en-US" altLang="ko-KR" sz="10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1000" dirty="0">
                <a:solidFill>
                  <a:srgbClr val="76777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연구를 총괄하던 연구 책임자</a:t>
            </a:r>
            <a:endParaRPr lang="en-US" altLang="ko-KR" sz="1000" dirty="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endParaRPr lang="en-US" altLang="ko-KR" sz="1000" dirty="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r>
              <a:rPr lang="ko-KR" altLang="en-US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인류 과잉과 환경 파괴를 문제 삼으며</a:t>
            </a:r>
            <a:r>
              <a:rPr lang="en-US" altLang="ko-KR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</a:t>
            </a:r>
          </a:p>
          <a:p>
            <a:r>
              <a:rPr lang="ko-KR" altLang="en-US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인간의 수를 줄여야 지구가 유지될 수 있다고 믿는다</a:t>
            </a:r>
            <a:r>
              <a:rPr lang="en-US" altLang="ko-KR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endParaRPr lang="en-US" altLang="ko-KR" sz="1000" dirty="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r>
              <a:rPr lang="ko-KR" altLang="en-US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그는 이를 실현하기 위해 인간을 </a:t>
            </a:r>
            <a:r>
              <a:rPr lang="ko-KR" altLang="en-US" sz="1000" dirty="0" err="1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변이시키는</a:t>
            </a:r>
            <a:r>
              <a:rPr lang="ko-KR" altLang="en-US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바이러스를 개발한다</a:t>
            </a:r>
            <a:r>
              <a:rPr lang="en-US" altLang="ko-KR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endParaRPr lang="en-US" altLang="ko-KR" sz="1000" dirty="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r>
              <a:rPr lang="ko-KR" altLang="en-US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예기치 못한 바이러스 확산 이후에도 그는 이를 실패가 아닌</a:t>
            </a:r>
            <a:r>
              <a:rPr lang="en-US" altLang="ko-KR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</a:t>
            </a:r>
          </a:p>
          <a:p>
            <a:r>
              <a:rPr lang="ko-KR" altLang="en-US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새로운 생태계의 시작으로 받아들이며 실험을 계속한다</a:t>
            </a:r>
            <a:r>
              <a:rPr lang="en-US" altLang="ko-KR" sz="1000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ECEDF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1B7BCA-3B59-510B-E751-BF322A8C7E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6120" b="96094" l="9896" r="89881">
                        <a14:foregroundMark x1="46503" y1="14063" x2="49330" y2="6120"/>
                        <a14:foregroundMark x1="49330" y1="6120" x2="52976" y2="11589"/>
                        <a14:foregroundMark x1="52976" y1="16146" x2="52976" y2="16146"/>
                        <a14:foregroundMark x1="47917" y1="92057" x2="47917" y2="92057"/>
                        <a14:foregroundMark x1="47470" y1="96094" x2="47470" y2="96094"/>
                        <a14:foregroundMark x1="53199" y1="33984" x2="53199" y2="33984"/>
                        <a14:foregroundMark x1="53348" y1="29948" x2="53348" y2="29948"/>
                        <a14:foregroundMark x1="51265" y1="23438" x2="54985" y2="31120"/>
                        <a14:foregroundMark x1="54985" y1="31120" x2="53571" y2="412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3385" t="1828" r="42979" b="69323"/>
          <a:stretch>
            <a:fillRect/>
          </a:stretch>
        </p:blipFill>
        <p:spPr>
          <a:xfrm>
            <a:off x="871561" y="1408023"/>
            <a:ext cx="1490152" cy="180146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17D2E64-194B-35AA-9280-397CB2251E3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457" b="96296" l="9735" r="8938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084" b="14084"/>
          <a:stretch/>
        </p:blipFill>
        <p:spPr>
          <a:xfrm>
            <a:off x="860109" y="1364164"/>
            <a:ext cx="1469640" cy="1875092"/>
          </a:xfrm>
          <a:prstGeom prst="snip2DiagRect">
            <a:avLst/>
          </a:prstGeom>
          <a:noFill/>
          <a:ln w="381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5AD36181-6569-1CF7-8527-3A98F41236C7}"/>
              </a:ext>
            </a:extLst>
          </p:cNvPr>
          <p:cNvSpPr/>
          <p:nvPr/>
        </p:nvSpPr>
        <p:spPr>
          <a:xfrm>
            <a:off x="640732" y="2804642"/>
            <a:ext cx="522887" cy="522887"/>
          </a:xfrm>
          <a:prstGeom prst="rtTriangl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325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D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4F8868-8FDC-9097-8ADF-4E5D63736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509C79B-23CE-1EF5-49B2-70A014A158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908844"/>
              </p:ext>
            </p:extLst>
          </p:nvPr>
        </p:nvGraphicFramePr>
        <p:xfrm>
          <a:off x="373529" y="1407758"/>
          <a:ext cx="8396941" cy="560465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11836">
                  <a:extLst>
                    <a:ext uri="{9D8B030D-6E8A-4147-A177-3AD203B41FA5}">
                      <a16:colId xmlns:a16="http://schemas.microsoft.com/office/drawing/2014/main" val="3332377546"/>
                    </a:ext>
                  </a:extLst>
                </a:gridCol>
                <a:gridCol w="7085105">
                  <a:extLst>
                    <a:ext uri="{9D8B030D-6E8A-4147-A177-3AD203B41FA5}">
                      <a16:colId xmlns:a16="http://schemas.microsoft.com/office/drawing/2014/main" val="3993814879"/>
                    </a:ext>
                  </a:extLst>
                </a:gridCol>
              </a:tblGrid>
              <a:tr h="431437"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ko-KR" altLang="en-US" sz="1000" b="1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외형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단정한 연구원 복장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. 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밤샘 연구로 인한 </a:t>
                      </a:r>
                      <a:r>
                        <a:rPr lang="ko-KR" altLang="en-US" sz="1000" b="0" dirty="0" err="1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다크서클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. 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초반에는 </a:t>
                      </a:r>
                      <a:endParaRPr lang="en-US" altLang="ko-KR" sz="1000" b="0" dirty="0">
                        <a:solidFill>
                          <a:srgbClr val="ECEDF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326431"/>
                  </a:ext>
                </a:extLst>
              </a:tr>
              <a:tr h="4258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성격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자신의 신념을 위해 비윤리적인 선택도 주저하지 않는 확신형 인물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586152"/>
                  </a:ext>
                </a:extLst>
              </a:tr>
              <a:tr h="7247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서사적 위치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rgbClr val="ECEDF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초반에는 위화감 없는 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‘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정상적인 인물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’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로 보이지만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사태의 중심임이 드러난 이후에는 </a:t>
                      </a:r>
                      <a:r>
                        <a:rPr lang="ko-KR" altLang="en-US" sz="1000" b="0" dirty="0" err="1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사이코적인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성향이 드러나도록 설계</a:t>
                      </a:r>
                      <a:endParaRPr lang="en-US" altLang="ko-KR" sz="1000" b="0" dirty="0">
                        <a:solidFill>
                          <a:srgbClr val="ECEDF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059224"/>
                  </a:ext>
                </a:extLst>
              </a:tr>
              <a:tr h="447935"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ko-KR" altLang="en-US" sz="1000" b="1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플레이 영향</a:t>
                      </a:r>
                      <a:endParaRPr lang="ko-KR" altLang="en-US" sz="1000" b="1" dirty="0">
                        <a:solidFill>
                          <a:srgbClr val="ECEDF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직접 전투하지 않지만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환경과 시스템을 통해 지속적인 압박을 가함</a:t>
                      </a:r>
                      <a:endParaRPr lang="en-US" altLang="ko-KR" sz="1000" b="0" dirty="0">
                        <a:solidFill>
                          <a:srgbClr val="ECEDF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753129"/>
                  </a:ext>
                </a:extLst>
              </a:tr>
              <a:tr h="445461"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ko-KR" altLang="en-US" sz="1000" b="1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퍼즐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관찰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순서 맞추기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조건 충족</a:t>
                      </a:r>
                      <a:endParaRPr lang="en-US" altLang="ko-KR" sz="1000" b="0" dirty="0">
                        <a:solidFill>
                          <a:srgbClr val="ECEDF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371027"/>
                  </a:ext>
                </a:extLst>
              </a:tr>
              <a:tr h="412464"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ko-KR" altLang="en-US" sz="1000" b="1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탐색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이동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숨겨진 요소 발견</a:t>
                      </a:r>
                      <a:endParaRPr lang="en-US" altLang="ko-KR" sz="1000" b="0" dirty="0">
                        <a:solidFill>
                          <a:srgbClr val="ECEDF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810387"/>
                  </a:ext>
                </a:extLst>
              </a:tr>
              <a:tr h="27167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조작 키 구성</a:t>
                      </a:r>
                    </a:p>
                    <a:p>
                      <a:pPr latinLnBrk="1">
                        <a:lnSpc>
                          <a:spcPct val="200000"/>
                        </a:lnSpc>
                      </a:pPr>
                      <a:endParaRPr lang="ko-KR" altLang="en-US" sz="1000" b="1" dirty="0">
                        <a:solidFill>
                          <a:srgbClr val="ECEDF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767779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이동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    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 </a:t>
                      </a:r>
                      <a:r>
                        <a:rPr lang="ko-KR" altLang="en-US" sz="1000" b="0" dirty="0">
                          <a:solidFill>
                            <a:srgbClr val="496F7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상호작용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    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 </a:t>
                      </a:r>
                      <a:r>
                        <a:rPr lang="ko-KR" altLang="en-US" sz="1000" b="0" dirty="0">
                          <a:solidFill>
                            <a:srgbClr val="8B5587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조사     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 </a:t>
                      </a:r>
                      <a:r>
                        <a:rPr lang="ko-KR" altLang="en-US" sz="1000" b="0" dirty="0">
                          <a:solidFill>
                            <a:srgbClr val="EB657E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전투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    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 </a:t>
                      </a:r>
                      <a:r>
                        <a:rPr lang="ko-KR" altLang="en-US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점프    </a:t>
                      </a:r>
                      <a:r>
                        <a:rPr lang="en-US" altLang="ko-KR" sz="1000" b="0" dirty="0">
                          <a:solidFill>
                            <a:srgbClr val="ECEDF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/ </a:t>
                      </a:r>
                      <a:r>
                        <a:rPr lang="ko-KR" altLang="en-US" sz="1000" b="0" dirty="0">
                          <a:solidFill>
                            <a:srgbClr val="FCE89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달리기</a:t>
                      </a:r>
                      <a:endParaRPr lang="en-US" altLang="ko-KR" sz="1000" b="0" dirty="0">
                        <a:solidFill>
                          <a:srgbClr val="FCE89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dirty="0">
                        <a:solidFill>
                          <a:srgbClr val="ECEDF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490592"/>
                  </a:ext>
                </a:extLst>
              </a:tr>
            </a:tbl>
          </a:graphicData>
        </a:graphic>
      </p:graphicFrame>
      <p:pic>
        <p:nvPicPr>
          <p:cNvPr id="59" name="그림 58">
            <a:extLst>
              <a:ext uri="{FF2B5EF4-FFF2-40B4-BE49-F238E27FC236}">
                <a16:creationId xmlns:a16="http://schemas.microsoft.com/office/drawing/2014/main" id="{67EFA83F-DBF2-D4A4-4C34-CDDD549C00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5815" b="54952" l="33866" r="50799">
                        <a14:foregroundMark x1="43610" y1="48722" x2="46326" y2="54952"/>
                        <a14:backgroundMark x1="42652" y1="19010" x2="46486" y2="26038"/>
                        <a14:backgroundMark x1="45527" y1="19169" x2="47444" y2="21885"/>
                        <a14:backgroundMark x1="32428" y1="16773" x2="40096" y2="28914"/>
                        <a14:backgroundMark x1="39776" y1="25399" x2="54792" y2="35783"/>
                        <a14:backgroundMark x1="54792" y1="35783" x2="54792" y2="35783"/>
                      </a14:backgroundRemoval>
                    </a14:imgEffect>
                    <a14:imgEffect>
                      <a14:brightnessContrast brigh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1342" t="46541" r="50137" b="43068"/>
          <a:stretch>
            <a:fillRect/>
          </a:stretch>
        </p:blipFill>
        <p:spPr>
          <a:xfrm>
            <a:off x="1975589" y="5300691"/>
            <a:ext cx="380173" cy="463629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57E7C98B-04A3-8785-3538-CA7F3109951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5815" b="27796" l="33866" r="50799">
                        <a14:foregroundMark x1="34026" y1="19808" x2="37220" y2="23962"/>
                        <a14:foregroundMark x1="33866" y1="22045" x2="33866" y2="23642"/>
                        <a14:backgroundMark x1="42652" y1="19010" x2="46486" y2="26038"/>
                        <a14:backgroundMark x1="45527" y1="19169" x2="47444" y2="21885"/>
                      </a14:backgroundRemoval>
                    </a14:imgEffect>
                    <a14:imgEffect>
                      <a14:brightnessContrast brigh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925" t="16594" r="50680" b="73851"/>
          <a:stretch>
            <a:fillRect/>
          </a:stretch>
        </p:blipFill>
        <p:spPr>
          <a:xfrm>
            <a:off x="2042570" y="5306668"/>
            <a:ext cx="1133010" cy="426302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EB81888B-8819-F6B0-1039-343A31497E5D}"/>
              </a:ext>
            </a:extLst>
          </p:cNvPr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A9908D4-3B39-B241-125C-22E6050EADBE}"/>
              </a:ext>
            </a:extLst>
          </p:cNvPr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6E3E133-6CD8-B3ED-F800-4FD355B64B6E}"/>
              </a:ext>
            </a:extLst>
          </p:cNvPr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EA413008-D473-B813-8C3A-1097B2F52070}"/>
              </a:ext>
            </a:extLst>
          </p:cNvPr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B8FB4E0-CB5B-72B8-8442-9923385C1C56}"/>
              </a:ext>
            </a:extLst>
          </p:cNvPr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91D627E-EAB7-4CD4-F37C-C63BE0F7CFC1}"/>
              </a:ext>
            </a:extLst>
          </p:cNvPr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564354AF-6216-D2C8-52BF-FA63CD031C16}"/>
              </a:ext>
            </a:extLst>
          </p:cNvPr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4D2DD9D3-E075-682A-05FC-539A6FDC2AD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2970" t="64590" r="70450" b="3750"/>
          <a:stretch>
            <a:fillRect/>
          </a:stretch>
        </p:blipFill>
        <p:spPr>
          <a:xfrm flipH="1">
            <a:off x="8476478" y="238648"/>
            <a:ext cx="352522" cy="673322"/>
          </a:xfrm>
          <a:prstGeom prst="rect">
            <a:avLst/>
          </a:prstGeom>
        </p:spPr>
      </p:pic>
      <p:sp>
        <p:nvSpPr>
          <p:cNvPr id="44" name="가로 글상자 99">
            <a:extLst>
              <a:ext uri="{FF2B5EF4-FFF2-40B4-BE49-F238E27FC236}">
                <a16:creationId xmlns:a16="http://schemas.microsoft.com/office/drawing/2014/main" id="{9581D08E-8903-625F-D9CF-09001DC25646}"/>
              </a:ext>
            </a:extLst>
          </p:cNvPr>
          <p:cNvSpPr txBox="1"/>
          <p:nvPr/>
        </p:nvSpPr>
        <p:spPr>
          <a:xfrm>
            <a:off x="6814413" y="389444"/>
            <a:ext cx="1570435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900" b="1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개요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4F0624-04BC-66C7-558B-C6B9566A417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grayscl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7700" b="53195" l="39617" r="60224">
                        <a14:foregroundMark x1="48403" y1="39936" x2="50639" y2="44089"/>
                        <a14:foregroundMark x1="41693" y1="46645" x2="44409" y2="51438"/>
                        <a14:foregroundMark x1="48722" y1="46805" x2="51438" y2="51438"/>
                      </a14:backgroundRemoval>
                    </a14:imgEffect>
                    <a14:imgEffect>
                      <a14:brightnessContrast brigh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9800" t="37755" r="39928" b="47144"/>
          <a:stretch/>
        </p:blipFill>
        <p:spPr>
          <a:xfrm>
            <a:off x="5207888" y="5357097"/>
            <a:ext cx="1224003" cy="911842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E3A15F96-C1C6-4BC4-43BC-61A6DD7BF263}"/>
              </a:ext>
            </a:extLst>
          </p:cNvPr>
          <p:cNvGrpSpPr/>
          <p:nvPr/>
        </p:nvGrpSpPr>
        <p:grpSpPr>
          <a:xfrm>
            <a:off x="1179091" y="4373431"/>
            <a:ext cx="1158743" cy="861611"/>
            <a:chOff x="822256" y="4388323"/>
            <a:chExt cx="1316135" cy="97864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6C776D9-32B1-80B2-70A2-96F36CA5F3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5463" b="47284" l="67891" r="78435"/>
                      </a14:imgEffect>
                      <a14:imgEffect>
                        <a14:brightnessContrast bright="3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341" t="37085" r="22926" b="53715"/>
            <a:stretch/>
          </p:blipFill>
          <p:spPr>
            <a:xfrm>
              <a:off x="1278746" y="4388323"/>
              <a:ext cx="400174" cy="47607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DAD7CF3-D07E-A61E-F7CA-E30CB64537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6454" b="27476" l="12939" r="21885"/>
                      </a14:imgEffect>
                      <a14:imgEffect>
                        <a14:brightnessContrast bright="3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33" t="16949" r="78434" b="73851"/>
            <a:stretch/>
          </p:blipFill>
          <p:spPr>
            <a:xfrm>
              <a:off x="822256" y="4890897"/>
              <a:ext cx="400174" cy="47606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417C3FA-065B-3816-35DC-88E97AB510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5942" b="47764" l="31629" r="40735"/>
                      </a14:imgEffect>
                      <a14:imgEffect>
                        <a14:brightnessContrast bright="3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336" t="36949" r="59931" b="53851"/>
            <a:stretch/>
          </p:blipFill>
          <p:spPr>
            <a:xfrm>
              <a:off x="1282581" y="4889255"/>
              <a:ext cx="400174" cy="476069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F3A172C4-4B36-E440-3A59-B401C0D3D5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5815" b="28115" l="40096" r="50958"/>
                      </a14:imgEffect>
                      <a14:imgEffect>
                        <a14:brightnessContrast bright="3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587" t="16949" r="50680" b="73851"/>
            <a:stretch/>
          </p:blipFill>
          <p:spPr>
            <a:xfrm>
              <a:off x="1746515" y="4895654"/>
              <a:ext cx="391876" cy="466198"/>
            </a:xfrm>
            <a:prstGeom prst="rect">
              <a:avLst/>
            </a:prstGeom>
          </p:spPr>
        </p:pic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06D82E0B-C401-7EE0-5F63-4D37FB78276A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grayscl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7636" b="37061" l="46326" r="77796"/>
                    </a14:imgEffect>
                    <a14:imgEffect>
                      <a14:brightnessContrast brigh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6875" t="27416" r="22450" b="63309"/>
          <a:stretch/>
        </p:blipFill>
        <p:spPr>
          <a:xfrm>
            <a:off x="2337834" y="5799494"/>
            <a:ext cx="1583443" cy="47879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F0E66B7-3EC5-435E-A8AB-FECD1C6051B0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grayscl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7891" b="26997" l="43450" r="61821"/>
                    </a14:imgEffect>
                    <a14:imgEffect>
                      <a14:brightnessContrast brigh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3883" t="18300" r="38141" b="73694"/>
          <a:stretch/>
        </p:blipFill>
        <p:spPr>
          <a:xfrm>
            <a:off x="3896043" y="5261085"/>
            <a:ext cx="1085385" cy="48335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9C5F48A-2635-C533-1572-3CA94353D7A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389" b="98054" l="9375" r="89844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18604" y="4557582"/>
            <a:ext cx="670338" cy="1345914"/>
          </a:xfrm>
          <a:prstGeom prst="rect">
            <a:avLst/>
          </a:prstGeom>
        </p:spPr>
      </p:pic>
      <p:sp>
        <p:nvSpPr>
          <p:cNvPr id="14" name="가로 글상자 69">
            <a:extLst>
              <a:ext uri="{FF2B5EF4-FFF2-40B4-BE49-F238E27FC236}">
                <a16:creationId xmlns:a16="http://schemas.microsoft.com/office/drawing/2014/main" id="{D009DDDA-A1F2-0EF1-E213-E44FE88E5F83}"/>
              </a:ext>
            </a:extLst>
          </p:cNvPr>
          <p:cNvSpPr txBox="1"/>
          <p:nvPr/>
        </p:nvSpPr>
        <p:spPr>
          <a:xfrm>
            <a:off x="2486604" y="589061"/>
            <a:ext cx="210354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 b="1" dirty="0">
                <a:solidFill>
                  <a:srgbClr val="767779"/>
                </a:solidFill>
                <a:latin typeface="Yu Gothic UI" panose="020B0500000000000000" pitchFamily="34" charset="-128"/>
                <a:ea typeface="KoddiUD 온고딕 Regular" panose="020B0503000000000000" pitchFamily="50" charset="-127"/>
              </a:rPr>
              <a:t>플레이 구성 요소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15AD8359-1349-9408-EA22-6CD13F13EC6B}"/>
              </a:ext>
            </a:extLst>
          </p:cNvPr>
          <p:cNvSpPr/>
          <p:nvPr/>
        </p:nvSpPr>
        <p:spPr>
          <a:xfrm>
            <a:off x="3853678" y="5234189"/>
            <a:ext cx="1159443" cy="536107"/>
          </a:xfrm>
          <a:prstGeom prst="roundRect">
            <a:avLst/>
          </a:prstGeom>
          <a:noFill/>
          <a:ln w="25400">
            <a:solidFill>
              <a:srgbClr val="FCE89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FD9D061D-A1E3-96B9-7110-AE459F8C749C}"/>
              </a:ext>
            </a:extLst>
          </p:cNvPr>
          <p:cNvSpPr/>
          <p:nvPr/>
        </p:nvSpPr>
        <p:spPr>
          <a:xfrm>
            <a:off x="1954614" y="5306667"/>
            <a:ext cx="401148" cy="426303"/>
          </a:xfrm>
          <a:prstGeom prst="roundRect">
            <a:avLst/>
          </a:prstGeom>
          <a:noFill/>
          <a:ln w="25400">
            <a:solidFill>
              <a:srgbClr val="8B5587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F7C8A6B5-1F13-22FA-9969-476F7A15FC84}"/>
              </a:ext>
            </a:extLst>
          </p:cNvPr>
          <p:cNvSpPr/>
          <p:nvPr/>
        </p:nvSpPr>
        <p:spPr>
          <a:xfrm>
            <a:off x="2390573" y="5317420"/>
            <a:ext cx="401148" cy="426303"/>
          </a:xfrm>
          <a:prstGeom prst="roundRect">
            <a:avLst/>
          </a:prstGeom>
          <a:noFill/>
          <a:ln w="25400">
            <a:solidFill>
              <a:srgbClr val="EB657E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0BEBD733-E02F-C322-EB04-D02840CA3A46}"/>
              </a:ext>
            </a:extLst>
          </p:cNvPr>
          <p:cNvSpPr/>
          <p:nvPr/>
        </p:nvSpPr>
        <p:spPr>
          <a:xfrm>
            <a:off x="1954614" y="5312643"/>
            <a:ext cx="401148" cy="426303"/>
          </a:xfrm>
          <a:prstGeom prst="roundRect">
            <a:avLst/>
          </a:prstGeom>
          <a:noFill/>
          <a:ln w="25400">
            <a:solidFill>
              <a:srgbClr val="8B5587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4CC65119-B52C-35CE-65B1-D58A1003ADAB}"/>
              </a:ext>
            </a:extLst>
          </p:cNvPr>
          <p:cNvSpPr/>
          <p:nvPr/>
        </p:nvSpPr>
        <p:spPr>
          <a:xfrm>
            <a:off x="1118633" y="4318680"/>
            <a:ext cx="1272988" cy="942055"/>
          </a:xfrm>
          <a:prstGeom prst="roundRect">
            <a:avLst/>
          </a:prstGeom>
          <a:noFill/>
          <a:ln w="25400">
            <a:solidFill>
              <a:srgbClr val="76777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92A3C610-9CE1-D165-A672-55D2A187F2C6}"/>
              </a:ext>
            </a:extLst>
          </p:cNvPr>
          <p:cNvSpPr/>
          <p:nvPr/>
        </p:nvSpPr>
        <p:spPr>
          <a:xfrm>
            <a:off x="5181268" y="5357097"/>
            <a:ext cx="1272988" cy="942055"/>
          </a:xfrm>
          <a:prstGeom prst="roundRect">
            <a:avLst/>
          </a:prstGeom>
          <a:noFill/>
          <a:ln w="25400">
            <a:solidFill>
              <a:srgbClr val="76777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5D1CF43A-AD44-AB70-253E-A0EEF23FF714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5815" b="54633" l="33866" r="57188">
                        <a14:foregroundMark x1="54153" y1="48562" x2="56230" y2="54633"/>
                        <a14:backgroundMark x1="42652" y1="19010" x2="46486" y2="26038"/>
                        <a14:backgroundMark x1="45527" y1="19169" x2="47444" y2="21885"/>
                        <a14:backgroundMark x1="33387" y1="15974" x2="48562" y2="28914"/>
                        <a14:backgroundMark x1="48562" y1="28914" x2="49042" y2="27955"/>
                        <a14:backgroundMark x1="28754" y1="14217" x2="38339" y2="20128"/>
                        <a14:backgroundMark x1="38339" y1="20128" x2="36901" y2="17412"/>
                        <a14:backgroundMark x1="52556" y1="15655" x2="62141" y2="20607"/>
                        <a14:backgroundMark x1="62141" y1="20607" x2="49840" y2="23323"/>
                        <a14:backgroundMark x1="49840" y1="23323" x2="64537" y2="18371"/>
                      </a14:backgroundRemoval>
                    </a14:imgEffect>
                    <a14:imgEffect>
                      <a14:brightnessContrast brigh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244" t="45960" r="40884" b="43455"/>
          <a:stretch>
            <a:fillRect/>
          </a:stretch>
        </p:blipFill>
        <p:spPr>
          <a:xfrm>
            <a:off x="1537386" y="5272156"/>
            <a:ext cx="395838" cy="472286"/>
          </a:xfrm>
          <a:prstGeom prst="rect">
            <a:avLst/>
          </a:prstGeom>
        </p:spPr>
      </p:pic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049FF96A-7519-7471-7BEE-36E31E718F5F}"/>
              </a:ext>
            </a:extLst>
          </p:cNvPr>
          <p:cNvSpPr/>
          <p:nvPr/>
        </p:nvSpPr>
        <p:spPr>
          <a:xfrm>
            <a:off x="1535384" y="5308149"/>
            <a:ext cx="401148" cy="426303"/>
          </a:xfrm>
          <a:prstGeom prst="roundRect">
            <a:avLst/>
          </a:prstGeom>
          <a:noFill/>
          <a:ln w="25400">
            <a:solidFill>
              <a:srgbClr val="496F78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162EAD6B-BB97-8367-E580-8511A3DB4405}"/>
              </a:ext>
            </a:extLst>
          </p:cNvPr>
          <p:cNvSpPr/>
          <p:nvPr/>
        </p:nvSpPr>
        <p:spPr>
          <a:xfrm>
            <a:off x="2337834" y="5799495"/>
            <a:ext cx="1583443" cy="478794"/>
          </a:xfrm>
          <a:prstGeom prst="roundRect">
            <a:avLst/>
          </a:prstGeom>
          <a:noFill/>
          <a:ln w="25400">
            <a:solidFill>
              <a:srgbClr val="ECEDF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4BC8861B-4F85-0888-02F6-D2A746174857}"/>
              </a:ext>
            </a:extLst>
          </p:cNvPr>
          <p:cNvSpPr/>
          <p:nvPr/>
        </p:nvSpPr>
        <p:spPr>
          <a:xfrm>
            <a:off x="7066704" y="4508903"/>
            <a:ext cx="971634" cy="1485304"/>
          </a:xfrm>
          <a:prstGeom prst="roundRect">
            <a:avLst/>
          </a:prstGeom>
          <a:noFill/>
          <a:ln w="25400">
            <a:solidFill>
              <a:srgbClr val="496F78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8C7D69-961D-65E0-5B37-8BB6B9B4EDEB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172494" y="155464"/>
            <a:ext cx="2314110" cy="1119951"/>
          </a:xfrm>
          <a:prstGeom prst="rect">
            <a:avLst/>
          </a:prstGeom>
        </p:spPr>
      </p:pic>
      <p:sp>
        <p:nvSpPr>
          <p:cNvPr id="4" name="가로 글상자 69">
            <a:extLst>
              <a:ext uri="{FF2B5EF4-FFF2-40B4-BE49-F238E27FC236}">
                <a16:creationId xmlns:a16="http://schemas.microsoft.com/office/drawing/2014/main" id="{2835FA32-1499-619E-A1F8-1DFDD66E3E94}"/>
              </a:ext>
            </a:extLst>
          </p:cNvPr>
          <p:cNvSpPr txBox="1"/>
          <p:nvPr/>
        </p:nvSpPr>
        <p:spPr>
          <a:xfrm>
            <a:off x="272595" y="370089"/>
            <a:ext cx="210354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3500" b="1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악인</a:t>
            </a:r>
          </a:p>
        </p:txBody>
      </p:sp>
    </p:spTree>
    <p:extLst>
      <p:ext uri="{BB962C8B-B14F-4D97-AF65-F5344CB8AC3E}">
        <p14:creationId xmlns:p14="http://schemas.microsoft.com/office/powerpoint/2010/main" val="98448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8E9BB43-235C-BEEA-7185-0EF5C354E805}"/>
              </a:ext>
            </a:extLst>
          </p:cNvPr>
          <p:cNvSpPr/>
          <p:nvPr/>
        </p:nvSpPr>
        <p:spPr>
          <a:xfrm>
            <a:off x="647011" y="1603623"/>
            <a:ext cx="7853082" cy="4504331"/>
          </a:xfrm>
          <a:prstGeom prst="rect">
            <a:avLst/>
          </a:prstGeom>
          <a:solidFill>
            <a:srgbClr val="9595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여피사이코(Yuppie Psycho) 도전과제, 업적 공략 모음(DLC 업데이트 이전 항목)">
            <a:extLst>
              <a:ext uri="{FF2B5EF4-FFF2-40B4-BE49-F238E27FC236}">
                <a16:creationId xmlns:a16="http://schemas.microsoft.com/office/drawing/2014/main" id="{0DDC5E74-65B3-78A5-5B45-36FDB7039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88" y="1717146"/>
            <a:ext cx="7593223" cy="4271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237AEF0-6F8C-1614-C8AF-769BA1A2B4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172494" y="155464"/>
            <a:ext cx="2314110" cy="1119951"/>
          </a:xfrm>
          <a:prstGeom prst="rect">
            <a:avLst/>
          </a:prstGeom>
        </p:spPr>
      </p:pic>
      <p:sp>
        <p:nvSpPr>
          <p:cNvPr id="5" name="가로 글상자 69">
            <a:extLst>
              <a:ext uri="{FF2B5EF4-FFF2-40B4-BE49-F238E27FC236}">
                <a16:creationId xmlns:a16="http://schemas.microsoft.com/office/drawing/2014/main" id="{8B3A3E40-6E06-C251-7CAE-3F5B95BE3CAA}"/>
              </a:ext>
            </a:extLst>
          </p:cNvPr>
          <p:cNvSpPr txBox="1"/>
          <p:nvPr/>
        </p:nvSpPr>
        <p:spPr>
          <a:xfrm>
            <a:off x="272595" y="370089"/>
            <a:ext cx="210354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3500" b="1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악인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73EAD0A-BA5E-0713-0737-3EE7088E6797}"/>
              </a:ext>
            </a:extLst>
          </p:cNvPr>
          <p:cNvSpPr/>
          <p:nvPr/>
        </p:nvSpPr>
        <p:spPr>
          <a:xfrm>
            <a:off x="2376141" y="4572000"/>
            <a:ext cx="4079428" cy="1150144"/>
          </a:xfrm>
          <a:prstGeom prst="rect">
            <a:avLst/>
          </a:prstGeom>
          <a:solidFill>
            <a:srgbClr val="0D0D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8220F6-8499-6D05-7958-C026AE7D2546}"/>
              </a:ext>
            </a:extLst>
          </p:cNvPr>
          <p:cNvSpPr/>
          <p:nvPr/>
        </p:nvSpPr>
        <p:spPr>
          <a:xfrm flipV="1">
            <a:off x="5759897" y="4278547"/>
            <a:ext cx="824049" cy="293452"/>
          </a:xfrm>
          <a:prstGeom prst="rect">
            <a:avLst/>
          </a:prstGeom>
          <a:solidFill>
            <a:srgbClr val="0D0D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0BB2B-2949-E674-CC50-8948CBCA6984}"/>
              </a:ext>
            </a:extLst>
          </p:cNvPr>
          <p:cNvSpPr txBox="1"/>
          <p:nvPr/>
        </p:nvSpPr>
        <p:spPr>
          <a:xfrm>
            <a:off x="2297026" y="4673171"/>
            <a:ext cx="446833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900" dirty="0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너만 여기로 오면 돼</a:t>
            </a:r>
            <a:r>
              <a:rPr lang="en-US" altLang="ko-KR" sz="1900" dirty="0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.</a:t>
            </a:r>
          </a:p>
          <a:p>
            <a:endParaRPr lang="en-US" altLang="ko-KR" sz="1100" dirty="0">
              <a:solidFill>
                <a:srgbClr val="ECEDF1"/>
              </a:solidFill>
              <a:latin typeface="GalmuriMono7 Regular" panose="020B0503020202000000" pitchFamily="50" charset="-127"/>
              <a:ea typeface="GalmuriMono7 Regular" panose="020B0503020202000000" pitchFamily="50" charset="-127"/>
            </a:endParaRPr>
          </a:p>
          <a:p>
            <a:pPr algn="r"/>
            <a:r>
              <a:rPr lang="ko-KR" altLang="en-US" sz="1000" dirty="0">
                <a:solidFill>
                  <a:srgbClr val="FCE89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▶ 알겠어</a:t>
            </a:r>
            <a:r>
              <a:rPr lang="en-US" altLang="ko-KR" sz="1000" dirty="0">
                <a:solidFill>
                  <a:srgbClr val="FCE89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. </a:t>
            </a:r>
            <a:r>
              <a:rPr lang="ko-KR" altLang="en-US" sz="1000" dirty="0">
                <a:solidFill>
                  <a:srgbClr val="FCE89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갈게</a:t>
            </a:r>
            <a:endParaRPr lang="en-US" altLang="ko-KR" sz="1000" dirty="0">
              <a:solidFill>
                <a:srgbClr val="FCE891"/>
              </a:solidFill>
              <a:latin typeface="GalmuriMono7 Regular" panose="020B0503020202000000" pitchFamily="50" charset="-127"/>
              <a:ea typeface="GalmuriMono7 Regular" panose="020B0503020202000000" pitchFamily="50" charset="-127"/>
            </a:endParaRPr>
          </a:p>
          <a:p>
            <a:pPr algn="r"/>
            <a:r>
              <a:rPr lang="ko-KR" altLang="en-US" sz="1000" dirty="0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싫어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BEFCAC9-612D-12D3-A06C-B3C31EAC18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573" b="94635" l="10000" r="90000">
                        <a14:foregroundMark x1="53889" y1="5573" x2="49352" y2="13438"/>
                        <a14:foregroundMark x1="43611" y1="90625" x2="43611" y2="90625"/>
                        <a14:foregroundMark x1="44259" y1="90260" x2="39722" y2="94635"/>
                        <a14:backgroundMark x1="39444" y1="17448" x2="39444" y2="17448"/>
                        <a14:backgroundMark x1="39167" y1="17760" x2="39167" y2="17760"/>
                        <a14:backgroundMark x1="39444" y1="17760" x2="39444" y2="17760"/>
                        <a14:backgroundMark x1="62963" y1="19063" x2="62963" y2="19063"/>
                        <a14:backgroundMark x1="62778" y1="18438" x2="63148" y2="19531"/>
                        <a14:backgroundMark x1="38889" y1="12292" x2="38889" y2="12292"/>
                        <a14:backgroundMark x1="39630" y1="10573" x2="39630" y2="10573"/>
                        <a14:backgroundMark x1="62963" y1="13021" x2="62963" y2="13021"/>
                        <a14:backgroundMark x1="57037" y1="16615" x2="57037" y2="16615"/>
                        <a14:backgroundMark x1="43704" y1="16771" x2="43704" y2="16771"/>
                        <a14:backgroundMark x1="40833" y1="14740" x2="40833" y2="147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1622"/>
          <a:stretch>
            <a:fillRect/>
          </a:stretch>
        </p:blipFill>
        <p:spPr>
          <a:xfrm>
            <a:off x="1389686" y="2231173"/>
            <a:ext cx="2678333" cy="23035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975808B-C35B-E399-292E-7CED90DD2F20}"/>
              </a:ext>
            </a:extLst>
          </p:cNvPr>
          <p:cNvSpPr txBox="1"/>
          <p:nvPr/>
        </p:nvSpPr>
        <p:spPr>
          <a:xfrm>
            <a:off x="5715940" y="4215536"/>
            <a:ext cx="100759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900" dirty="0">
                <a:solidFill>
                  <a:srgbClr val="ECEDF1"/>
                </a:solidFill>
                <a:latin typeface="GalmuriMono7 Regular" panose="020B0503020202000000" pitchFamily="50" charset="-127"/>
                <a:ea typeface="GalmuriMono7 Regular" panose="020B0503020202000000" pitchFamily="50" charset="-127"/>
              </a:rPr>
              <a:t>강성과</a:t>
            </a:r>
            <a:endParaRPr lang="ko-KR" altLang="en-US" sz="1100" dirty="0">
              <a:solidFill>
                <a:srgbClr val="ECEDF1"/>
              </a:solidFill>
              <a:latin typeface="GalmuriMono7 Regular" panose="020B0503020202000000" pitchFamily="50" charset="-127"/>
              <a:ea typeface="GalmuriMono7 Regular" panose="020B0503020202000000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553401D-C26B-681C-5B04-893EF3561B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646" b="94531" l="2902" r="28423">
                        <a14:foregroundMark x1="7366" y1="25781" x2="14583" y2="7422"/>
                        <a14:foregroundMark x1="14583" y1="7422" x2="21205" y2="14063"/>
                        <a14:foregroundMark x1="21205" y1="14063" x2="24256" y2="23438"/>
                        <a14:foregroundMark x1="26116" y1="19661" x2="24107" y2="31641"/>
                        <a14:foregroundMark x1="24107" y1="31641" x2="18824" y2="37760"/>
                        <a14:foregroundMark x1="18824" y1="37760" x2="19494" y2="33203"/>
                        <a14:foregroundMark x1="4539" y1="20573" x2="6696" y2="32031"/>
                        <a14:foregroundMark x1="6696" y1="32031" x2="12426" y2="32682"/>
                        <a14:foregroundMark x1="12426" y1="32682" x2="12351" y2="30078"/>
                        <a14:foregroundMark x1="10193" y1="9245" x2="17560" y2="8594"/>
                        <a14:foregroundMark x1="17560" y1="8594" x2="19271" y2="9375"/>
                        <a14:foregroundMark x1="10640" y1="27604" x2="11310" y2="33073"/>
                        <a14:foregroundMark x1="13467" y1="6250" x2="18824" y2="4167"/>
                        <a14:foregroundMark x1="18824" y1="4167" x2="20164" y2="7031"/>
                        <a14:foregroundMark x1="28423" y1="24479" x2="28348" y2="26172"/>
                        <a14:foregroundMark x1="3423" y1="22917" x2="3423" y2="22917"/>
                        <a14:foregroundMark x1="3051" y1="22656" x2="3051" y2="22656"/>
                        <a14:foregroundMark x1="28274" y1="27604" x2="28274" y2="27604"/>
                        <a14:foregroundMark x1="5283" y1="37500" x2="5283" y2="37500"/>
                        <a14:foregroundMark x1="8631" y1="40495" x2="8631" y2="40495"/>
                        <a14:foregroundMark x1="22173" y1="39974" x2="22173" y2="39974"/>
                        <a14:foregroundMark x1="27753" y1="19271" x2="27753" y2="19271"/>
                        <a14:foregroundMark x1="26414" y1="15104" x2="26414" y2="15104"/>
                        <a14:foregroundMark x1="24554" y1="10417" x2="24554" y2="10417"/>
                        <a14:foregroundMark x1="28274" y1="20182" x2="28274" y2="20182"/>
                        <a14:foregroundMark x1="25595" y1="12760" x2="25595" y2="12760"/>
                        <a14:foregroundMark x1="23661" y1="8724" x2="23661" y2="8724"/>
                        <a14:foregroundMark x1="23438" y1="7813" x2="23438" y2="7813"/>
                        <a14:foregroundMark x1="25223" y1="11328" x2="25223" y2="11328"/>
                        <a14:foregroundMark x1="10714" y1="4427" x2="10714" y2="4427"/>
                        <a14:foregroundMark x1="6548" y1="10286" x2="6548" y2="10286"/>
                        <a14:foregroundMark x1="8110" y1="7422" x2="8110" y2="7422"/>
                        <a14:foregroundMark x1="10119" y1="5208" x2="10119" y2="5208"/>
                        <a14:foregroundMark x1="12202" y1="4036" x2="7440" y2="8724"/>
                        <a14:foregroundMark x1="7440" y1="8724" x2="4539" y2="20052"/>
                        <a14:foregroundMark x1="13616" y1="4036" x2="13616" y2="4036"/>
                        <a14:foregroundMark x1="14063" y1="4036" x2="14063" y2="4036"/>
                        <a14:foregroundMark x1="14286" y1="3776" x2="12723" y2="4297"/>
                        <a14:foregroundMark x1="4464" y1="32031" x2="4464" y2="32031"/>
                        <a14:foregroundMark x1="13318" y1="82943" x2="11458" y2="92188"/>
                        <a14:foregroundMark x1="11458" y1="92188" x2="11979" y2="94531"/>
                        <a14:foregroundMark x1="18527" y1="92188" x2="20461" y2="94401"/>
                        <a14:foregroundMark x1="16592" y1="42188" x2="17039" y2="486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9827"/>
          <a:stretch>
            <a:fillRect/>
          </a:stretch>
        </p:blipFill>
        <p:spPr>
          <a:xfrm>
            <a:off x="3001610" y="238649"/>
            <a:ext cx="780698" cy="147849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9B027E8-4FAB-4D23-224E-3E8633CF89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4688" b="95833" l="37500" r="59524">
                        <a14:foregroundMark x1="42411" y1="10938" x2="50967" y2="9245"/>
                        <a14:foregroundMark x1="50967" y1="9245" x2="55208" y2="15104"/>
                        <a14:foregroundMark x1="55208" y1="15104" x2="57664" y2="10938"/>
                        <a14:foregroundMark x1="43973" y1="7682" x2="49479" y2="4688"/>
                        <a14:foregroundMark x1="49479" y1="4688" x2="54241" y2="8333"/>
                        <a14:foregroundMark x1="59077" y1="13672" x2="57887" y2="22266"/>
                        <a14:foregroundMark x1="58854" y1="22135" x2="56027" y2="26953"/>
                        <a14:foregroundMark x1="39286" y1="22786" x2="38244" y2="23958"/>
                        <a14:foregroundMark x1="39435" y1="29688" x2="37574" y2="29818"/>
                        <a14:foregroundMark x1="37798" y1="24479" x2="37798" y2="24479"/>
                        <a14:foregroundMark x1="50298" y1="82422" x2="49256" y2="92318"/>
                        <a14:foregroundMark x1="49256" y1="92318" x2="50000" y2="95833"/>
                        <a14:foregroundMark x1="48735" y1="93880" x2="47991" y2="95703"/>
                        <a14:foregroundMark x1="55208" y1="55729" x2="54464" y2="67318"/>
                        <a14:foregroundMark x1="45089" y1="63542" x2="44643" y2="66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690" r="37743"/>
          <a:stretch>
            <a:fillRect/>
          </a:stretch>
        </p:blipFill>
        <p:spPr>
          <a:xfrm>
            <a:off x="4068019" y="238649"/>
            <a:ext cx="687400" cy="147849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5504E00-5568-B598-1116-A30E0324A7D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297" b="96354" l="72173" r="95313">
                        <a14:foregroundMark x1="73140" y1="21354" x2="72247" y2="25911"/>
                        <a14:foregroundMark x1="77307" y1="14323" x2="91667" y2="7682"/>
                        <a14:foregroundMark x1="91667" y1="7682" x2="92211" y2="8749"/>
                        <a14:foregroundMark x1="81399" y1="4427" x2="82515" y2="4427"/>
                        <a14:foregroundMark x1="93824" y1="19010" x2="95313" y2="22396"/>
                        <a14:foregroundMark x1="76711" y1="63281" x2="77827" y2="65755"/>
                        <a14:foregroundMark x1="81622" y1="82552" x2="79762" y2="95573"/>
                        <a14:foregroundMark x1="87723" y1="82943" x2="87798" y2="96224"/>
                        <a14:foregroundMark x1="89137" y1="94922" x2="89509" y2="95833"/>
                        <a14:foregroundMark x1="86384" y1="95833" x2="86086" y2="96354"/>
                        <a14:backgroundMark x1="92485" y1="8464" x2="93899" y2="121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0727" r="2706"/>
          <a:stretch>
            <a:fillRect/>
          </a:stretch>
        </p:blipFill>
        <p:spPr>
          <a:xfrm>
            <a:off x="5068738" y="238649"/>
            <a:ext cx="687401" cy="147849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BB0EBF9-2DED-B86E-AD6F-60037B1B4425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2970" t="64590" r="70450" b="3750"/>
          <a:stretch>
            <a:fillRect/>
          </a:stretch>
        </p:blipFill>
        <p:spPr>
          <a:xfrm flipH="1">
            <a:off x="8476478" y="238648"/>
            <a:ext cx="352522" cy="673322"/>
          </a:xfrm>
          <a:prstGeom prst="rect">
            <a:avLst/>
          </a:prstGeom>
        </p:spPr>
      </p:pic>
      <p:sp>
        <p:nvSpPr>
          <p:cNvPr id="23" name="가로 글상자 99">
            <a:extLst>
              <a:ext uri="{FF2B5EF4-FFF2-40B4-BE49-F238E27FC236}">
                <a16:creationId xmlns:a16="http://schemas.microsoft.com/office/drawing/2014/main" id="{30FF9AD3-0492-F8D8-AD62-FD08BEFBB82D}"/>
              </a:ext>
            </a:extLst>
          </p:cNvPr>
          <p:cNvSpPr txBox="1"/>
          <p:nvPr/>
        </p:nvSpPr>
        <p:spPr>
          <a:xfrm>
            <a:off x="6814413" y="389444"/>
            <a:ext cx="1570435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900" b="1" dirty="0">
                <a:solidFill>
                  <a:srgbClr val="ECEDF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개요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11FE40A4-51C8-846F-9250-6ABD45C7131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297" b="96354" l="72173" r="95313">
                        <a14:foregroundMark x1="73140" y1="21354" x2="72247" y2="25911"/>
                        <a14:foregroundMark x1="77307" y1="14323" x2="91667" y2="7682"/>
                        <a14:foregroundMark x1="91667" y1="7682" x2="92211" y2="8749"/>
                        <a14:foregroundMark x1="81399" y1="4427" x2="82515" y2="4427"/>
                        <a14:foregroundMark x1="93824" y1="19010" x2="95313" y2="22396"/>
                        <a14:foregroundMark x1="76711" y1="63281" x2="77827" y2="65755"/>
                        <a14:foregroundMark x1="81622" y1="82552" x2="79762" y2="95573"/>
                        <a14:foregroundMark x1="87723" y1="82943" x2="87798" y2="96224"/>
                        <a14:foregroundMark x1="89137" y1="94922" x2="89509" y2="95833"/>
                        <a14:foregroundMark x1="86384" y1="95833" x2="86086" y2="96354"/>
                        <a14:backgroundMark x1="92485" y1="8464" x2="93899" y2="121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0727" r="2706"/>
          <a:stretch>
            <a:fillRect/>
          </a:stretch>
        </p:blipFill>
        <p:spPr>
          <a:xfrm>
            <a:off x="4319734" y="3656380"/>
            <a:ext cx="422922" cy="90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3986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26" name="Picture 2" descr="게임 직업이 되다 - 게임잡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58" y="394509"/>
            <a:ext cx="8182483" cy="5782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571286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매력적인 캐릭터 시트를 제작해보자! : 하루소식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804672"/>
            <a:ext cx="9029700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810417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074" name="Picture 2" descr="CAPCOM: STREET FIGHTER X TEKKEN | 공식 Web 매뉴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302" y="256032"/>
            <a:ext cx="8655101" cy="6281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19155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98B4BE3-7DA2-92D9-82A6-DFEE6FC24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457" b="96296" l="9735" r="89381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03563" y="3077770"/>
            <a:ext cx="602667" cy="1080000"/>
          </a:xfrm>
          <a:prstGeom prst="rect">
            <a:avLst/>
          </a:prstGeom>
          <a:ln>
            <a:noFill/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7668D30-01B7-7877-4120-B454A2CDBF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3" t="37407" r="14938" b="58267"/>
          <a:stretch>
            <a:fillRect/>
          </a:stretch>
        </p:blipFill>
        <p:spPr>
          <a:xfrm>
            <a:off x="4524347" y="1786180"/>
            <a:ext cx="1403332" cy="3818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5DFD310-68D4-87D7-6086-B72CF5492F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9" t="22513" r="52344" b="73167"/>
          <a:stretch>
            <a:fillRect/>
          </a:stretch>
        </p:blipFill>
        <p:spPr>
          <a:xfrm>
            <a:off x="4524347" y="1312106"/>
            <a:ext cx="1381442" cy="38187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B35B3F0-B4F7-9DFE-34FD-C3851BFA9D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52" t="27705" r="52102" b="68055"/>
          <a:stretch>
            <a:fillRect/>
          </a:stretch>
        </p:blipFill>
        <p:spPr>
          <a:xfrm>
            <a:off x="4524346" y="801351"/>
            <a:ext cx="1376697" cy="37212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BBA2CBB-06A6-6ADC-BFC3-F7622BEF6B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19" t="22482" r="14559" b="72786"/>
          <a:stretch>
            <a:fillRect/>
          </a:stretch>
        </p:blipFill>
        <p:spPr>
          <a:xfrm>
            <a:off x="4572000" y="2260254"/>
            <a:ext cx="1463138" cy="42413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38B8E580-4501-EE84-45D4-6ABF821C95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3" t="26898" r="13954" b="68192"/>
          <a:stretch>
            <a:fillRect/>
          </a:stretch>
        </p:blipFill>
        <p:spPr>
          <a:xfrm>
            <a:off x="4524346" y="2675568"/>
            <a:ext cx="1544599" cy="46463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513A861E-38B2-8060-D0E6-4C78751EB9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62" t="32365" r="14861" b="63196"/>
          <a:stretch>
            <a:fillRect/>
          </a:stretch>
        </p:blipFill>
        <p:spPr>
          <a:xfrm>
            <a:off x="4481952" y="3256970"/>
            <a:ext cx="1488121" cy="41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07082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76888-BF62-C120-A75B-0A7285D71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1A247D-4CA2-4F4D-5D59-516BB99CB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F0E6A2-B03F-2B4B-D46D-8558EBCAD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344"/>
            <a:ext cx="9144000" cy="643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84857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뺄셈 기호 3"/>
          <p:cNvSpPr/>
          <p:nvPr/>
        </p:nvSpPr>
        <p:spPr>
          <a:xfrm>
            <a:off x="28755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뺄셈 기호 4"/>
          <p:cNvSpPr/>
          <p:nvPr/>
        </p:nvSpPr>
        <p:spPr>
          <a:xfrm>
            <a:off x="22405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뺄셈 기호 5"/>
          <p:cNvSpPr/>
          <p:nvPr/>
        </p:nvSpPr>
        <p:spPr>
          <a:xfrm>
            <a:off x="25580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" name="뺄셈 기호 6"/>
          <p:cNvSpPr/>
          <p:nvPr/>
        </p:nvSpPr>
        <p:spPr>
          <a:xfrm>
            <a:off x="19230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뺄셈 기호 7"/>
          <p:cNvSpPr/>
          <p:nvPr/>
        </p:nvSpPr>
        <p:spPr>
          <a:xfrm>
            <a:off x="16055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뺄셈 기호 8"/>
          <p:cNvSpPr/>
          <p:nvPr/>
        </p:nvSpPr>
        <p:spPr>
          <a:xfrm>
            <a:off x="12880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뺄셈 기호 9"/>
          <p:cNvSpPr/>
          <p:nvPr/>
        </p:nvSpPr>
        <p:spPr>
          <a:xfrm>
            <a:off x="9705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뺄셈 기호 10"/>
          <p:cNvSpPr/>
          <p:nvPr/>
        </p:nvSpPr>
        <p:spPr>
          <a:xfrm>
            <a:off x="31930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뺄셈 기호 11"/>
          <p:cNvSpPr/>
          <p:nvPr/>
        </p:nvSpPr>
        <p:spPr>
          <a:xfrm>
            <a:off x="6530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뺄셈 기호 12"/>
          <p:cNvSpPr/>
          <p:nvPr/>
        </p:nvSpPr>
        <p:spPr>
          <a:xfrm>
            <a:off x="3355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뺄셈 기호 13"/>
          <p:cNvSpPr/>
          <p:nvPr/>
        </p:nvSpPr>
        <p:spPr>
          <a:xfrm>
            <a:off x="35105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타원 14"/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TextBox 1"/>
          <p:cNvSpPr txBox="1"/>
          <p:nvPr/>
        </p:nvSpPr>
        <p:spPr>
          <a:xfrm>
            <a:off x="9316166" y="0"/>
            <a:ext cx="212018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글자 크기</a:t>
            </a:r>
          </a:p>
          <a:p>
            <a:pPr lvl="0">
              <a:defRPr/>
            </a:pPr>
            <a:r>
              <a:rPr lang="ko-KR" altLang="en-US" sz="35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ㄱ</a:t>
            </a:r>
            <a:r>
              <a:rPr lang="ko-KR" altLang="en-US" sz="3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3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(35)</a:t>
            </a:r>
          </a:p>
          <a:p>
            <a:pPr lvl="0">
              <a:defRPr/>
            </a:pPr>
            <a:r>
              <a:rPr lang="ko-KR" altLang="en-US" sz="19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ㄱ</a:t>
            </a:r>
            <a:r>
              <a:rPr lang="ko-KR" altLang="en-US" sz="19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19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(19)</a:t>
            </a:r>
          </a:p>
          <a:p>
            <a:pPr lvl="0">
              <a:defRPr/>
            </a:pPr>
            <a:r>
              <a:rPr lang="ko-KR" altLang="en-US" sz="10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ㄱ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(11)</a:t>
            </a:r>
          </a:p>
        </p:txBody>
      </p:sp>
      <p:sp>
        <p:nvSpPr>
          <p:cNvPr id="17" name="타원 16"/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8" name="타원 17"/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타원 18"/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타원 19"/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1" name="타원 20"/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2" name="타원 21"/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3" name="TextBox 1"/>
          <p:cNvSpPr txBox="1"/>
          <p:nvPr/>
        </p:nvSpPr>
        <p:spPr>
          <a:xfrm>
            <a:off x="9322874" y="1680233"/>
            <a:ext cx="19652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글꼴</a:t>
            </a:r>
          </a:p>
          <a:p>
            <a:pPr lvl="0">
              <a:defRPr/>
            </a:pPr>
            <a:r>
              <a:rPr lang="en-US" altLang="ko-KR" sz="10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KoddiUD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10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온고딕</a:t>
            </a:r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Regular</a:t>
            </a:r>
            <a:endParaRPr lang="ko-KR" altLang="en-US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BBB28CE-2C65-D529-BBD5-78BEF3069E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50" y="0"/>
            <a:ext cx="6858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6EE5026-B08A-046A-B7CD-82917E47ED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4" t="31003" r="39591" b="53179"/>
          <a:stretch>
            <a:fillRect/>
          </a:stretch>
        </p:blipFill>
        <p:spPr>
          <a:xfrm>
            <a:off x="6408199" y="1843849"/>
            <a:ext cx="2241551" cy="108483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93B92F14-7172-7634-BC1D-7E326F23DE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9" t="3509" r="67223" b="76879"/>
          <a:stretch>
            <a:fillRect/>
          </a:stretch>
        </p:blipFill>
        <p:spPr>
          <a:xfrm>
            <a:off x="4978400" y="433038"/>
            <a:ext cx="2101850" cy="134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714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그림 38">
            <a:extLst>
              <a:ext uri="{FF2B5EF4-FFF2-40B4-BE49-F238E27FC236}">
                <a16:creationId xmlns:a16="http://schemas.microsoft.com/office/drawing/2014/main" id="{045A01A6-28E6-505A-0B74-17121E153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46" b="95685" l="9896" r="89974">
                        <a14:foregroundMark x1="39583" y1="9375" x2="47135" y2="3646"/>
                        <a14:foregroundMark x1="47135" y1="3646" x2="39844" y2="9375"/>
                        <a14:foregroundMark x1="49870" y1="21205" x2="54427" y2="30208"/>
                        <a14:foregroundMark x1="54427" y1="30208" x2="52474" y2="36086"/>
                        <a14:foregroundMark x1="48361" y1="85704" x2="48568" y2="87872"/>
                        <a14:foregroundMark x1="47786" y1="79688" x2="48237" y2="84401"/>
                        <a14:foregroundMark x1="46172" y1="92708" x2="44661" y2="95759"/>
                        <a14:foregroundMark x1="46282" y1="92485" x2="46172" y2="92708"/>
                        <a14:foregroundMark x1="48568" y1="87872" x2="46282" y2="92485"/>
                        <a14:foregroundMark x1="44661" y1="95759" x2="55990" y2="93155"/>
                        <a14:foregroundMark x1="55990" y1="93155" x2="61198" y2="86458"/>
                        <a14:foregroundMark x1="51211" y1="83824" x2="49349" y2="83333"/>
                        <a14:foregroundMark x1="61198" y1="86458" x2="55275" y2="84896"/>
                        <a14:foregroundMark x1="49349" y1="83333" x2="48828" y2="80208"/>
                        <a14:foregroundMark x1="44141" y1="95685" x2="55599" y2="93080"/>
                        <a14:foregroundMark x1="60722" y1="87574" x2="60938" y2="87277"/>
                        <a14:foregroundMark x1="56771" y1="93006" x2="60722" y2="87574"/>
                        <a14:foregroundMark x1="58464" y1="89509" x2="62240" y2="87872"/>
                        <a14:foregroundMark x1="59245" y1="89658" x2="64583" y2="94792"/>
                        <a14:foregroundMark x1="62760" y1="88170" x2="64714" y2="90253"/>
                        <a14:foregroundMark x1="62891" y1="87574" x2="62891" y2="87574"/>
                        <a14:foregroundMark x1="63872" y1="87574" x2="64583" y2="87946"/>
                        <a14:foregroundMark x1="61458" y1="86310" x2="63872" y2="87574"/>
                        <a14:foregroundMark x1="63932" y1="86533" x2="63932" y2="86533"/>
                        <a14:foregroundMark x1="64844" y1="87574" x2="64844" y2="87574"/>
                        <a14:foregroundMark x1="64323" y1="89137" x2="64323" y2="89137"/>
                        <a14:foregroundMark x1="65365" y1="90253" x2="65365" y2="90253"/>
                        <a14:foregroundMark x1="46354" y1="87872" x2="46354" y2="87872"/>
                        <a14:foregroundMark x1="45052" y1="88318" x2="45052" y2="88318"/>
                        <a14:foregroundMark x1="44141" y1="91146" x2="44141" y2="91146"/>
                        <a14:foregroundMark x1="43229" y1="92560" x2="43229" y2="92560"/>
                        <a14:foregroundMark x1="64583" y1="87574" x2="64583" y2="87574"/>
                        <a14:foregroundMark x1="43490" y1="92262" x2="43490" y2="92262"/>
                        <a14:foregroundMark x1="45703" y1="87426" x2="45703" y2="87426"/>
                        <a14:foregroundMark x1="32943" y1="27604" x2="32943" y2="27604"/>
                        <a14:backgroundMark x1="52734" y1="84896" x2="52734" y2="84896"/>
                        <a14:backgroundMark x1="51823" y1="83705" x2="53385" y2="86235"/>
                        <a14:backgroundMark x1="64974" y1="87574" x2="64974" y2="87574"/>
                        <a14:backgroundMark x1="43750" y1="92708" x2="43750" y2="92708"/>
                        <a14:backgroundMark x1="43880" y1="92485" x2="43880" y2="92485"/>
                        <a14:backgroundMark x1="55599" y1="95536" x2="55599" y2="95536"/>
                        <a14:backgroundMark x1="55599" y1="95238" x2="55599" y2="95238"/>
                        <a14:backgroundMark x1="34245" y1="27679" x2="34245" y2="27679"/>
                        <a14:backgroundMark x1="34635" y1="27455" x2="34635" y2="27455"/>
                        <a14:backgroundMark x1="33724" y1="28720" x2="33724" y2="28720"/>
                        <a14:backgroundMark x1="35677" y1="25670" x2="35677" y2="25670"/>
                        <a14:backgroundMark x1="38151" y1="22247" x2="38151" y2="22247"/>
                        <a14:backgroundMark x1="41536" y1="17188" x2="41536" y2="17188"/>
                        <a14:backgroundMark x1="56771" y1="15104" x2="56771" y2="15104"/>
                        <a14:backgroundMark x1="52604" y1="50372" x2="52604" y2="50372"/>
                        <a14:backgroundMark x1="52734" y1="51265" x2="52734" y2="51265"/>
                        <a14:backgroundMark x1="52734" y1="49033" x2="52734" y2="490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9453" y="-181246"/>
            <a:ext cx="3918857" cy="685800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3EEB8E62-0DC5-D87D-FDB9-5E4421D26A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804" b="97396" l="9896" r="89974">
                        <a14:foregroundMark x1="54297" y1="20536" x2="51172" y2="30357"/>
                        <a14:foregroundMark x1="51172" y1="30357" x2="53516" y2="34524"/>
                        <a14:foregroundMark x1="46615" y1="5804" x2="46615" y2="5804"/>
                        <a14:foregroundMark x1="47917" y1="81771" x2="47917" y2="81771"/>
                        <a14:foregroundMark x1="57682" y1="80729" x2="57682" y2="80729"/>
                        <a14:foregroundMark x1="59115" y1="79464" x2="55599" y2="87946"/>
                        <a14:foregroundMark x1="55599" y1="87946" x2="57552" y2="80729"/>
                        <a14:foregroundMark x1="57552" y1="80729" x2="58333" y2="79836"/>
                        <a14:foregroundMark x1="46001" y1="92336" x2="45703" y2="94717"/>
                        <a14:foregroundMark x1="46029" y1="92113" x2="46001" y2="92336"/>
                        <a14:foregroundMark x1="47656" y1="79092" x2="46029" y2="92113"/>
                        <a14:foregroundMark x1="45703" y1="94717" x2="53385" y2="89063"/>
                        <a14:foregroundMark x1="53385" y1="89063" x2="47917" y2="82217"/>
                        <a14:foregroundMark x1="47917" y1="82217" x2="47917" y2="80060"/>
                        <a14:foregroundMark x1="45703" y1="90774" x2="53385" y2="91369"/>
                        <a14:foregroundMark x1="51197" y1="94940" x2="50391" y2="97396"/>
                        <a14:foregroundMark x1="51953" y1="92634" x2="51197" y2="94940"/>
                        <a14:foregroundMark x1="56641" y1="90551" x2="61198" y2="94792"/>
                        <a14:foregroundMark x1="43815" y1="92336" x2="43359" y2="93304"/>
                        <a14:foregroundMark x1="43920" y1="92113" x2="43815" y2="92336"/>
                        <a14:foregroundMark x1="44271" y1="91369" x2="43920" y2="92113"/>
                        <a14:foregroundMark x1="45313" y1="89807" x2="45052" y2="89955"/>
                        <a14:foregroundMark x1="43750" y1="90551" x2="43750" y2="90551"/>
                        <a14:foregroundMark x1="42448" y1="92113" x2="42448" y2="92113"/>
                        <a14:foregroundMark x1="43099" y1="89509" x2="43099" y2="89509"/>
                        <a14:foregroundMark x1="43880" y1="88393" x2="43880" y2="88393"/>
                        <a14:foregroundMark x1="60677" y1="86979" x2="60677" y2="86979"/>
                        <a14:foregroundMark x1="61719" y1="87500" x2="61719" y2="87500"/>
                        <a14:foregroundMark x1="62891" y1="87723" x2="62891" y2="87723"/>
                        <a14:foregroundMark x1="63151" y1="86756" x2="63151" y2="86756"/>
                        <a14:foregroundMark x1="63542" y1="89063" x2="63542" y2="89063"/>
                        <a14:foregroundMark x1="64193" y1="89955" x2="64193" y2="89955"/>
                        <a14:foregroundMark x1="54297" y1="85565" x2="54297" y2="85565"/>
                        <a14:foregroundMark x1="54818" y1="82366" x2="54818" y2="82366"/>
                        <a14:foregroundMark x1="63281" y1="86979" x2="63281" y2="86979"/>
                        <a14:foregroundMark x1="63281" y1="90402" x2="63281" y2="90402"/>
                        <a14:foregroundMark x1="64063" y1="89509" x2="64063" y2="89509"/>
                        <a14:foregroundMark x1="64453" y1="91443" x2="64453" y2="91443"/>
                        <a14:foregroundMark x1="42839" y1="91815" x2="42839" y2="91815"/>
                        <a14:foregroundMark x1="42578" y1="92262" x2="42578" y2="92262"/>
                        <a14:foregroundMark x1="59635" y1="88616" x2="59635" y2="88616"/>
                        <a14:foregroundMark x1="36458" y1="20833" x2="36458" y2="20833"/>
                        <a14:foregroundMark x1="34505" y1="25446" x2="34505" y2="25446"/>
                        <a14:foregroundMark x1="32813" y1="27232" x2="32813" y2="27232"/>
                        <a14:backgroundMark x1="52083" y1="50074" x2="52083" y2="50074"/>
                        <a14:backgroundMark x1="51953" y1="48884" x2="51953" y2="48884"/>
                        <a14:backgroundMark x1="54557" y1="94940" x2="54557" y2="94940"/>
                        <a14:backgroundMark x1="62500" y1="87128" x2="62500" y2="87128"/>
                        <a14:backgroundMark x1="63672" y1="89881" x2="63672" y2="89881"/>
                        <a14:backgroundMark x1="42969" y1="92336" x2="42969" y2="92336"/>
                        <a14:backgroundMark x1="43229" y1="92113" x2="43229" y2="92113"/>
                        <a14:backgroundMark x1="32943" y1="28423" x2="32943" y2="28423"/>
                        <a14:backgroundMark x1="33594" y1="27381" x2="33594" y2="27381"/>
                        <a14:backgroundMark x1="35156" y1="25298" x2="35156" y2="25298"/>
                        <a14:backgroundMark x1="37630" y1="21726" x2="37630" y2="21726"/>
                        <a14:backgroundMark x1="39193" y1="18229" x2="39193" y2="18229"/>
                        <a14:backgroundMark x1="55990" y1="14955" x2="55990" y2="14955"/>
                        <a14:backgroundMark x1="55599" y1="14955" x2="55599" y2="149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6457" y="-79829"/>
            <a:ext cx="3918857" cy="6858000"/>
          </a:xfrm>
          <a:prstGeom prst="rect">
            <a:avLst/>
          </a:prstGeom>
        </p:spPr>
      </p:pic>
      <p:pic>
        <p:nvPicPr>
          <p:cNvPr id="208" name="그림 207">
            <a:extLst>
              <a:ext uri="{FF2B5EF4-FFF2-40B4-BE49-F238E27FC236}">
                <a16:creationId xmlns:a16="http://schemas.microsoft.com/office/drawing/2014/main" id="{77609F00-0992-0E5D-2F00-49BCA61D7F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573" b="97135" l="10000" r="90000">
                        <a14:foregroundMark x1="44259" y1="5573" x2="50000" y2="8333"/>
                        <a14:foregroundMark x1="53611" y1="24635" x2="53611" y2="34792"/>
                        <a14:foregroundMark x1="48704" y1="79167" x2="49537" y2="94740"/>
                        <a14:foregroundMark x1="44352" y1="88229" x2="47315" y2="86719"/>
                        <a14:foregroundMark x1="44074" y1="87292" x2="47130" y2="86667"/>
                        <a14:foregroundMark x1="45463" y1="89583" x2="48148" y2="97135"/>
                        <a14:foregroundMark x1="48148" y1="97135" x2="52593" y2="89896"/>
                        <a14:foregroundMark x1="52593" y1="89896" x2="52593" y2="89635"/>
                        <a14:foregroundMark x1="57963" y1="89115" x2="63426" y2="86198"/>
                        <a14:foregroundMark x1="56389" y1="89688" x2="63241" y2="87240"/>
                        <a14:foregroundMark x1="55926" y1="89948" x2="63426" y2="94010"/>
                        <a14:foregroundMark x1="58241" y1="93698" x2="64352" y2="94531"/>
                        <a14:foregroundMark x1="58611" y1="94635" x2="66019" y2="94219"/>
                        <a14:foregroundMark x1="58704" y1="94844" x2="65000" y2="94635"/>
                        <a14:foregroundMark x1="62130" y1="85469" x2="64722" y2="86458"/>
                        <a14:foregroundMark x1="63981" y1="87865" x2="65093" y2="89115"/>
                        <a14:foregroundMark x1="50833" y1="83750" x2="50833" y2="83750"/>
                        <a14:foregroundMark x1="54907" y1="84531" x2="54907" y2="84531"/>
                        <a14:backgroundMark x1="53519" y1="52812" x2="53241" y2="55677"/>
                        <a14:backgroundMark x1="53056" y1="56979" x2="53241" y2="60885"/>
                        <a14:backgroundMark x1="53611" y1="62865" x2="53056" y2="67135"/>
                        <a14:backgroundMark x1="53611" y1="73490" x2="53148" y2="76823"/>
                        <a14:backgroundMark x1="53796" y1="80417" x2="54352" y2="82344"/>
                        <a14:backgroundMark x1="53451" y1="83750" x2="53148" y2="84219"/>
                        <a14:backgroundMark x1="53889" y1="83073" x2="53451" y2="83750"/>
                        <a14:backgroundMark x1="43519" y1="15885" x2="42315" y2="16615"/>
                        <a14:backgroundMark x1="40648" y1="18021" x2="39722" y2="190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922"/>
          <a:stretch>
            <a:fillRect/>
          </a:stretch>
        </p:blipFill>
        <p:spPr>
          <a:xfrm>
            <a:off x="2226785" y="-79828"/>
            <a:ext cx="3784468" cy="6665900"/>
          </a:xfrm>
          <a:prstGeom prst="rect">
            <a:avLst/>
          </a:prstGeom>
          <a:effectLst>
            <a:softEdge rad="19050"/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B1E64E6-E2A9-E2AF-3773-21A4D3BB930C}"/>
              </a:ext>
            </a:extLst>
          </p:cNvPr>
          <p:cNvSpPr txBox="1"/>
          <p:nvPr/>
        </p:nvSpPr>
        <p:spPr>
          <a:xfrm>
            <a:off x="4900706" y="209176"/>
            <a:ext cx="1177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픽셀 </a:t>
            </a:r>
            <a:r>
              <a:rPr lang="en-US" altLang="ko-KR" dirty="0"/>
              <a:t>45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767908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2225</TotalTime>
  <Words>879</Words>
  <Application>Microsoft Office PowerPoint</Application>
  <PresentationFormat>화면 슬라이드 쇼(4:3)</PresentationFormat>
  <Paragraphs>250</Paragraphs>
  <Slides>22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0" baseType="lpstr">
      <vt:lpstr>Arial</vt:lpstr>
      <vt:lpstr>넥슨Lv2고딕 OTF Light</vt:lpstr>
      <vt:lpstr>Calibri</vt:lpstr>
      <vt:lpstr>Yu Gothic UI</vt:lpstr>
      <vt:lpstr>KoddiUD 온고딕 Regular</vt:lpstr>
      <vt:lpstr>맑은 고딕</vt:lpstr>
      <vt:lpstr>GalmuriMono7 Regular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</dc:creator>
  <cp:lastModifiedBy>musukie52@gmail.com</cp:lastModifiedBy>
  <cp:revision>212</cp:revision>
  <dcterms:created xsi:type="dcterms:W3CDTF">2026-01-12T05:12:27Z</dcterms:created>
  <dcterms:modified xsi:type="dcterms:W3CDTF">2026-01-25T13:46:49Z</dcterms:modified>
  <cp:version/>
</cp:coreProperties>
</file>