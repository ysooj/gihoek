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96" r:id="rId2"/>
    <p:sldId id="303" r:id="rId3"/>
    <p:sldId id="304" r:id="rId4"/>
    <p:sldId id="305" r:id="rId5"/>
    <p:sldId id="297" r:id="rId6"/>
    <p:sldId id="298" r:id="rId7"/>
    <p:sldId id="301" r:id="rId8"/>
    <p:sldId id="306" r:id="rId9"/>
    <p:sldId id="309" r:id="rId10"/>
    <p:sldId id="308" r:id="rId11"/>
    <p:sldId id="310" r:id="rId12"/>
    <p:sldId id="311" r:id="rId13"/>
    <p:sldId id="299" r:id="rId14"/>
  </p:sldIdLst>
  <p:sldSz cx="9144000" cy="6858000" type="screen4x3"/>
  <p:notesSz cx="6858000" cy="9144000"/>
  <p:embeddedFontLst>
    <p:embeddedFont>
      <p:font typeface="맑은 고딕" panose="020B0503020000020004" pitchFamily="50" charset="-127"/>
      <p:regular r:id="rId16"/>
      <p:bold r:id="rId17"/>
    </p:embeddedFont>
    <p:embeddedFont>
      <p:font typeface="Yu Gothic UI" panose="020B0500000000000000" pitchFamily="34" charset="-128"/>
      <p:regular r:id="rId18"/>
      <p:bold r:id="rId19"/>
    </p:embeddedFont>
    <p:embeddedFont>
      <p:font typeface="GalmuriMono7 Regular" panose="020B0600000101010101" charset="-127"/>
      <p:regular r:id="rId20"/>
    </p:embeddedFont>
    <p:embeddedFont>
      <p:font typeface="넥슨Lv2고딕 OTF Light" panose="00000300000000000000" pitchFamily="50" charset="-127"/>
      <p:regular r:id="rId21"/>
    </p:embeddedFont>
    <p:embeddedFont>
      <p:font typeface="Calibri" panose="020F0502020204030204" pitchFamily="34" charset="0"/>
      <p:regular r:id="rId22"/>
      <p:bold r:id="rId23"/>
      <p:italic r:id="rId24"/>
      <p:boldItalic r:id="rId25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0D20"/>
    <a:srgbClr val="496F78"/>
    <a:srgbClr val="FCE891"/>
    <a:srgbClr val="767779"/>
    <a:srgbClr val="ECEDF1"/>
    <a:srgbClr val="FFFFFF"/>
    <a:srgbClr val="EB657E"/>
    <a:srgbClr val="B9C2C9"/>
    <a:srgbClr val="1E2432"/>
    <a:srgbClr val="1115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0E6EBE-1A7F-4A76-B6DA-04C668EF27A4}" v="534" dt="2026-01-22T04:33:37.6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19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344" y="114"/>
      </p:cViewPr>
      <p:guideLst>
        <p:guide orient="horz" pos="2159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">
      <pc:chgData name="musukie52@gmail.com" userId="017bd91f96aa8751" providerId="LiveId" clId="{5B2C3894-F97E-4CAB-8812-5BB4D83AAC6A}" dt="2026-01-22T04:48:48.840" v="3555" actId="1076"/>
      <pc:docMkLst>
        <pc:docMk/>
      </pc:docMkLst>
      <pc:sldChg chg="addSp delSp modSp mod">
        <pc:chgData name="musukie52@gmail.com" userId="017bd91f96aa8751" providerId="LiveId" clId="{5B2C3894-F97E-4CAB-8812-5BB4D83AAC6A}" dt="2026-01-19T10:10:23.456" v="608" actId="478"/>
        <pc:sldMkLst>
          <pc:docMk/>
          <pc:sldMk cId="761492686" sldId="296"/>
        </pc:sldMkLst>
        <pc:spChg chg="add mod">
          <ac:chgData name="musukie52@gmail.com" userId="017bd91f96aa8751" providerId="LiveId" clId="{5B2C3894-F97E-4CAB-8812-5BB4D83AAC6A}" dt="2026-01-19T10:00:26.318" v="363"/>
          <ac:spMkLst>
            <pc:docMk/>
            <pc:sldMk cId="761492686" sldId="296"/>
            <ac:spMk id="50" creationId="{B4B0D09F-A1DC-A188-B36C-15D02FB0080C}"/>
          </ac:spMkLst>
        </pc:spChg>
        <pc:picChg chg="mod ord">
          <ac:chgData name="musukie52@gmail.com" userId="017bd91f96aa8751" providerId="LiveId" clId="{5B2C3894-F97E-4CAB-8812-5BB4D83AAC6A}" dt="2026-01-19T10:05:10.784" v="437" actId="167"/>
          <ac:picMkLst>
            <pc:docMk/>
            <pc:sldMk cId="761492686" sldId="296"/>
            <ac:picMk id="4" creationId="{00000000-0000-0000-0000-000000000000}"/>
          </ac:picMkLst>
        </pc:picChg>
      </pc:sldChg>
      <pc:sldChg chg="modSp mod">
        <pc:chgData name="musukie52@gmail.com" userId="017bd91f96aa8751" providerId="LiveId" clId="{5B2C3894-F97E-4CAB-8812-5BB4D83AAC6A}" dt="2026-01-20T09:50:39.550" v="2097" actId="14100"/>
        <pc:sldMkLst>
          <pc:docMk/>
          <pc:sldMk cId="571944720" sldId="297"/>
        </pc:sldMkLst>
        <pc:spChg chg="mod">
          <ac:chgData name="musukie52@gmail.com" userId="017bd91f96aa8751" providerId="LiveId" clId="{5B2C3894-F97E-4CAB-8812-5BB4D83AAC6A}" dt="2026-01-20T09:50:39.550" v="2097" actId="14100"/>
          <ac:spMkLst>
            <pc:docMk/>
            <pc:sldMk cId="571944720" sldId="297"/>
            <ac:spMk id="64" creationId="{00000000-0000-0000-0000-000000000000}"/>
          </ac:spMkLst>
        </pc:spChg>
      </pc:sldChg>
      <pc:sldChg chg="addSp delSp modSp mod">
        <pc:chgData name="musukie52@gmail.com" userId="017bd91f96aa8751" providerId="LiveId" clId="{5B2C3894-F97E-4CAB-8812-5BB4D83AAC6A}" dt="2026-01-20T09:50:13.153" v="2015"/>
        <pc:sldMkLst>
          <pc:docMk/>
          <pc:sldMk cId="2178783012" sldId="298"/>
        </pc:sldMkLst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2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4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5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5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50:13.153" v="2015"/>
          <ac:spMkLst>
            <pc:docMk/>
            <pc:sldMk cId="2178783012" sldId="298"/>
            <ac:spMk id="7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9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100" creationId="{00000000-0000-0000-0000-000000000000}"/>
          </ac:spMkLst>
        </pc:spChg>
        <pc:cxnChg chg="add mod">
          <ac:chgData name="musukie52@gmail.com" userId="017bd91f96aa8751" providerId="LiveId" clId="{5B2C3894-F97E-4CAB-8812-5BB4D83AAC6A}" dt="2026-01-20T09:50:05.934" v="2005"/>
          <ac:cxnSpMkLst>
            <pc:docMk/>
            <pc:sldMk cId="2178783012" sldId="298"/>
            <ac:cxnSpMk id="3" creationId="{799AAAC8-ABAC-A8BD-1A08-24628D7F299E}"/>
          </ac:cxnSpMkLst>
        </pc:cxnChg>
        <pc:cxnChg chg="mod">
          <ac:chgData name="musukie52@gmail.com" userId="017bd91f96aa8751" providerId="LiveId" clId="{5B2C3894-F97E-4CAB-8812-5BB4D83AAC6A}" dt="2026-01-20T09:45:13.866" v="1911" actId="1076"/>
          <ac:cxnSpMkLst>
            <pc:docMk/>
            <pc:sldMk cId="2178783012" sldId="298"/>
            <ac:cxnSpMk id="91" creationId="{00000000-0000-0000-0000-000000000000}"/>
          </ac:cxnSpMkLst>
        </pc:cxnChg>
      </pc:sldChg>
      <pc:sldChg chg="addSp delSp modSp mod">
        <pc:chgData name="musukie52@gmail.com" userId="017bd91f96aa8751" providerId="LiveId" clId="{5B2C3894-F97E-4CAB-8812-5BB4D83AAC6A}" dt="2026-01-20T10:24:35.916" v="2478" actId="21"/>
        <pc:sldMkLst>
          <pc:docMk/>
          <pc:sldMk cId="2845714888" sldId="299"/>
        </pc:sldMkLst>
      </pc:sldChg>
      <pc:sldChg chg="addSp delSp modSp mod">
        <pc:chgData name="musukie52@gmail.com" userId="017bd91f96aa8751" providerId="LiveId" clId="{5B2C3894-F97E-4CAB-8812-5BB4D83AAC6A}" dt="2026-01-20T09:50:01.692" v="2003"/>
        <pc:sldMkLst>
          <pc:docMk/>
          <pc:sldMk cId="2445378882" sldId="301"/>
        </pc:sldMkLst>
        <pc:spChg chg="add mod">
          <ac:chgData name="musukie52@gmail.com" userId="017bd91f96aa8751" providerId="LiveId" clId="{5B2C3894-F97E-4CAB-8812-5BB4D83AAC6A}" dt="2026-01-20T09:46:42.365" v="1943" actId="2711"/>
          <ac:spMkLst>
            <pc:docMk/>
            <pc:sldMk cId="2445378882" sldId="301"/>
            <ac:spMk id="2" creationId="{DD8A1A92-2DA5-C5F0-AB60-5AAAC0EB3D2C}"/>
          </ac:spMkLst>
        </pc:spChg>
        <pc:spChg chg="mod">
          <ac:chgData name="musukie52@gmail.com" userId="017bd91f96aa8751" providerId="LiveId" clId="{5B2C3894-F97E-4CAB-8812-5BB4D83AAC6A}" dt="2026-01-20T09:49:06.594" v="1966" actId="404"/>
          <ac:spMkLst>
            <pc:docMk/>
            <pc:sldMk cId="2445378882" sldId="301"/>
            <ac:spMk id="2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3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3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09.745" v="1968" actId="404"/>
          <ac:spMkLst>
            <pc:docMk/>
            <pc:sldMk cId="2445378882" sldId="301"/>
            <ac:spMk id="4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02.886" v="1964" actId="404"/>
          <ac:spMkLst>
            <pc:docMk/>
            <pc:sldMk cId="2445378882" sldId="301"/>
            <ac:spMk id="5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5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59.504" v="1962" actId="404"/>
          <ac:spMkLst>
            <pc:docMk/>
            <pc:sldMk cId="2445378882" sldId="301"/>
            <ac:spMk id="5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6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6:42.365" v="1943" actId="2711"/>
          <ac:spMkLst>
            <pc:docMk/>
            <pc:sldMk cId="2445378882" sldId="301"/>
            <ac:spMk id="100" creationId="{00000000-0000-0000-0000-000000000000}"/>
          </ac:spMkLst>
        </pc:spChg>
        <pc:cxnChg chg="add mod">
          <ac:chgData name="musukie52@gmail.com" userId="017bd91f96aa8751" providerId="LiveId" clId="{5B2C3894-F97E-4CAB-8812-5BB4D83AAC6A}" dt="2026-01-20T09:50:01.692" v="2003"/>
          <ac:cxnSpMkLst>
            <pc:docMk/>
            <pc:sldMk cId="2445378882" sldId="301"/>
            <ac:cxnSpMk id="6" creationId="{2963222E-4B15-CE02-907D-DF6A4E13A3A0}"/>
          </ac:cxnSpMkLst>
        </pc:cxnChg>
        <pc:cxnChg chg="mod">
          <ac:chgData name="musukie52@gmail.com" userId="017bd91f96aa8751" providerId="LiveId" clId="{5B2C3894-F97E-4CAB-8812-5BB4D83AAC6A}" dt="2026-01-20T09:48:34.591" v="1958" actId="1036"/>
          <ac:cxnSpMkLst>
            <pc:docMk/>
            <pc:sldMk cId="2445378882" sldId="301"/>
            <ac:cxnSpMk id="98" creationId="{00000000-0000-0000-0000-000000000000}"/>
          </ac:cxnSpMkLst>
        </pc:cxnChg>
      </pc:sldChg>
      <pc:sldChg chg="addSp delSp modSp add mod setBg">
        <pc:chgData name="musukie52@gmail.com" userId="017bd91f96aa8751" providerId="LiveId" clId="{5B2C3894-F97E-4CAB-8812-5BB4D83AAC6A}" dt="2026-01-19T14:09:37.023" v="1025" actId="1038"/>
        <pc:sldMkLst>
          <pc:docMk/>
          <pc:sldMk cId="345221784" sldId="303"/>
        </pc:sldMkLst>
        <pc:spChg chg="add del mod">
          <ac:chgData name="musukie52@gmail.com" userId="017bd91f96aa8751" providerId="LiveId" clId="{5B2C3894-F97E-4CAB-8812-5BB4D83AAC6A}" dt="2026-01-19T14:07:57.474" v="941" actId="20577"/>
          <ac:spMkLst>
            <pc:docMk/>
            <pc:sldMk cId="345221784" sldId="303"/>
            <ac:spMk id="48" creationId="{1FE550B8-E378-85E2-A018-B13765305DE0}"/>
          </ac:spMkLst>
        </pc:spChg>
        <pc:spChg chg="mod">
          <ac:chgData name="musukie52@gmail.com" userId="017bd91f96aa8751" providerId="LiveId" clId="{5B2C3894-F97E-4CAB-8812-5BB4D83AAC6A}" dt="2026-01-19T14:09:21.328" v="1020" actId="20577"/>
          <ac:spMkLst>
            <pc:docMk/>
            <pc:sldMk cId="345221784" sldId="303"/>
            <ac:spMk id="59" creationId="{83C1D46C-33BD-6A4C-F646-460AE757E10B}"/>
          </ac:spMkLst>
        </pc:spChg>
        <pc:spChg chg="mod">
          <ac:chgData name="musukie52@gmail.com" userId="017bd91f96aa8751" providerId="LiveId" clId="{5B2C3894-F97E-4CAB-8812-5BB4D83AAC6A}" dt="2026-01-19T14:08:14.330" v="959" actId="20577"/>
          <ac:spMkLst>
            <pc:docMk/>
            <pc:sldMk cId="345221784" sldId="303"/>
            <ac:spMk id="62" creationId="{2B3C3499-A3F8-32A5-5F90-8E0F18575EDD}"/>
          </ac:spMkLst>
        </pc:spChg>
        <pc:spChg chg="mod topLvl">
          <ac:chgData name="musukie52@gmail.com" userId="017bd91f96aa8751" providerId="LiveId" clId="{5B2C3894-F97E-4CAB-8812-5BB4D83AAC6A}" dt="2026-01-19T14:08:44.855" v="983" actId="1038"/>
          <ac:spMkLst>
            <pc:docMk/>
            <pc:sldMk cId="345221784" sldId="303"/>
            <ac:spMk id="65" creationId="{9AFFB39F-7713-1991-E626-699E5EFAC8F4}"/>
          </ac:spMkLst>
        </pc:spChg>
        <pc:spChg chg="mod topLvl">
          <ac:chgData name="musukie52@gmail.com" userId="017bd91f96aa8751" providerId="LiveId" clId="{5B2C3894-F97E-4CAB-8812-5BB4D83AAC6A}" dt="2026-01-19T14:09:37.023" v="1025" actId="1038"/>
          <ac:spMkLst>
            <pc:docMk/>
            <pc:sldMk cId="345221784" sldId="303"/>
            <ac:spMk id="68" creationId="{89292C34-6A8A-D1F7-1A42-D7131A54FA00}"/>
          </ac:spMkLst>
        </pc:spChg>
        <pc:spChg chg="mod">
          <ac:chgData name="musukie52@gmail.com" userId="017bd91f96aa8751" providerId="LiveId" clId="{5B2C3894-F97E-4CAB-8812-5BB4D83AAC6A}" dt="2026-01-19T14:08:54.953" v="986"/>
          <ac:spMkLst>
            <pc:docMk/>
            <pc:sldMk cId="345221784" sldId="303"/>
            <ac:spMk id="71" creationId="{CB0D69BC-BC84-8917-5DF1-3A69AFE9DBE8}"/>
          </ac:spMkLst>
        </pc:spChg>
        <pc:grpChg chg="add mod">
          <ac:chgData name="musukie52@gmail.com" userId="017bd91f96aa8751" providerId="LiveId" clId="{5B2C3894-F97E-4CAB-8812-5BB4D83AAC6A}" dt="2026-01-19T14:07:53.251" v="924" actId="1076"/>
          <ac:grpSpMkLst>
            <pc:docMk/>
            <pc:sldMk cId="345221784" sldId="303"/>
            <ac:grpSpMk id="56" creationId="{848B0FA3-1CEF-C23B-2533-BB7F2D58C923}"/>
          </ac:grpSpMkLst>
        </pc:grpChg>
        <pc:grpChg chg="add mod">
          <ac:chgData name="musukie52@gmail.com" userId="017bd91f96aa8751" providerId="LiveId" clId="{5B2C3894-F97E-4CAB-8812-5BB4D83AAC6A}" dt="2026-01-19T14:09:01.716" v="987" actId="1076"/>
          <ac:grpSpMkLst>
            <pc:docMk/>
            <pc:sldMk cId="345221784" sldId="303"/>
            <ac:grpSpMk id="57" creationId="{921860F8-A565-75A9-558B-F89ECB11D877}"/>
          </ac:grpSpMkLst>
        </pc:grpChg>
        <pc:grpChg chg="add mod">
          <ac:chgData name="musukie52@gmail.com" userId="017bd91f96aa8751" providerId="LiveId" clId="{5B2C3894-F97E-4CAB-8812-5BB4D83AAC6A}" dt="2026-01-19T14:08:07.393" v="944" actId="1076"/>
          <ac:grpSpMkLst>
            <pc:docMk/>
            <pc:sldMk cId="345221784" sldId="303"/>
            <ac:grpSpMk id="60" creationId="{974DF133-7F94-B14A-08A6-CA1CBA5EF309}"/>
          </ac:grpSpMkLst>
        </pc:grpChg>
        <pc:grpChg chg="add mod">
          <ac:chgData name="musukie52@gmail.com" userId="017bd91f96aa8751" providerId="LiveId" clId="{5B2C3894-F97E-4CAB-8812-5BB4D83AAC6A}" dt="2026-01-19T14:08:54.953" v="986"/>
          <ac:grpSpMkLst>
            <pc:docMk/>
            <pc:sldMk cId="345221784" sldId="303"/>
            <ac:grpSpMk id="69" creationId="{3DB8E796-2A65-0721-EBD8-D7AC60368D8B}"/>
          </ac:grpSpMkLst>
        </pc:grpChg>
        <pc:picChg chg="add mod ord modCrop">
          <ac:chgData name="musukie52@gmail.com" userId="017bd91f96aa8751" providerId="LiveId" clId="{5B2C3894-F97E-4CAB-8812-5BB4D83AAC6A}" dt="2026-01-19T14:07:42.650" v="921" actId="164"/>
          <ac:picMkLst>
            <pc:docMk/>
            <pc:sldMk cId="345221784" sldId="303"/>
            <ac:picMk id="20" creationId="{02725463-47DB-C15F-151D-D92B24EEA9B9}"/>
          </ac:picMkLst>
        </pc:picChg>
        <pc:picChg chg="add mod">
          <ac:chgData name="musukie52@gmail.com" userId="017bd91f96aa8751" providerId="LiveId" clId="{5B2C3894-F97E-4CAB-8812-5BB4D83AAC6A}" dt="2026-01-19T14:05:30.392" v="876" actId="1035"/>
          <ac:picMkLst>
            <pc:docMk/>
            <pc:sldMk cId="345221784" sldId="303"/>
            <ac:picMk id="21" creationId="{33733B25-6724-057E-0901-DE71EC4CC260}"/>
          </ac:picMkLst>
        </pc:picChg>
        <pc:picChg chg="mod">
          <ac:chgData name="musukie52@gmail.com" userId="017bd91f96aa8751" providerId="LiveId" clId="{5B2C3894-F97E-4CAB-8812-5BB4D83AAC6A}" dt="2026-01-19T14:07:45.051" v="922"/>
          <ac:picMkLst>
            <pc:docMk/>
            <pc:sldMk cId="345221784" sldId="303"/>
            <ac:picMk id="58" creationId="{D6B7D724-4437-89AE-7BC1-710294AA98E7}"/>
          </ac:picMkLst>
        </pc:picChg>
        <pc:picChg chg="mod">
          <ac:chgData name="musukie52@gmail.com" userId="017bd91f96aa8751" providerId="LiveId" clId="{5B2C3894-F97E-4CAB-8812-5BB4D83AAC6A}" dt="2026-01-19T14:07:57.493" v="942"/>
          <ac:picMkLst>
            <pc:docMk/>
            <pc:sldMk cId="345221784" sldId="303"/>
            <ac:picMk id="61" creationId="{5C3243EE-99DB-0BA3-8622-39FF876183A8}"/>
          </ac:picMkLst>
        </pc:picChg>
        <pc:picChg chg="mod topLvl">
          <ac:chgData name="musukie52@gmail.com" userId="017bd91f96aa8751" providerId="LiveId" clId="{5B2C3894-F97E-4CAB-8812-5BB4D83AAC6A}" dt="2026-01-19T14:08:34.347" v="979" actId="165"/>
          <ac:picMkLst>
            <pc:docMk/>
            <pc:sldMk cId="345221784" sldId="303"/>
            <ac:picMk id="64" creationId="{CCF3B127-81D8-CFE2-41F3-1C933D647A1D}"/>
          </ac:picMkLst>
        </pc:picChg>
        <pc:picChg chg="mod topLvl">
          <ac:chgData name="musukie52@gmail.com" userId="017bd91f96aa8751" providerId="LiveId" clId="{5B2C3894-F97E-4CAB-8812-5BB4D83AAC6A}" dt="2026-01-19T14:09:23.276" v="1021" actId="165"/>
          <ac:picMkLst>
            <pc:docMk/>
            <pc:sldMk cId="345221784" sldId="303"/>
            <ac:picMk id="67" creationId="{42ECD059-2523-559F-BF5B-EB7A3E01A046}"/>
          </ac:picMkLst>
        </pc:picChg>
        <pc:picChg chg="mod">
          <ac:chgData name="musukie52@gmail.com" userId="017bd91f96aa8751" providerId="LiveId" clId="{5B2C3894-F97E-4CAB-8812-5BB4D83AAC6A}" dt="2026-01-19T14:08:54.953" v="986"/>
          <ac:picMkLst>
            <pc:docMk/>
            <pc:sldMk cId="345221784" sldId="303"/>
            <ac:picMk id="70" creationId="{3847BB81-4D15-A007-ECA8-5DF05FA4CB5B}"/>
          </ac:picMkLst>
        </pc:picChg>
      </pc:sldChg>
      <pc:sldChg chg="addSp delSp modSp add mod setBg">
        <pc:chgData name="musukie52@gmail.com" userId="017bd91f96aa8751" providerId="LiveId" clId="{5B2C3894-F97E-4CAB-8812-5BB4D83AAC6A}" dt="2026-01-19T14:17:54.008" v="1155"/>
        <pc:sldMkLst>
          <pc:docMk/>
          <pc:sldMk cId="3964875354" sldId="304"/>
        </pc:sldMkLst>
        <pc:spChg chg="mod">
          <ac:chgData name="musukie52@gmail.com" userId="017bd91f96aa8751" providerId="LiveId" clId="{5B2C3894-F97E-4CAB-8812-5BB4D83AAC6A}" dt="2026-01-19T14:10:35.170" v="1059" actId="20577"/>
          <ac:spMkLst>
            <pc:docMk/>
            <pc:sldMk cId="3964875354" sldId="304"/>
            <ac:spMk id="59" creationId="{DC7C627C-3BBE-F050-C729-EEE5D076E391}"/>
          </ac:spMkLst>
        </pc:spChg>
        <pc:spChg chg="mod">
          <ac:chgData name="musukie52@gmail.com" userId="017bd91f96aa8751" providerId="LiveId" clId="{5B2C3894-F97E-4CAB-8812-5BB4D83AAC6A}" dt="2026-01-19T14:10:22.139" v="1044" actId="20577"/>
          <ac:spMkLst>
            <pc:docMk/>
            <pc:sldMk cId="3964875354" sldId="304"/>
            <ac:spMk id="62" creationId="{C2DEFB34-BA2E-53AE-FE71-8C3CFD733711}"/>
          </ac:spMkLst>
        </pc:spChg>
        <pc:spChg chg="mod">
          <ac:chgData name="musukie52@gmail.com" userId="017bd91f96aa8751" providerId="LiveId" clId="{5B2C3894-F97E-4CAB-8812-5BB4D83AAC6A}" dt="2026-01-19T14:10:54.130" v="1064" actId="1076"/>
          <ac:spMkLst>
            <pc:docMk/>
            <pc:sldMk cId="3964875354" sldId="304"/>
            <ac:spMk id="65" creationId="{78EFF843-7B55-04D3-AC37-122615118C8E}"/>
          </ac:spMkLst>
        </pc:spChg>
        <pc:grpChg chg="mod">
          <ac:chgData name="musukie52@gmail.com" userId="017bd91f96aa8751" providerId="LiveId" clId="{5B2C3894-F97E-4CAB-8812-5BB4D83AAC6A}" dt="2026-01-19T14:10:49.326" v="1063" actId="1076"/>
          <ac:grpSpMkLst>
            <pc:docMk/>
            <pc:sldMk cId="3964875354" sldId="304"/>
            <ac:grpSpMk id="57" creationId="{0260E40B-12E2-0ED8-7A33-4B6851E896F6}"/>
          </ac:grpSpMkLst>
        </pc:grpChg>
        <pc:picChg chg="mod">
          <ac:chgData name="musukie52@gmail.com" userId="017bd91f96aa8751" providerId="LiveId" clId="{5B2C3894-F97E-4CAB-8812-5BB4D83AAC6A}" dt="2026-01-19T14:10:54.130" v="1064" actId="1076"/>
          <ac:picMkLst>
            <pc:docMk/>
            <pc:sldMk cId="3964875354" sldId="304"/>
            <ac:picMk id="64" creationId="{A3CBF68A-AA67-AD34-A80D-71ABAA55D1AB}"/>
          </ac:picMkLst>
        </pc:picChg>
      </pc:sldChg>
      <pc:sldChg chg="addSp delSp modSp add mod setBg">
        <pc:chgData name="musukie52@gmail.com" userId="017bd91f96aa8751" providerId="LiveId" clId="{5B2C3894-F97E-4CAB-8812-5BB4D83AAC6A}" dt="2026-01-19T14:50:05.102" v="1842" actId="478"/>
        <pc:sldMkLst>
          <pc:docMk/>
          <pc:sldMk cId="48787319" sldId="305"/>
        </pc:sldMkLst>
        <pc:spChg chg="add mod">
          <ac:chgData name="musukie52@gmail.com" userId="017bd91f96aa8751" providerId="LiveId" clId="{5B2C3894-F97E-4CAB-8812-5BB4D83AAC6A}" dt="2026-01-19T14:20:03.204" v="1249" actId="1038"/>
          <ac:spMkLst>
            <pc:docMk/>
            <pc:sldMk cId="48787319" sldId="305"/>
            <ac:spMk id="9" creationId="{EA89ABAC-CBEA-212F-3E4B-8E4038A8F87F}"/>
          </ac:spMkLst>
        </pc:spChg>
        <pc:spChg chg="add mod">
          <ac:chgData name="musukie52@gmail.com" userId="017bd91f96aa8751" providerId="LiveId" clId="{5B2C3894-F97E-4CAB-8812-5BB4D83AAC6A}" dt="2026-01-19T14:20:03.204" v="1249" actId="1038"/>
          <ac:spMkLst>
            <pc:docMk/>
            <pc:sldMk cId="48787319" sldId="305"/>
            <ac:spMk id="10" creationId="{3DE1BC92-6CC4-A0EF-7C5A-4C936D3A5EF9}"/>
          </ac:spMkLst>
        </pc:spChg>
        <pc:spChg chg="mod">
          <ac:chgData name="musukie52@gmail.com" userId="017bd91f96aa8751" providerId="LiveId" clId="{5B2C3894-F97E-4CAB-8812-5BB4D83AAC6A}" dt="2026-01-19T14:20:27.075" v="1250"/>
          <ac:spMkLst>
            <pc:docMk/>
            <pc:sldMk cId="48787319" sldId="305"/>
            <ac:spMk id="16" creationId="{154F65EA-554E-E43B-F80F-AC07F558543E}"/>
          </ac:spMkLst>
        </pc:spChg>
        <pc:spChg chg="mod">
          <ac:chgData name="musukie52@gmail.com" userId="017bd91f96aa8751" providerId="LiveId" clId="{5B2C3894-F97E-4CAB-8812-5BB4D83AAC6A}" dt="2026-01-19T14:25:13.928" v="1301" actId="571"/>
          <ac:spMkLst>
            <pc:docMk/>
            <pc:sldMk cId="48787319" sldId="305"/>
            <ac:spMk id="19" creationId="{0CD35147-4E12-C4B4-B288-F1BF52826D58}"/>
          </ac:spMkLst>
        </pc:spChg>
        <pc:spChg chg="add mod topLvl">
          <ac:chgData name="musukie52@gmail.com" userId="017bd91f96aa8751" providerId="LiveId" clId="{5B2C3894-F97E-4CAB-8812-5BB4D83AAC6A}" dt="2026-01-19T14:46:51.642" v="1774"/>
          <ac:spMkLst>
            <pc:docMk/>
            <pc:sldMk cId="48787319" sldId="305"/>
            <ac:spMk id="24" creationId="{D5B3C35F-D918-EF0E-4ABC-E4EB6275C5A1}"/>
          </ac:spMkLst>
        </pc:spChg>
        <pc:spChg chg="mod topLvl">
          <ac:chgData name="musukie52@gmail.com" userId="017bd91f96aa8751" providerId="LiveId" clId="{5B2C3894-F97E-4CAB-8812-5BB4D83AAC6A}" dt="2026-01-19T14:44:56.810" v="1759" actId="1076"/>
          <ac:spMkLst>
            <pc:docMk/>
            <pc:sldMk cId="48787319" sldId="305"/>
            <ac:spMk id="27" creationId="{834438C7-4EF4-921C-3974-B5893E752EE3}"/>
          </ac:spMkLst>
        </pc:spChg>
        <pc:spChg chg="mod">
          <ac:chgData name="musukie52@gmail.com" userId="017bd91f96aa8751" providerId="LiveId" clId="{5B2C3894-F97E-4CAB-8812-5BB4D83AAC6A}" dt="2026-01-19T14:31:22.531" v="1412"/>
          <ac:spMkLst>
            <pc:docMk/>
            <pc:sldMk cId="48787319" sldId="305"/>
            <ac:spMk id="52" creationId="{DF7CE06C-62D9-6E2F-FDD1-0C940A40DF99}"/>
          </ac:spMkLst>
        </pc:spChg>
        <pc:spChg chg="mod">
          <ac:chgData name="musukie52@gmail.com" userId="017bd91f96aa8751" providerId="LiveId" clId="{5B2C3894-F97E-4CAB-8812-5BB4D83AAC6A}" dt="2026-01-19T14:31:22.531" v="1412"/>
          <ac:spMkLst>
            <pc:docMk/>
            <pc:sldMk cId="48787319" sldId="305"/>
            <ac:spMk id="53" creationId="{C3074205-948C-61F3-1AD7-6C19681D1216}"/>
          </ac:spMkLst>
        </pc:spChg>
        <pc:spChg chg="add mod">
          <ac:chgData name="musukie52@gmail.com" userId="017bd91f96aa8751" providerId="LiveId" clId="{5B2C3894-F97E-4CAB-8812-5BB4D83AAC6A}" dt="2026-01-19T14:38:21.390" v="1650" actId="1035"/>
          <ac:spMkLst>
            <pc:docMk/>
            <pc:sldMk cId="48787319" sldId="305"/>
            <ac:spMk id="54" creationId="{3BAD1ACA-D230-CA5F-A8EF-1B7B78FD8CE2}"/>
          </ac:spMkLst>
        </pc:spChg>
        <pc:spChg chg="add mod">
          <ac:chgData name="musukie52@gmail.com" userId="017bd91f96aa8751" providerId="LiveId" clId="{5B2C3894-F97E-4CAB-8812-5BB4D83AAC6A}" dt="2026-01-19T14:38:21.390" v="1650" actId="1035"/>
          <ac:spMkLst>
            <pc:docMk/>
            <pc:sldMk cId="48787319" sldId="305"/>
            <ac:spMk id="55" creationId="{43CC13FB-FB92-FAD5-2D77-26A864446F71}"/>
          </ac:spMkLst>
        </pc:spChg>
        <pc:spChg chg="add mod">
          <ac:chgData name="musukie52@gmail.com" userId="017bd91f96aa8751" providerId="LiveId" clId="{5B2C3894-F97E-4CAB-8812-5BB4D83AAC6A}" dt="2026-01-19T14:40:08.904" v="1686" actId="1038"/>
          <ac:spMkLst>
            <pc:docMk/>
            <pc:sldMk cId="48787319" sldId="305"/>
            <ac:spMk id="56" creationId="{99FF3290-3E93-62EF-5A32-6D6EC5D02FAA}"/>
          </ac:spMkLst>
        </pc:spChg>
        <pc:spChg chg="add mod">
          <ac:chgData name="musukie52@gmail.com" userId="017bd91f96aa8751" providerId="LiveId" clId="{5B2C3894-F97E-4CAB-8812-5BB4D83AAC6A}" dt="2026-01-19T14:40:04.954" v="1685" actId="1036"/>
          <ac:spMkLst>
            <pc:docMk/>
            <pc:sldMk cId="48787319" sldId="305"/>
            <ac:spMk id="63" creationId="{A75595F5-0BE2-9B42-9851-D1FDFC1DDB11}"/>
          </ac:spMkLst>
        </pc:spChg>
        <pc:spChg chg="add mod">
          <ac:chgData name="musukie52@gmail.com" userId="017bd91f96aa8751" providerId="LiveId" clId="{5B2C3894-F97E-4CAB-8812-5BB4D83AAC6A}" dt="2026-01-19T14:38:38.288" v="1659" actId="1037"/>
          <ac:spMkLst>
            <pc:docMk/>
            <pc:sldMk cId="48787319" sldId="305"/>
            <ac:spMk id="66" creationId="{A16D143C-4188-18AC-A2A7-F56EF0570A61}"/>
          </ac:spMkLst>
        </pc:spChg>
        <pc:spChg chg="add mod">
          <ac:chgData name="musukie52@gmail.com" userId="017bd91f96aa8751" providerId="LiveId" clId="{5B2C3894-F97E-4CAB-8812-5BB4D83AAC6A}" dt="2026-01-19T14:38:51.914" v="1663" actId="1076"/>
          <ac:spMkLst>
            <pc:docMk/>
            <pc:sldMk cId="48787319" sldId="305"/>
            <ac:spMk id="67" creationId="{FDBD847C-2F1A-EA9F-A005-03443CB0C98E}"/>
          </ac:spMkLst>
        </pc:spChg>
        <pc:spChg chg="add mod">
          <ac:chgData name="musukie52@gmail.com" userId="017bd91f96aa8751" providerId="LiveId" clId="{5B2C3894-F97E-4CAB-8812-5BB4D83AAC6A}" dt="2026-01-19T14:39:43.926" v="1679" actId="14100"/>
          <ac:spMkLst>
            <pc:docMk/>
            <pc:sldMk cId="48787319" sldId="305"/>
            <ac:spMk id="68" creationId="{7B08CC0C-163B-A0D3-D507-22AC814362EB}"/>
          </ac:spMkLst>
        </pc:spChg>
        <pc:spChg chg="add mod">
          <ac:chgData name="musukie52@gmail.com" userId="017bd91f96aa8751" providerId="LiveId" clId="{5B2C3894-F97E-4CAB-8812-5BB4D83AAC6A}" dt="2026-01-19T14:39:24.678" v="1669" actId="1038"/>
          <ac:spMkLst>
            <pc:docMk/>
            <pc:sldMk cId="48787319" sldId="305"/>
            <ac:spMk id="69" creationId="{98F4EFEB-9C4D-E249-AEFF-8A00FD803513}"/>
          </ac:spMkLst>
        </pc:spChg>
        <pc:spChg chg="add mod">
          <ac:chgData name="musukie52@gmail.com" userId="017bd91f96aa8751" providerId="LiveId" clId="{5B2C3894-F97E-4CAB-8812-5BB4D83AAC6A}" dt="2026-01-19T14:40:29.869" v="1691" actId="1035"/>
          <ac:spMkLst>
            <pc:docMk/>
            <pc:sldMk cId="48787319" sldId="305"/>
            <ac:spMk id="70" creationId="{31284B01-9D7A-1FDF-F087-415D0F1DC456}"/>
          </ac:spMkLst>
        </pc:spChg>
        <pc:spChg chg="add mod">
          <ac:chgData name="musukie52@gmail.com" userId="017bd91f96aa8751" providerId="LiveId" clId="{5B2C3894-F97E-4CAB-8812-5BB4D83AAC6A}" dt="2026-01-19T14:41:11.367" v="1706" actId="1038"/>
          <ac:spMkLst>
            <pc:docMk/>
            <pc:sldMk cId="48787319" sldId="305"/>
            <ac:spMk id="71" creationId="{528481FB-6917-BE3B-CB45-062AC2CA06EA}"/>
          </ac:spMkLst>
        </pc:spChg>
        <pc:spChg chg="add mod">
          <ac:chgData name="musukie52@gmail.com" userId="017bd91f96aa8751" providerId="LiveId" clId="{5B2C3894-F97E-4CAB-8812-5BB4D83AAC6A}" dt="2026-01-19T14:41:20.821" v="1707" actId="14100"/>
          <ac:spMkLst>
            <pc:docMk/>
            <pc:sldMk cId="48787319" sldId="305"/>
            <ac:spMk id="72" creationId="{FF38648C-B397-04B0-FC8D-1A8C5CE5DF95}"/>
          </ac:spMkLst>
        </pc:spChg>
        <pc:grpChg chg="mod">
          <ac:chgData name="musukie52@gmail.com" userId="017bd91f96aa8751" providerId="LiveId" clId="{5B2C3894-F97E-4CAB-8812-5BB4D83AAC6A}" dt="2026-01-19T14:35:04.144" v="1605" actId="1076"/>
          <ac:grpSpMkLst>
            <pc:docMk/>
            <pc:sldMk cId="48787319" sldId="305"/>
            <ac:grpSpMk id="14" creationId="{6BC3BEE9-A943-5A1D-EE0C-2BFD69658D05}"/>
          </ac:grpSpMkLst>
        </pc:grpChg>
        <pc:grpChg chg="mod">
          <ac:chgData name="musukie52@gmail.com" userId="017bd91f96aa8751" providerId="LiveId" clId="{5B2C3894-F97E-4CAB-8812-5BB4D83AAC6A}" dt="2026-01-19T14:34:58.688" v="1604" actId="1076"/>
          <ac:grpSpMkLst>
            <pc:docMk/>
            <pc:sldMk cId="48787319" sldId="305"/>
            <ac:grpSpMk id="17" creationId="{A5E15EE0-BD47-89A2-0241-6A04F9F8C273}"/>
          </ac:grpSpMkLst>
        </pc:grpChg>
        <pc:grpChg chg="add mod ord">
          <ac:chgData name="musukie52@gmail.com" userId="017bd91f96aa8751" providerId="LiveId" clId="{5B2C3894-F97E-4CAB-8812-5BB4D83AAC6A}" dt="2026-01-19T14:47:30.297" v="1776" actId="14100"/>
          <ac:grpSpMkLst>
            <pc:docMk/>
            <pc:sldMk cId="48787319" sldId="305"/>
            <ac:grpSpMk id="50" creationId="{3AC8C9D1-8654-8E97-0FC3-993E2797C933}"/>
          </ac:grpSpMkLst>
        </pc:grpChg>
        <pc:picChg chg="add mod modCrop">
          <ac:chgData name="musukie52@gmail.com" userId="017bd91f96aa8751" providerId="LiveId" clId="{5B2C3894-F97E-4CAB-8812-5BB4D83AAC6A}" dt="2026-01-19T14:17:26.977" v="1154" actId="14100"/>
          <ac:picMkLst>
            <pc:docMk/>
            <pc:sldMk cId="48787319" sldId="305"/>
            <ac:picMk id="8" creationId="{0ACD3BE9-A577-A2EF-4B02-83E73F835E10}"/>
          </ac:picMkLst>
        </pc:picChg>
        <pc:picChg chg="mod">
          <ac:chgData name="musukie52@gmail.com" userId="017bd91f96aa8751" providerId="LiveId" clId="{5B2C3894-F97E-4CAB-8812-5BB4D83AAC6A}" dt="2026-01-19T14:20:27.075" v="1250"/>
          <ac:picMkLst>
            <pc:docMk/>
            <pc:sldMk cId="48787319" sldId="305"/>
            <ac:picMk id="15" creationId="{CAAD1DD8-1849-2006-FE80-6107063B8B85}"/>
          </ac:picMkLst>
        </pc:picChg>
        <pc:picChg chg="mod">
          <ac:chgData name="musukie52@gmail.com" userId="017bd91f96aa8751" providerId="LiveId" clId="{5B2C3894-F97E-4CAB-8812-5BB4D83AAC6A}" dt="2026-01-19T14:25:17.010" v="1303" actId="1076"/>
          <ac:picMkLst>
            <pc:docMk/>
            <pc:sldMk cId="48787319" sldId="305"/>
            <ac:picMk id="18" creationId="{BA872BD3-2C02-5F47-D223-89BD3F7C2AAB}"/>
          </ac:picMkLst>
        </pc:picChg>
        <pc:picChg chg="mod topLvl">
          <ac:chgData name="musukie52@gmail.com" userId="017bd91f96aa8751" providerId="LiveId" clId="{5B2C3894-F97E-4CAB-8812-5BB4D83AAC6A}" dt="2026-01-19T14:44:56.810" v="1759" actId="1076"/>
          <ac:picMkLst>
            <pc:docMk/>
            <pc:sldMk cId="48787319" sldId="305"/>
            <ac:picMk id="26" creationId="{34A97B07-B01A-35EB-FEEC-E28EB740E61F}"/>
          </ac:picMkLst>
        </pc:picChg>
        <pc:picChg chg="mod">
          <ac:chgData name="musukie52@gmail.com" userId="017bd91f96aa8751" providerId="LiveId" clId="{5B2C3894-F97E-4CAB-8812-5BB4D83AAC6A}" dt="2026-01-19T14:31:22.531" v="1412"/>
          <ac:picMkLst>
            <pc:docMk/>
            <pc:sldMk cId="48787319" sldId="305"/>
            <ac:picMk id="51" creationId="{18513693-A47E-7398-01A7-AD4D8F51D5ED}"/>
          </ac:picMkLst>
        </pc:picChg>
        <pc:picChg chg="mod ord topLvl">
          <ac:chgData name="musukie52@gmail.com" userId="017bd91f96aa8751" providerId="LiveId" clId="{5B2C3894-F97E-4CAB-8812-5BB4D83AAC6A}" dt="2026-01-19T14:45:12.867" v="1761" actId="1076"/>
          <ac:picMkLst>
            <pc:docMk/>
            <pc:sldMk cId="48787319" sldId="305"/>
            <ac:picMk id="74" creationId="{A7EFA274-78F2-07C2-EED6-4706E86CAB85}"/>
          </ac:picMkLst>
        </pc:picChg>
        <pc:picChg chg="mod topLvl">
          <ac:chgData name="musukie52@gmail.com" userId="017bd91f96aa8751" providerId="LiveId" clId="{5B2C3894-F97E-4CAB-8812-5BB4D83AAC6A}" dt="2026-01-19T14:49:19.611" v="1838" actId="165"/>
          <ac:picMkLst>
            <pc:docMk/>
            <pc:sldMk cId="48787319" sldId="305"/>
            <ac:picMk id="78" creationId="{0890A313-693C-C554-1F30-66D2EE7D2F08}"/>
          </ac:picMkLst>
        </pc:picChg>
      </pc:sldChg>
      <pc:sldChg chg="addSp delSp modSp mod">
        <pc:chgData name="musukie52@gmail.com" userId="017bd91f96aa8751" providerId="LiveId" clId="{5B2C3894-F97E-4CAB-8812-5BB4D83AAC6A}" dt="2026-01-20T10:29:20.488" v="2648" actId="22"/>
        <pc:sldMkLst>
          <pc:docMk/>
          <pc:sldMk cId="1132775393" sldId="306"/>
        </pc:sldMkLst>
        <pc:spChg chg="add mod">
          <ac:chgData name="musukie52@gmail.com" userId="017bd91f96aa8751" providerId="LiveId" clId="{5B2C3894-F97E-4CAB-8812-5BB4D83AAC6A}" dt="2026-01-20T09:49:41.909" v="1999" actId="14100"/>
          <ac:spMkLst>
            <pc:docMk/>
            <pc:sldMk cId="1132775393" sldId="306"/>
            <ac:spMk id="4" creationId="{3D3A791E-A7CA-28E4-0A55-FA7AA967C4B5}"/>
          </ac:spMkLst>
        </pc:spChg>
        <pc:spChg chg="add mod">
          <ac:chgData name="musukie52@gmail.com" userId="017bd91f96aa8751" providerId="LiveId" clId="{5B2C3894-F97E-4CAB-8812-5BB4D83AAC6A}" dt="2026-01-20T10:09:10.743" v="2191" actId="164"/>
          <ac:spMkLst>
            <pc:docMk/>
            <pc:sldMk cId="1132775393" sldId="306"/>
            <ac:spMk id="9" creationId="{ECE9255D-6760-3CA8-857A-670F8266E5F5}"/>
          </ac:spMkLst>
        </pc:spChg>
        <pc:spChg chg="add mod">
          <ac:chgData name="musukie52@gmail.com" userId="017bd91f96aa8751" providerId="LiveId" clId="{5B2C3894-F97E-4CAB-8812-5BB4D83AAC6A}" dt="2026-01-20T09:59:58.436" v="2113" actId="1076"/>
          <ac:spMkLst>
            <pc:docMk/>
            <pc:sldMk cId="1132775393" sldId="306"/>
            <ac:spMk id="11" creationId="{0A6A1E58-3645-ABD7-65A7-EE828E15B927}"/>
          </ac:spMkLst>
        </pc:spChg>
        <pc:spChg chg="add del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27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28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29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30" creationId="{5F3220DF-42F7-178C-6F4F-8650D7780A27}"/>
          </ac:spMkLst>
        </pc:spChg>
        <pc:spChg chg="add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33" creationId="{F461C705-4548-C42A-E049-FE8CF5509873}"/>
          </ac:spMkLst>
        </pc:spChg>
        <pc:spChg chg="add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34" creationId="{1B7705C0-E6AC-F089-9F23-12D5B313B87E}"/>
          </ac:spMkLst>
        </pc:spChg>
        <pc:spChg chg="add mod topLvl">
          <ac:chgData name="musukie52@gmail.com" userId="017bd91f96aa8751" providerId="LiveId" clId="{5B2C3894-F97E-4CAB-8812-5BB4D83AAC6A}" dt="2026-01-20T10:18:18.453" v="2395" actId="164"/>
          <ac:spMkLst>
            <pc:docMk/>
            <pc:sldMk cId="1132775393" sldId="306"/>
            <ac:spMk id="39" creationId="{00000000-0000-0000-0000-000000000000}"/>
          </ac:spMkLst>
        </pc:spChg>
        <pc:spChg chg="add mod topLvl">
          <ac:chgData name="musukie52@gmail.com" userId="017bd91f96aa8751" providerId="LiveId" clId="{5B2C3894-F97E-4CAB-8812-5BB4D83AAC6A}" dt="2026-01-20T10:18:18.453" v="2395" actId="164"/>
          <ac:spMkLst>
            <pc:docMk/>
            <pc:sldMk cId="1132775393" sldId="306"/>
            <ac:spMk id="41" creationId="{B9256C07-9088-B797-DD80-5144B1E4AA5B}"/>
          </ac:spMkLst>
        </pc:spChg>
        <pc:spChg chg="mod">
          <ac:chgData name="musukie52@gmail.com" userId="017bd91f96aa8751" providerId="LiveId" clId="{5B2C3894-F97E-4CAB-8812-5BB4D83AAC6A}" dt="2026-01-20T09:59:38.176" v="2104" actId="404"/>
          <ac:spMkLst>
            <pc:docMk/>
            <pc:sldMk cId="1132775393" sldId="306"/>
            <ac:spMk id="5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59:38.176" v="2104" actId="404"/>
          <ac:spMkLst>
            <pc:docMk/>
            <pc:sldMk cId="1132775393" sldId="306"/>
            <ac:spMk id="73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16:58.369" v="2380" actId="14100"/>
          <ac:spMkLst>
            <pc:docMk/>
            <pc:sldMk cId="1132775393" sldId="306"/>
            <ac:spMk id="74" creationId="{958CCD5F-0A1D-98AF-CB85-4218EE456C61}"/>
          </ac:spMkLst>
        </pc:spChg>
        <pc:spChg chg="add mod">
          <ac:chgData name="musukie52@gmail.com" userId="017bd91f96aa8751" providerId="LiveId" clId="{5B2C3894-F97E-4CAB-8812-5BB4D83AAC6A}" dt="2026-01-20T10:17:59.529" v="2392" actId="164"/>
          <ac:spMkLst>
            <pc:docMk/>
            <pc:sldMk cId="1132775393" sldId="306"/>
            <ac:spMk id="77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17:59.529" v="2392" actId="164"/>
          <ac:spMkLst>
            <pc:docMk/>
            <pc:sldMk cId="1132775393" sldId="306"/>
            <ac:spMk id="78" creationId="{EA392294-33B9-D24C-C8E5-DF7D6C450063}"/>
          </ac:spMkLst>
        </pc:spChg>
        <pc:spChg chg="add del">
          <ac:chgData name="musukie52@gmail.com" userId="017bd91f96aa8751" providerId="LiveId" clId="{5B2C3894-F97E-4CAB-8812-5BB4D83AAC6A}" dt="2026-01-20T10:11:13.570" v="2254" actId="478"/>
          <ac:spMkLst>
            <pc:docMk/>
            <pc:sldMk cId="1132775393" sldId="306"/>
            <ac:spMk id="8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09:10.743" v="2191" actId="164"/>
          <ac:spMkLst>
            <pc:docMk/>
            <pc:sldMk cId="1132775393" sldId="306"/>
            <ac:spMk id="8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18:38.854" v="2398"/>
          <ac:spMkLst>
            <pc:docMk/>
            <pc:sldMk cId="1132775393" sldId="306"/>
            <ac:spMk id="89" creationId="{5FAABA3B-15B5-FECC-BAD9-5307F1E73799}"/>
          </ac:spMkLst>
        </pc:spChg>
        <pc:spChg chg="mod">
          <ac:chgData name="musukie52@gmail.com" userId="017bd91f96aa8751" providerId="LiveId" clId="{5B2C3894-F97E-4CAB-8812-5BB4D83AAC6A}" dt="2026-01-20T10:18:44.266" v="2409" actId="20577"/>
          <ac:spMkLst>
            <pc:docMk/>
            <pc:sldMk cId="1132775393" sldId="306"/>
            <ac:spMk id="91" creationId="{DE47222A-4C97-EFB3-C62D-D55A051DE3B1}"/>
          </ac:spMkLst>
        </pc:spChg>
        <pc:spChg chg="mod">
          <ac:chgData name="musukie52@gmail.com" userId="017bd91f96aa8751" providerId="LiveId" clId="{5B2C3894-F97E-4CAB-8812-5BB4D83AAC6A}" dt="2026-01-20T10:18:51.107" v="2410"/>
          <ac:spMkLst>
            <pc:docMk/>
            <pc:sldMk cId="1132775393" sldId="306"/>
            <ac:spMk id="102" creationId="{96E2A81D-67E1-9AC5-DA67-DFF93FDEF448}"/>
          </ac:spMkLst>
        </pc:spChg>
        <pc:spChg chg="add del">
          <ac:chgData name="musukie52@gmail.com" userId="017bd91f96aa8751" providerId="LiveId" clId="{5B2C3894-F97E-4CAB-8812-5BB4D83AAC6A}" dt="2026-01-20T10:11:12.998" v="2253" actId="478"/>
          <ac:spMkLst>
            <pc:docMk/>
            <pc:sldMk cId="1132775393" sldId="306"/>
            <ac:spMk id="103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10:10:49.887" v="2214" actId="478"/>
          <ac:spMkLst>
            <pc:docMk/>
            <pc:sldMk cId="1132775393" sldId="306"/>
            <ac:spMk id="10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19:09.565" v="2423" actId="20577"/>
          <ac:spMkLst>
            <pc:docMk/>
            <pc:sldMk cId="1132775393" sldId="306"/>
            <ac:spMk id="108" creationId="{EF59877E-8813-9093-FA89-FCE7C9B19E77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24:39.475" v="2479"/>
          <ac:spMkLst>
            <pc:docMk/>
            <pc:sldMk cId="1132775393" sldId="306"/>
            <ac:spMk id="122" creationId="{2AC7E1FC-2268-93F7-B643-2C8B2EDBEBDA}"/>
          </ac:spMkLst>
        </pc:spChg>
        <pc:spChg chg="mod">
          <ac:chgData name="musukie52@gmail.com" userId="017bd91f96aa8751" providerId="LiveId" clId="{5B2C3894-F97E-4CAB-8812-5BB4D83AAC6A}" dt="2026-01-20T10:24:39.475" v="2479"/>
          <ac:spMkLst>
            <pc:docMk/>
            <pc:sldMk cId="1132775393" sldId="306"/>
            <ac:spMk id="123" creationId="{A0C0A5BD-D0EC-AAD3-732C-B6D42E62756D}"/>
          </ac:spMkLst>
        </pc:spChg>
        <pc:spChg chg="mod">
          <ac:chgData name="musukie52@gmail.com" userId="017bd91f96aa8751" providerId="LiveId" clId="{5B2C3894-F97E-4CAB-8812-5BB4D83AAC6A}" dt="2026-01-20T10:25:01.421" v="2486"/>
          <ac:spMkLst>
            <pc:docMk/>
            <pc:sldMk cId="1132775393" sldId="306"/>
            <ac:spMk id="125" creationId="{A04B6891-FB5D-8FD9-8827-CDB170C37D0A}"/>
          </ac:spMkLst>
        </pc:spChg>
        <pc:spChg chg="mod">
          <ac:chgData name="musukie52@gmail.com" userId="017bd91f96aa8751" providerId="LiveId" clId="{5B2C3894-F97E-4CAB-8812-5BB4D83AAC6A}" dt="2026-01-20T10:25:09.728" v="2505" actId="20577"/>
          <ac:spMkLst>
            <pc:docMk/>
            <pc:sldMk cId="1132775393" sldId="306"/>
            <ac:spMk id="126" creationId="{AF06CCEA-0D8D-F4E7-58C6-19E811B74749}"/>
          </ac:spMkLst>
        </pc:spChg>
        <pc:spChg chg="mod topLvl">
          <ac:chgData name="musukie52@gmail.com" userId="017bd91f96aa8751" providerId="LiveId" clId="{5B2C3894-F97E-4CAB-8812-5BB4D83AAC6A}" dt="2026-01-20T10:27:06.945" v="2528" actId="165"/>
          <ac:spMkLst>
            <pc:docMk/>
            <pc:sldMk cId="1132775393" sldId="306"/>
            <ac:spMk id="129" creationId="{339C604F-BDF1-F318-C22C-4C7DFD54955C}"/>
          </ac:spMkLst>
        </pc:spChg>
        <pc:spChg chg="mod topLvl">
          <ac:chgData name="musukie52@gmail.com" userId="017bd91f96aa8751" providerId="LiveId" clId="{5B2C3894-F97E-4CAB-8812-5BB4D83AAC6A}" dt="2026-01-20T10:27:06.945" v="2528" actId="165"/>
          <ac:spMkLst>
            <pc:docMk/>
            <pc:sldMk cId="1132775393" sldId="306"/>
            <ac:spMk id="130" creationId="{1A1A5F6A-E58A-294F-BD12-C8B6B12A024C}"/>
          </ac:spMkLst>
        </pc:spChg>
        <pc:grpChg chg="add mod">
          <ac:chgData name="musukie52@gmail.com" userId="017bd91f96aa8751" providerId="LiveId" clId="{5B2C3894-F97E-4CAB-8812-5BB4D83AAC6A}" dt="2026-01-20T10:09:13.170" v="2192" actId="1076"/>
          <ac:grpSpMkLst>
            <pc:docMk/>
            <pc:sldMk cId="1132775393" sldId="306"/>
            <ac:grpSpMk id="38" creationId="{12098D9E-64F4-12D2-8684-D6EA90C35C91}"/>
          </ac:grpSpMkLst>
        </pc:grpChg>
        <pc:grpChg chg="add mod">
          <ac:chgData name="musukie52@gmail.com" userId="017bd91f96aa8751" providerId="LiveId" clId="{5B2C3894-F97E-4CAB-8812-5BB4D83AAC6A}" dt="2026-01-20T10:17:59.529" v="2392" actId="164"/>
          <ac:grpSpMkLst>
            <pc:docMk/>
            <pc:sldMk cId="1132775393" sldId="306"/>
            <ac:grpSpMk id="80" creationId="{BC321C18-83DF-4B49-1473-FD02C423E2A4}"/>
          </ac:grpSpMkLst>
        </pc:grpChg>
        <pc:grpChg chg="add mod">
          <ac:chgData name="musukie52@gmail.com" userId="017bd91f96aa8751" providerId="LiveId" clId="{5B2C3894-F97E-4CAB-8812-5BB4D83AAC6A}" dt="2026-01-20T10:18:18.453" v="2395" actId="164"/>
          <ac:grpSpMkLst>
            <pc:docMk/>
            <pc:sldMk cId="1132775393" sldId="306"/>
            <ac:grpSpMk id="84" creationId="{1293FE68-7B2A-F738-1EC2-E31084AB17F1}"/>
          </ac:grpSpMkLst>
        </pc:grpChg>
        <pc:grpChg chg="add mod">
          <ac:chgData name="musukie52@gmail.com" userId="017bd91f96aa8751" providerId="LiveId" clId="{5B2C3894-F97E-4CAB-8812-5BB4D83AAC6A}" dt="2026-01-20T10:18:40.472" v="2399" actId="1076"/>
          <ac:grpSpMkLst>
            <pc:docMk/>
            <pc:sldMk cId="1132775393" sldId="306"/>
            <ac:grpSpMk id="88" creationId="{2CF9DFB5-FA4C-3611-7D19-236B33F11900}"/>
          </ac:grpSpMkLst>
        </pc:grpChg>
        <pc:grpChg chg="add mod">
          <ac:chgData name="musukie52@gmail.com" userId="017bd91f96aa8751" providerId="LiveId" clId="{5B2C3894-F97E-4CAB-8812-5BB4D83AAC6A}" dt="2026-01-20T10:18:53.011" v="2411" actId="1076"/>
          <ac:grpSpMkLst>
            <pc:docMk/>
            <pc:sldMk cId="1132775393" sldId="306"/>
            <ac:grpSpMk id="98" creationId="{B0BC1F17-94B8-801C-5866-6EF4405814DF}"/>
          </ac:grpSpMkLst>
        </pc:grpChg>
        <pc:grpChg chg="add mod">
          <ac:chgData name="musukie52@gmail.com" userId="017bd91f96aa8751" providerId="LiveId" clId="{5B2C3894-F97E-4CAB-8812-5BB4D83AAC6A}" dt="2026-01-20T10:25:23.055" v="2507" actId="164"/>
          <ac:grpSpMkLst>
            <pc:docMk/>
            <pc:sldMk cId="1132775393" sldId="306"/>
            <ac:grpSpMk id="124" creationId="{635F9D30-2AA2-ED29-DAB2-68FE07CCBB59}"/>
          </ac:grpSpMkLst>
        </pc:grpChg>
        <pc:grpChg chg="add mod">
          <ac:chgData name="musukie52@gmail.com" userId="017bd91f96aa8751" providerId="LiveId" clId="{5B2C3894-F97E-4CAB-8812-5BB4D83AAC6A}" dt="2026-01-20T10:25:23.055" v="2507" actId="164"/>
          <ac:grpSpMkLst>
            <pc:docMk/>
            <pc:sldMk cId="1132775393" sldId="306"/>
            <ac:grpSpMk id="127" creationId="{2A03A898-55D9-84C1-B330-FAAF9E76FBC7}"/>
          </ac:grpSpMkLst>
        </pc:grpChg>
        <pc:picChg chg="mod">
          <ac:chgData name="musukie52@gmail.com" userId="017bd91f96aa8751" providerId="LiveId" clId="{5B2C3894-F97E-4CAB-8812-5BB4D83AAC6A}" dt="2026-01-20T10:09:10.743" v="2191" actId="164"/>
          <ac:picMkLst>
            <pc:docMk/>
            <pc:sldMk cId="1132775393" sldId="306"/>
            <ac:picMk id="86" creationId="{00000000-0000-0000-0000-000000000000}"/>
          </ac:picMkLst>
        </pc:picChg>
        <pc:picChg chg="add del mod">
          <ac:chgData name="musukie52@gmail.com" userId="017bd91f96aa8751" providerId="LiveId" clId="{5B2C3894-F97E-4CAB-8812-5BB4D83AAC6A}" dt="2026-01-20T10:25:23.055" v="2507" actId="164"/>
          <ac:picMkLst>
            <pc:docMk/>
            <pc:sldMk cId="1132775393" sldId="306"/>
            <ac:picMk id="106" creationId="{00000000-0000-0000-0000-000000000000}"/>
          </ac:picMkLst>
        </pc:picChg>
        <pc:picChg chg="mod ord">
          <ac:chgData name="musukie52@gmail.com" userId="017bd91f96aa8751" providerId="LiveId" clId="{5B2C3894-F97E-4CAB-8812-5BB4D83AAC6A}" dt="2026-01-20T10:29:17.308" v="2643" actId="167"/>
          <ac:picMkLst>
            <pc:docMk/>
            <pc:sldMk cId="1132775393" sldId="306"/>
            <ac:picMk id="107" creationId="{00000000-0000-0000-0000-000000000000}"/>
          </ac:picMkLst>
        </pc:picChg>
        <pc:cxnChg chg="add mod">
          <ac:chgData name="musukie52@gmail.com" userId="017bd91f96aa8751" providerId="LiveId" clId="{5B2C3894-F97E-4CAB-8812-5BB4D83AAC6A}" dt="2026-01-20T09:49:55.720" v="2001" actId="14100"/>
          <ac:cxnSpMkLst>
            <pc:docMk/>
            <pc:sldMk cId="1132775393" sldId="306"/>
            <ac:cxnSpMk id="5" creationId="{CBE2A100-56F5-F617-2A5A-C4C810766680}"/>
          </ac:cxnSpMkLst>
        </pc:cxnChg>
      </pc:sldChg>
      <pc:sldChg chg="addSp delSp modSp mod">
        <pc:chgData name="musukie52@gmail.com" userId="017bd91f96aa8751" providerId="LiveId" clId="{5B2C3894-F97E-4CAB-8812-5BB4D83AAC6A}" dt="2026-01-22T04:48:48.840" v="3555" actId="1076"/>
        <pc:sldMkLst>
          <pc:docMk/>
          <pc:sldMk cId="3022186069" sldId="309"/>
        </pc:sldMkLst>
        <pc:spChg chg="add mod">
          <ac:chgData name="musukie52@gmail.com" userId="017bd91f96aa8751" providerId="LiveId" clId="{5B2C3894-F97E-4CAB-8812-5BB4D83AAC6A}" dt="2026-01-22T03:59:31.346" v="2830" actId="1076"/>
          <ac:spMkLst>
            <pc:docMk/>
            <pc:sldMk cId="3022186069" sldId="309"/>
            <ac:spMk id="19" creationId="{CB57F931-333E-9D8B-554F-2B5881420028}"/>
          </ac:spMkLst>
        </pc:spChg>
        <pc:spChg chg="add mod">
          <ac:chgData name="musukie52@gmail.com" userId="017bd91f96aa8751" providerId="LiveId" clId="{5B2C3894-F97E-4CAB-8812-5BB4D83AAC6A}" dt="2026-01-22T03:58:43.594" v="2824"/>
          <ac:spMkLst>
            <pc:docMk/>
            <pc:sldMk cId="3022186069" sldId="309"/>
            <ac:spMk id="20" creationId="{AD096587-80AD-2B63-6858-A9DB7C6B3ED5}"/>
          </ac:spMkLst>
        </pc:spChg>
        <pc:spChg chg="add mod">
          <ac:chgData name="musukie52@gmail.com" userId="017bd91f96aa8751" providerId="LiveId" clId="{5B2C3894-F97E-4CAB-8812-5BB4D83AAC6A}" dt="2026-01-22T04:18:10.951" v="3293" actId="1036"/>
          <ac:spMkLst>
            <pc:docMk/>
            <pc:sldMk cId="3022186069" sldId="309"/>
            <ac:spMk id="21" creationId="{8B0A98E3-17EA-B6AC-7987-7916F0B567FA}"/>
          </ac:spMkLst>
        </pc:spChg>
        <pc:spChg chg="add mod">
          <ac:chgData name="musukie52@gmail.com" userId="017bd91f96aa8751" providerId="LiveId" clId="{5B2C3894-F97E-4CAB-8812-5BB4D83AAC6A}" dt="2026-01-22T04:00:11.925" v="2849" actId="20577"/>
          <ac:spMkLst>
            <pc:docMk/>
            <pc:sldMk cId="3022186069" sldId="309"/>
            <ac:spMk id="22" creationId="{D089BEFF-0866-E451-AA0D-30AB2E15E68A}"/>
          </ac:spMkLst>
        </pc:spChg>
        <pc:spChg chg="add mod">
          <ac:chgData name="musukie52@gmail.com" userId="017bd91f96aa8751" providerId="LiveId" clId="{5B2C3894-F97E-4CAB-8812-5BB4D83AAC6A}" dt="2026-01-22T04:15:59.367" v="3204" actId="1076"/>
          <ac:spMkLst>
            <pc:docMk/>
            <pc:sldMk cId="3022186069" sldId="309"/>
            <ac:spMk id="23" creationId="{FCC0DB3D-3896-F7D8-1003-B7E7A51D2952}"/>
          </ac:spMkLst>
        </pc:spChg>
        <pc:spChg chg="add mod">
          <ac:chgData name="musukie52@gmail.com" userId="017bd91f96aa8751" providerId="LiveId" clId="{5B2C3894-F97E-4CAB-8812-5BB4D83AAC6A}" dt="2026-01-22T04:16:02.731" v="3205" actId="1076"/>
          <ac:spMkLst>
            <pc:docMk/>
            <pc:sldMk cId="3022186069" sldId="309"/>
            <ac:spMk id="24" creationId="{EFE4F4FC-8FF3-2BFB-2A43-7FEDC2FABB01}"/>
          </ac:spMkLst>
        </pc:spChg>
        <pc:spChg chg="add mod">
          <ac:chgData name="musukie52@gmail.com" userId="017bd91f96aa8751" providerId="LiveId" clId="{5B2C3894-F97E-4CAB-8812-5BB4D83AAC6A}" dt="2026-01-22T04:16:08.850" v="3206" actId="1076"/>
          <ac:spMkLst>
            <pc:docMk/>
            <pc:sldMk cId="3022186069" sldId="309"/>
            <ac:spMk id="25" creationId="{CF04D581-2F92-7785-88AB-52B45C3EE8D4}"/>
          </ac:spMkLst>
        </pc:spChg>
        <pc:spChg chg="add mod">
          <ac:chgData name="musukie52@gmail.com" userId="017bd91f96aa8751" providerId="LiveId" clId="{5B2C3894-F97E-4CAB-8812-5BB4D83AAC6A}" dt="2026-01-22T04:20:27.195" v="3317" actId="1035"/>
          <ac:spMkLst>
            <pc:docMk/>
            <pc:sldMk cId="3022186069" sldId="309"/>
            <ac:spMk id="26" creationId="{F62668B4-0EE3-4F10-8CD0-E93D05F44223}"/>
          </ac:spMkLst>
        </pc:spChg>
        <pc:spChg chg="add mod ord">
          <ac:chgData name="musukie52@gmail.com" userId="017bd91f96aa8751" providerId="LiveId" clId="{5B2C3894-F97E-4CAB-8812-5BB4D83AAC6A}" dt="2026-01-22T04:17:02.554" v="3274" actId="20577"/>
          <ac:spMkLst>
            <pc:docMk/>
            <pc:sldMk cId="3022186069" sldId="309"/>
            <ac:spMk id="33" creationId="{E2938F1A-FFCE-92C7-7492-7CD557EF21A5}"/>
          </ac:spMkLst>
        </pc:spChg>
        <pc:spChg chg="add mod">
          <ac:chgData name="musukie52@gmail.com" userId="017bd91f96aa8751" providerId="LiveId" clId="{5B2C3894-F97E-4CAB-8812-5BB4D83AAC6A}" dt="2026-01-22T04:21:03.488" v="3342" actId="20577"/>
          <ac:spMkLst>
            <pc:docMk/>
            <pc:sldMk cId="3022186069" sldId="309"/>
            <ac:spMk id="54" creationId="{31711B58-6025-C0A4-24C2-94F7006DBCA4}"/>
          </ac:spMkLst>
        </pc:spChg>
        <pc:spChg chg="add mod">
          <ac:chgData name="musukie52@gmail.com" userId="017bd91f96aa8751" providerId="LiveId" clId="{5B2C3894-F97E-4CAB-8812-5BB4D83AAC6A}" dt="2026-01-22T04:33:36.854" v="3552" actId="1076"/>
          <ac:spMkLst>
            <pc:docMk/>
            <pc:sldMk cId="3022186069" sldId="309"/>
            <ac:spMk id="64" creationId="{E5D1068C-F867-B2D8-615F-5C3884A3AB17}"/>
          </ac:spMkLst>
        </pc:spChg>
        <pc:spChg chg="add mod">
          <ac:chgData name="musukie52@gmail.com" userId="017bd91f96aa8751" providerId="LiveId" clId="{5B2C3894-F97E-4CAB-8812-5BB4D83AAC6A}" dt="2026-01-22T04:33:21.813" v="3549"/>
          <ac:spMkLst>
            <pc:docMk/>
            <pc:sldMk cId="3022186069" sldId="309"/>
            <ac:spMk id="93" creationId="{48557C5B-0D9E-B9DC-D040-C32D0F155CFC}"/>
          </ac:spMkLst>
        </pc:spChg>
        <pc:spChg chg="add mod">
          <ac:chgData name="musukie52@gmail.com" userId="017bd91f96aa8751" providerId="LiveId" clId="{5B2C3894-F97E-4CAB-8812-5BB4D83AAC6A}" dt="2026-01-22T04:33:30.116" v="3551" actId="1076"/>
          <ac:spMkLst>
            <pc:docMk/>
            <pc:sldMk cId="3022186069" sldId="309"/>
            <ac:spMk id="94" creationId="{F0B9115E-6666-88FB-0C52-99088388B212}"/>
          </ac:spMkLst>
        </pc:spChg>
        <pc:spChg chg="add mod">
          <ac:chgData name="musukie52@gmail.com" userId="017bd91f96aa8751" providerId="LiveId" clId="{5B2C3894-F97E-4CAB-8812-5BB4D83AAC6A}" dt="2026-01-22T04:33:41.258" v="3554" actId="1076"/>
          <ac:spMkLst>
            <pc:docMk/>
            <pc:sldMk cId="3022186069" sldId="309"/>
            <ac:spMk id="95" creationId="{701E6617-FB9F-54C3-A67F-4995FFAA3A39}"/>
          </ac:spMkLst>
        </pc:spChg>
        <pc:spChg chg="mod">
          <ac:chgData name="musukie52@gmail.com" userId="017bd91f96aa8751" providerId="LiveId" clId="{5B2C3894-F97E-4CAB-8812-5BB4D83AAC6A}" dt="2026-01-22T04:48:48.840" v="3555" actId="1076"/>
          <ac:spMkLst>
            <pc:docMk/>
            <pc:sldMk cId="3022186069" sldId="309"/>
            <ac:spMk id="138" creationId="{7B7E5A61-E649-28EE-B592-B626719613E0}"/>
          </ac:spMkLst>
        </pc:spChg>
        <pc:spChg chg="mod">
          <ac:chgData name="musukie52@gmail.com" userId="017bd91f96aa8751" providerId="LiveId" clId="{5B2C3894-F97E-4CAB-8812-5BB4D83AAC6A}" dt="2026-01-22T04:16:24.565" v="3210" actId="164"/>
          <ac:spMkLst>
            <pc:docMk/>
            <pc:sldMk cId="3022186069" sldId="309"/>
            <ac:spMk id="158" creationId="{6217BF74-C59C-F842-5CC0-D20BD70C7841}"/>
          </ac:spMkLst>
        </pc:spChg>
        <pc:spChg chg="mod">
          <ac:chgData name="musukie52@gmail.com" userId="017bd91f96aa8751" providerId="LiveId" clId="{5B2C3894-F97E-4CAB-8812-5BB4D83AAC6A}" dt="2026-01-22T04:17:39.533" v="3281" actId="164"/>
          <ac:spMkLst>
            <pc:docMk/>
            <pc:sldMk cId="3022186069" sldId="309"/>
            <ac:spMk id="159" creationId="{874301DE-1522-1F79-14B3-C1E991A7A48F}"/>
          </ac:spMkLst>
        </pc:spChg>
        <pc:spChg chg="mod ord">
          <ac:chgData name="musukie52@gmail.com" userId="017bd91f96aa8751" providerId="LiveId" clId="{5B2C3894-F97E-4CAB-8812-5BB4D83AAC6A}" dt="2026-01-22T04:31:35.786" v="3534" actId="1076"/>
          <ac:spMkLst>
            <pc:docMk/>
            <pc:sldMk cId="3022186069" sldId="309"/>
            <ac:spMk id="163" creationId="{928BD98D-B373-9387-96CD-94A98AE2DBA6}"/>
          </ac:spMkLst>
        </pc:spChg>
        <pc:spChg chg="mod ord">
          <ac:chgData name="musukie52@gmail.com" userId="017bd91f96aa8751" providerId="LiveId" clId="{5B2C3894-F97E-4CAB-8812-5BB4D83AAC6A}" dt="2026-01-22T04:31:35.786" v="3534" actId="1076"/>
          <ac:spMkLst>
            <pc:docMk/>
            <pc:sldMk cId="3022186069" sldId="309"/>
            <ac:spMk id="195" creationId="{65B5B11D-F2A0-8778-6911-0C5A41405928}"/>
          </ac:spMkLst>
        </pc:spChg>
        <pc:spChg chg="mod ord">
          <ac:chgData name="musukie52@gmail.com" userId="017bd91f96aa8751" providerId="LiveId" clId="{5B2C3894-F97E-4CAB-8812-5BB4D83AAC6A}" dt="2026-01-22T04:31:35.786" v="3534" actId="1076"/>
          <ac:spMkLst>
            <pc:docMk/>
            <pc:sldMk cId="3022186069" sldId="309"/>
            <ac:spMk id="199" creationId="{5846928E-BEBA-B5F1-C634-8A493CFD18B2}"/>
          </ac:spMkLst>
        </pc:spChg>
        <pc:grpChg chg="add mod">
          <ac:chgData name="musukie52@gmail.com" userId="017bd91f96aa8751" providerId="LiveId" clId="{5B2C3894-F97E-4CAB-8812-5BB4D83AAC6A}" dt="2026-01-22T04:17:15.499" v="3277" actId="1076"/>
          <ac:grpSpMkLst>
            <pc:docMk/>
            <pc:sldMk cId="3022186069" sldId="309"/>
            <ac:grpSpMk id="34" creationId="{7E732B33-782B-BE58-BD49-2914E7308BCB}"/>
          </ac:grpSpMkLst>
        </pc:grpChg>
        <pc:grpChg chg="add mod">
          <ac:chgData name="musukie52@gmail.com" userId="017bd91f96aa8751" providerId="LiveId" clId="{5B2C3894-F97E-4CAB-8812-5BB4D83AAC6A}" dt="2026-01-22T04:17:21.819" v="3278" actId="1076"/>
          <ac:grpSpMkLst>
            <pc:docMk/>
            <pc:sldMk cId="3022186069" sldId="309"/>
            <ac:grpSpMk id="42" creationId="{CD8BEE97-770E-AA0F-00B3-0862A3159419}"/>
          </ac:grpSpMkLst>
        </pc:grpChg>
        <pc:grpChg chg="add mod">
          <ac:chgData name="musukie52@gmail.com" userId="017bd91f96aa8751" providerId="LiveId" clId="{5B2C3894-F97E-4CAB-8812-5BB4D83AAC6A}" dt="2026-01-22T04:17:46.237" v="3283" actId="1076"/>
          <ac:grpSpMkLst>
            <pc:docMk/>
            <pc:sldMk cId="3022186069" sldId="309"/>
            <ac:grpSpMk id="43" creationId="{BE327F54-E60D-CAF5-D329-5FEB573D960B}"/>
          </ac:grpSpMkLst>
        </pc:grpChg>
        <pc:picChg chg="add mod modCrop">
          <ac:chgData name="musukie52@gmail.com" userId="017bd91f96aa8751" providerId="LiveId" clId="{5B2C3894-F97E-4CAB-8812-5BB4D83AAC6A}" dt="2026-01-22T03:57:26.038" v="2804" actId="1035"/>
          <ac:picMkLst>
            <pc:docMk/>
            <pc:sldMk cId="3022186069" sldId="309"/>
            <ac:picMk id="2" creationId="{BEABC2FC-8C35-BA6E-B469-A8FC5BD5ACDD}"/>
          </ac:picMkLst>
        </pc:picChg>
        <pc:picChg chg="add del mod modCrop">
          <ac:chgData name="musukie52@gmail.com" userId="017bd91f96aa8751" providerId="LiveId" clId="{5B2C3894-F97E-4CAB-8812-5BB4D83AAC6A}" dt="2026-01-22T03:48:37.561" v="2673" actId="478"/>
          <ac:picMkLst>
            <pc:docMk/>
            <pc:sldMk cId="3022186069" sldId="309"/>
            <ac:picMk id="3" creationId="{DB1E016B-E1A6-CB31-C122-8266D798C41C}"/>
          </ac:picMkLst>
        </pc:picChg>
        <pc:picChg chg="mod">
          <ac:chgData name="musukie52@gmail.com" userId="017bd91f96aa8751" providerId="LiveId" clId="{5B2C3894-F97E-4CAB-8812-5BB4D83AAC6A}" dt="2026-01-22T04:13:38.997" v="3190" actId="1076"/>
          <ac:picMkLst>
            <pc:docMk/>
            <pc:sldMk cId="3022186069" sldId="309"/>
            <ac:picMk id="4" creationId="{2583F5E7-9C89-85D3-5868-C40AF39C8D57}"/>
          </ac:picMkLst>
        </pc:picChg>
        <pc:picChg chg="add mod modCrop">
          <ac:chgData name="musukie52@gmail.com" userId="017bd91f96aa8751" providerId="LiveId" clId="{5B2C3894-F97E-4CAB-8812-5BB4D83AAC6A}" dt="2026-01-22T04:22:01.427" v="3354" actId="1037"/>
          <ac:picMkLst>
            <pc:docMk/>
            <pc:sldMk cId="3022186069" sldId="309"/>
            <ac:picMk id="5" creationId="{532FF9DA-2801-CD39-0F71-87C8EA0E3505}"/>
          </ac:picMkLst>
        </pc:picChg>
        <pc:picChg chg="add mod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7" creationId="{5ABE3634-E424-F00E-A1E1-68DB22B8926C}"/>
          </ac:picMkLst>
        </pc:picChg>
        <pc:picChg chg="add mod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9" creationId="{9EE20EE9-1D3C-503A-E9CA-8BD98067146E}"/>
          </ac:picMkLst>
        </pc:picChg>
        <pc:picChg chg="add mod modCrop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10" creationId="{B6D71537-B767-15BD-765B-FECA990EFC0D}"/>
          </ac:picMkLst>
        </pc:picChg>
        <pc:picChg chg="add del mod">
          <ac:chgData name="musukie52@gmail.com" userId="017bd91f96aa8751" providerId="LiveId" clId="{5B2C3894-F97E-4CAB-8812-5BB4D83AAC6A}" dt="2026-01-22T04:04:20.472" v="2981" actId="478"/>
          <ac:picMkLst>
            <pc:docMk/>
            <pc:sldMk cId="3022186069" sldId="309"/>
            <ac:picMk id="27" creationId="{C5E11D26-579B-3C23-F24A-4EE643480A85}"/>
          </ac:picMkLst>
        </pc:picChg>
        <pc:picChg chg="add mod ord modCrop">
          <ac:chgData name="musukie52@gmail.com" userId="017bd91f96aa8751" providerId="LiveId" clId="{5B2C3894-F97E-4CAB-8812-5BB4D83AAC6A}" dt="2026-01-22T04:11:27.963" v="3108" actId="164"/>
          <ac:picMkLst>
            <pc:docMk/>
            <pc:sldMk cId="3022186069" sldId="309"/>
            <ac:picMk id="29" creationId="{6076F7E2-0F66-1C9D-2DB3-223DA4769E63}"/>
          </ac:picMkLst>
        </pc:picChg>
        <pc:picChg chg="add mod">
          <ac:chgData name="musukie52@gmail.com" userId="017bd91f96aa8751" providerId="LiveId" clId="{5B2C3894-F97E-4CAB-8812-5BB4D83AAC6A}" dt="2026-01-22T04:10:20.491" v="3088"/>
          <ac:picMkLst>
            <pc:docMk/>
            <pc:sldMk cId="3022186069" sldId="309"/>
            <ac:picMk id="30" creationId="{4C34E8F4-C290-DA3B-356E-D4CC80CA0BFA}"/>
          </ac:picMkLst>
        </pc:picChg>
        <pc:picChg chg="add mod">
          <ac:chgData name="musukie52@gmail.com" userId="017bd91f96aa8751" providerId="LiveId" clId="{5B2C3894-F97E-4CAB-8812-5BB4D83AAC6A}" dt="2026-01-22T04:11:27.963" v="3108" actId="164"/>
          <ac:picMkLst>
            <pc:docMk/>
            <pc:sldMk cId="3022186069" sldId="309"/>
            <ac:picMk id="31" creationId="{5D8039FB-69C4-CC7C-058D-26A8C2F139DF}"/>
          </ac:picMkLst>
        </pc:picChg>
        <pc:picChg chg="add mod ord">
          <ac:chgData name="musukie52@gmail.com" userId="017bd91f96aa8751" providerId="LiveId" clId="{5B2C3894-F97E-4CAB-8812-5BB4D83AAC6A}" dt="2026-01-22T04:11:27.963" v="3108" actId="164"/>
          <ac:picMkLst>
            <pc:docMk/>
            <pc:sldMk cId="3022186069" sldId="309"/>
            <ac:picMk id="32" creationId="{7411D4E9-7D93-8486-6040-53F7A45CC7E2}"/>
          </ac:picMkLst>
        </pc:picChg>
        <pc:picChg chg="mod">
          <ac:chgData name="musukie52@gmail.com" userId="017bd91f96aa8751" providerId="LiveId" clId="{5B2C3894-F97E-4CAB-8812-5BB4D83AAC6A}" dt="2026-01-22T04:17:39.533" v="3281" actId="164"/>
          <ac:picMkLst>
            <pc:docMk/>
            <pc:sldMk cId="3022186069" sldId="309"/>
            <ac:picMk id="130" creationId="{E87131B3-D532-A234-44D8-4AB619B626B2}"/>
          </ac:picMkLst>
        </pc:picChg>
        <pc:picChg chg="mod">
          <ac:chgData name="musukie52@gmail.com" userId="017bd91f96aa8751" providerId="LiveId" clId="{5B2C3894-F97E-4CAB-8812-5BB4D83AAC6A}" dt="2026-01-22T04:16:24.565" v="3210" actId="164"/>
          <ac:picMkLst>
            <pc:docMk/>
            <pc:sldMk cId="3022186069" sldId="309"/>
            <ac:picMk id="132" creationId="{71B893E2-0FBD-1332-FC0E-89345D808859}"/>
          </ac:picMkLst>
        </pc:picChg>
        <pc:picChg chg="mod">
          <ac:chgData name="musukie52@gmail.com" userId="017bd91f96aa8751" providerId="LiveId" clId="{5B2C3894-F97E-4CAB-8812-5BB4D83AAC6A}" dt="2026-01-22T04:16:24.565" v="3210" actId="164"/>
          <ac:picMkLst>
            <pc:docMk/>
            <pc:sldMk cId="3022186069" sldId="309"/>
            <ac:picMk id="151" creationId="{DFA109AF-73ED-CAB0-A339-EE39F989A944}"/>
          </ac:picMkLst>
        </pc:picChg>
        <pc:picChg chg="mod">
          <ac:chgData name="musukie52@gmail.com" userId="017bd91f96aa8751" providerId="LiveId" clId="{5B2C3894-F97E-4CAB-8812-5BB4D83AAC6A}" dt="2026-01-22T04:17:39.533" v="3281" actId="164"/>
          <ac:picMkLst>
            <pc:docMk/>
            <pc:sldMk cId="3022186069" sldId="309"/>
            <ac:picMk id="154" creationId="{05D1C81F-D101-FA3B-8D4B-64921602CC7D}"/>
          </ac:picMkLst>
        </pc:picChg>
        <pc:picChg chg="mod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161" creationId="{342AE6C9-F081-5B0A-94BA-37029D99FEEE}"/>
          </ac:picMkLst>
        </pc:picChg>
        <pc:picChg chg="ord">
          <ac:chgData name="musukie52@gmail.com" userId="017bd91f96aa8751" providerId="LiveId" clId="{5B2C3894-F97E-4CAB-8812-5BB4D83AAC6A}" dt="2026-01-22T03:49:17.181" v="2679" actId="166"/>
          <ac:picMkLst>
            <pc:docMk/>
            <pc:sldMk cId="3022186069" sldId="309"/>
            <ac:picMk id="162" creationId="{0401A44F-2588-612A-BAC0-750EB40B2C0C}"/>
          </ac:picMkLst>
        </pc:picChg>
        <pc:picChg chg="del">
          <ac:chgData name="musukie52@gmail.com" userId="017bd91f96aa8751" providerId="LiveId" clId="{5B2C3894-F97E-4CAB-8812-5BB4D83AAC6A}" dt="2026-01-22T03:47:51.855" v="2664" actId="478"/>
          <ac:picMkLst>
            <pc:docMk/>
            <pc:sldMk cId="3022186069" sldId="309"/>
            <ac:picMk id="172" creationId="{3E188FD9-2550-6A35-AB32-E0103E61AFC1}"/>
          </ac:picMkLst>
        </pc:picChg>
        <pc:picChg chg="mod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192" creationId="{9EED9DAD-37A5-60CC-1840-D8DF6AA5C68B}"/>
          </ac:picMkLst>
        </pc:picChg>
        <pc:picChg chg="del">
          <ac:chgData name="musukie52@gmail.com" userId="017bd91f96aa8751" providerId="LiveId" clId="{5B2C3894-F97E-4CAB-8812-5BB4D83AAC6A}" dt="2026-01-22T03:49:24.689" v="2680" actId="478"/>
          <ac:picMkLst>
            <pc:docMk/>
            <pc:sldMk cId="3022186069" sldId="309"/>
            <ac:picMk id="193" creationId="{0D748E21-C505-1D35-E8F7-8C61BD2EBE8E}"/>
          </ac:picMkLst>
        </pc:picChg>
        <pc:picChg chg="mod ord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194" creationId="{1E96EB3F-EF3F-C57F-B341-3267D20EAF43}"/>
          </ac:picMkLst>
        </pc:picChg>
        <pc:picChg chg="del">
          <ac:chgData name="musukie52@gmail.com" userId="017bd91f96aa8751" providerId="LiveId" clId="{5B2C3894-F97E-4CAB-8812-5BB4D83AAC6A}" dt="2026-01-22T03:51:03.742" v="2694" actId="478"/>
          <ac:picMkLst>
            <pc:docMk/>
            <pc:sldMk cId="3022186069" sldId="309"/>
            <ac:picMk id="197" creationId="{76B6CD44-7AA4-A809-7BD2-772F4C87BEF5}"/>
          </ac:picMkLst>
        </pc:picChg>
        <pc:picChg chg="mod ord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198" creationId="{F197C0CB-13D2-F179-5350-0AF43059B1DD}"/>
          </ac:picMkLst>
        </pc:picChg>
        <pc:picChg chg="mod modCrop">
          <ac:chgData name="musukie52@gmail.com" userId="017bd91f96aa8751" providerId="LiveId" clId="{5B2C3894-F97E-4CAB-8812-5BB4D83AAC6A}" dt="2026-01-22T04:22:09.409" v="3369" actId="1036"/>
          <ac:picMkLst>
            <pc:docMk/>
            <pc:sldMk cId="3022186069" sldId="309"/>
            <ac:picMk id="201" creationId="{A555DC6F-F28C-BDDC-2689-B3F90E27F45B}"/>
          </ac:picMkLst>
        </pc:picChg>
        <pc:cxnChg chg="add mod">
          <ac:chgData name="musukie52@gmail.com" userId="017bd91f96aa8751" providerId="LiveId" clId="{5B2C3894-F97E-4CAB-8812-5BB4D83AAC6A}" dt="2026-01-22T04:15:46.754" v="3202" actId="14100"/>
          <ac:cxnSpMkLst>
            <pc:docMk/>
            <pc:sldMk cId="3022186069" sldId="309"/>
            <ac:cxnSpMk id="11" creationId="{D23269C6-722E-5145-37F8-C8ABF1F2D415}"/>
          </ac:cxnSpMkLst>
        </pc:cxnChg>
        <pc:cxnChg chg="add mod">
          <ac:chgData name="musukie52@gmail.com" userId="017bd91f96aa8751" providerId="LiveId" clId="{5B2C3894-F97E-4CAB-8812-5BB4D83AAC6A}" dt="2026-01-22T04:15:52.032" v="3203" actId="14100"/>
          <ac:cxnSpMkLst>
            <pc:docMk/>
            <pc:sldMk cId="3022186069" sldId="309"/>
            <ac:cxnSpMk id="15" creationId="{647EAF63-FD76-B632-9FE6-085C614EE19B}"/>
          </ac:cxnSpMkLst>
        </pc:cxnChg>
        <pc:cxnChg chg="add mod">
          <ac:chgData name="musukie52@gmail.com" userId="017bd91f96aa8751" providerId="LiveId" clId="{5B2C3894-F97E-4CAB-8812-5BB4D83AAC6A}" dt="2026-01-22T04:19:42.955" v="3300" actId="1076"/>
          <ac:cxnSpMkLst>
            <pc:docMk/>
            <pc:sldMk cId="3022186069" sldId="309"/>
            <ac:cxnSpMk id="48" creationId="{E14DD9F5-1D8D-4628-3C68-A47F38C1E0FA}"/>
          </ac:cxnSpMkLst>
        </pc:cxnChg>
        <pc:cxnChg chg="add mod">
          <ac:chgData name="musukie52@gmail.com" userId="017bd91f96aa8751" providerId="LiveId" clId="{5B2C3894-F97E-4CAB-8812-5BB4D83AAC6A}" dt="2026-01-22T04:20:47.271" v="3320" actId="14100"/>
          <ac:cxnSpMkLst>
            <pc:docMk/>
            <pc:sldMk cId="3022186069" sldId="309"/>
            <ac:cxnSpMk id="51" creationId="{D916A41D-774E-2F2A-3751-9D1BC7969F08}"/>
          </ac:cxnSpMkLst>
        </pc:cxnChg>
        <pc:cxnChg chg="add mod">
          <ac:chgData name="musukie52@gmail.com" userId="017bd91f96aa8751" providerId="LiveId" clId="{5B2C3894-F97E-4CAB-8812-5BB4D83AAC6A}" dt="2026-01-22T04:32:36.537" v="3544" actId="14100"/>
          <ac:cxnSpMkLst>
            <pc:docMk/>
            <pc:sldMk cId="3022186069" sldId="309"/>
            <ac:cxnSpMk id="56" creationId="{BBBB0AC8-74AC-D3E7-D57B-59776147BE01}"/>
          </ac:cxnSpMkLst>
        </pc:cxnChg>
        <pc:cxnChg chg="add mod">
          <ac:chgData name="musukie52@gmail.com" userId="017bd91f96aa8751" providerId="LiveId" clId="{5B2C3894-F97E-4CAB-8812-5BB4D83AAC6A}" dt="2026-01-22T04:32:27.633" v="3543" actId="14100"/>
          <ac:cxnSpMkLst>
            <pc:docMk/>
            <pc:sldMk cId="3022186069" sldId="309"/>
            <ac:cxnSpMk id="65" creationId="{B2C13818-3CC4-9EB2-185C-CAB0F008DCC8}"/>
          </ac:cxnSpMkLst>
        </pc:cxnChg>
        <pc:cxnChg chg="add mod">
          <ac:chgData name="musukie52@gmail.com" userId="017bd91f96aa8751" providerId="LiveId" clId="{5B2C3894-F97E-4CAB-8812-5BB4D83AAC6A}" dt="2026-01-22T04:31:46.765" v="3536" actId="14100"/>
          <ac:cxnSpMkLst>
            <pc:docMk/>
            <pc:sldMk cId="3022186069" sldId="309"/>
            <ac:cxnSpMk id="68" creationId="{3E4797F7-5CF7-63B5-7142-7F8B09D19DC6}"/>
          </ac:cxnSpMkLst>
        </pc:cxnChg>
        <pc:cxnChg chg="del">
          <ac:chgData name="musukie52@gmail.com" userId="017bd91f96aa8751" providerId="LiveId" clId="{5B2C3894-F97E-4CAB-8812-5BB4D83AAC6A}" dt="2026-01-22T04:19:37.017" v="3299" actId="478"/>
          <ac:cxnSpMkLst>
            <pc:docMk/>
            <pc:sldMk cId="3022186069" sldId="309"/>
            <ac:cxnSpMk id="176" creationId="{E19FC36B-0278-6242-2370-6B4DF0579061}"/>
          </ac:cxnSpMkLst>
        </pc:cxnChg>
        <pc:cxnChg chg="mod">
          <ac:chgData name="musukie52@gmail.com" userId="017bd91f96aa8751" providerId="LiveId" clId="{5B2C3894-F97E-4CAB-8812-5BB4D83AAC6A}" dt="2026-01-22T04:17:55.972" v="3286" actId="14100"/>
          <ac:cxnSpMkLst>
            <pc:docMk/>
            <pc:sldMk cId="3022186069" sldId="309"/>
            <ac:cxnSpMk id="178" creationId="{93219A7D-B63B-4EDC-BCD0-D823F55929E0}"/>
          </ac:cxnSpMkLst>
        </pc:cxnChg>
        <pc:cxnChg chg="mod">
          <ac:chgData name="musukie52@gmail.com" userId="017bd91f96aa8751" providerId="LiveId" clId="{5B2C3894-F97E-4CAB-8812-5BB4D83AAC6A}" dt="2026-01-22T04:20:15.895" v="3303" actId="14100"/>
          <ac:cxnSpMkLst>
            <pc:docMk/>
            <pc:sldMk cId="3022186069" sldId="309"/>
            <ac:cxnSpMk id="186" creationId="{43F7614A-6568-D409-0076-EAEC9F424C45}"/>
          </ac:cxnSpMkLst>
        </pc:cxnChg>
        <pc:cxnChg chg="mod">
          <ac:chgData name="musukie52@gmail.com" userId="017bd91f96aa8751" providerId="LiveId" clId="{5B2C3894-F97E-4CAB-8812-5BB4D83AAC6A}" dt="2026-01-22T04:15:40.950" v="3201" actId="14100"/>
          <ac:cxnSpMkLst>
            <pc:docMk/>
            <pc:sldMk cId="3022186069" sldId="309"/>
            <ac:cxnSpMk id="189" creationId="{90CCF5BF-0A47-8FCF-5ED0-49A101B39411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2026-01-22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45693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78252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6894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3332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567822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81645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14565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60919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95400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1244487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7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7600075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500796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409803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417056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6037223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414234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2629425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071255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9965977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4B3BA9B4-7E72-4B67-919E-AB65492FA93B}" type="datetime1">
              <a:rPr lang="ko-KR" altLang="en-US"/>
              <a:pPr lvl="0">
                <a:defRPr/>
              </a:pPr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94A2137-8E27-430F-BC1F-15A504CFDD7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030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13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12" Type="http://schemas.microsoft.com/office/2007/relationships/hdphoto" Target="../media/hdphoto6.wdp"/><Relationship Id="rId1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6" Type="http://schemas.microsoft.com/office/2007/relationships/hdphoto" Target="../media/hdphoto8.wdp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5" Type="http://schemas.openxmlformats.org/officeDocument/2006/relationships/image" Target="../media/image16.png"/><Relationship Id="rId10" Type="http://schemas.microsoft.com/office/2007/relationships/hdphoto" Target="../media/hdphoto5.wdp"/><Relationship Id="rId4" Type="http://schemas.microsoft.com/office/2007/relationships/hdphoto" Target="../media/hdphoto2.wdp"/><Relationship Id="rId9" Type="http://schemas.openxmlformats.org/officeDocument/2006/relationships/image" Target="../media/image13.png"/><Relationship Id="rId14" Type="http://schemas.microsoft.com/office/2007/relationships/hdphoto" Target="../media/hdphoto7.wdp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hdphoto" Target="../media/hdphoto10.wdp"/><Relationship Id="rId13" Type="http://schemas.openxmlformats.org/officeDocument/2006/relationships/image" Target="../media/image21.png"/><Relationship Id="rId18" Type="http://schemas.microsoft.com/office/2007/relationships/hdphoto" Target="../media/hdphoto3.wdp"/><Relationship Id="rId26" Type="http://schemas.openxmlformats.org/officeDocument/2006/relationships/image" Target="../media/image28.png"/><Relationship Id="rId3" Type="http://schemas.openxmlformats.org/officeDocument/2006/relationships/image" Target="../media/image17.png"/><Relationship Id="rId21" Type="http://schemas.openxmlformats.org/officeDocument/2006/relationships/image" Target="../media/image25.png"/><Relationship Id="rId7" Type="http://schemas.openxmlformats.org/officeDocument/2006/relationships/image" Target="../media/image18.png"/><Relationship Id="rId12" Type="http://schemas.microsoft.com/office/2007/relationships/hdphoto" Target="../media/hdphoto12.wdp"/><Relationship Id="rId17" Type="http://schemas.openxmlformats.org/officeDocument/2006/relationships/image" Target="../media/image23.png"/><Relationship Id="rId25" Type="http://schemas.microsoft.com/office/2007/relationships/hdphoto" Target="../media/hdphoto17.wdp"/><Relationship Id="rId2" Type="http://schemas.openxmlformats.org/officeDocument/2006/relationships/notesSlide" Target="../notesSlides/notesSlide6.xml"/><Relationship Id="rId16" Type="http://schemas.microsoft.com/office/2007/relationships/hdphoto" Target="../media/hdphoto14.wdp"/><Relationship Id="rId20" Type="http://schemas.microsoft.com/office/2007/relationships/hdphoto" Target="../media/hdphoto15.wdp"/><Relationship Id="rId1" Type="http://schemas.openxmlformats.org/officeDocument/2006/relationships/slideLayout" Target="../slideLayouts/slideLayout2.xml"/><Relationship Id="rId6" Type="http://schemas.microsoft.com/office/2007/relationships/hdphoto" Target="../media/hdphoto7.wdp"/><Relationship Id="rId11" Type="http://schemas.openxmlformats.org/officeDocument/2006/relationships/image" Target="../media/image20.png"/><Relationship Id="rId24" Type="http://schemas.openxmlformats.org/officeDocument/2006/relationships/image" Target="../media/image27.png"/><Relationship Id="rId5" Type="http://schemas.openxmlformats.org/officeDocument/2006/relationships/image" Target="../media/image15.png"/><Relationship Id="rId15" Type="http://schemas.openxmlformats.org/officeDocument/2006/relationships/image" Target="../media/image22.png"/><Relationship Id="rId23" Type="http://schemas.microsoft.com/office/2007/relationships/hdphoto" Target="../media/hdphoto16.wdp"/><Relationship Id="rId28" Type="http://schemas.microsoft.com/office/2007/relationships/hdphoto" Target="../media/hdphoto18.wdp"/><Relationship Id="rId10" Type="http://schemas.microsoft.com/office/2007/relationships/hdphoto" Target="../media/hdphoto11.wdp"/><Relationship Id="rId19" Type="http://schemas.openxmlformats.org/officeDocument/2006/relationships/image" Target="../media/image24.png"/><Relationship Id="rId4" Type="http://schemas.microsoft.com/office/2007/relationships/hdphoto" Target="../media/hdphoto9.wdp"/><Relationship Id="rId9" Type="http://schemas.openxmlformats.org/officeDocument/2006/relationships/image" Target="../media/image19.png"/><Relationship Id="rId14" Type="http://schemas.microsoft.com/office/2007/relationships/hdphoto" Target="../media/hdphoto13.wdp"/><Relationship Id="rId22" Type="http://schemas.openxmlformats.org/officeDocument/2006/relationships/image" Target="../media/image26.png"/><Relationship Id="rId27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microsoft.com/office/2007/relationships/hdphoto" Target="../media/hdphoto7.wdp"/></Relationships>
</file>

<file path=ppt/slides/_rels/slide11.xml.rels><?xml version="1.0" encoding="UTF-8" standalone="yes"?>
<Relationships xmlns="http://schemas.openxmlformats.org/package/2006/relationships"><Relationship Id="rId8" Type="http://schemas.microsoft.com/office/2007/relationships/hdphoto" Target="../media/hdphoto10.wdp"/><Relationship Id="rId13" Type="http://schemas.microsoft.com/office/2007/relationships/hdphoto" Target="../media/hdphoto20.wdp"/><Relationship Id="rId3" Type="http://schemas.openxmlformats.org/officeDocument/2006/relationships/image" Target="../media/image31.png"/><Relationship Id="rId7" Type="http://schemas.openxmlformats.org/officeDocument/2006/relationships/image" Target="../media/image18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2.wdp"/><Relationship Id="rId11" Type="http://schemas.microsoft.com/office/2007/relationships/hdphoto" Target="../media/hdphoto7.wdp"/><Relationship Id="rId5" Type="http://schemas.openxmlformats.org/officeDocument/2006/relationships/image" Target="../media/image20.png"/><Relationship Id="rId10" Type="http://schemas.openxmlformats.org/officeDocument/2006/relationships/image" Target="../media/image15.png"/><Relationship Id="rId4" Type="http://schemas.microsoft.com/office/2007/relationships/hdphoto" Target="../media/hdphoto19.wdp"/><Relationship Id="rId9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>
            <a:grayscl/>
            <a:lum/>
          </a:blip>
          <a:stretch>
            <a:fillRect/>
          </a:stretch>
        </p:blipFill>
        <p:spPr>
          <a:xfrm>
            <a:off x="1160611" y="2706588"/>
            <a:ext cx="2571750" cy="1444823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04081" y="3808024"/>
            <a:ext cx="1491755" cy="242053"/>
          </a:xfrm>
          <a:prstGeom prst="rect">
            <a:avLst/>
          </a:prstGeom>
        </p:spPr>
      </p:pic>
      <p:sp>
        <p:nvSpPr>
          <p:cNvPr id="32" name="가로 글상자 31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B4B0D09F-A1DC-A188-B36C-15D02FB0080C}"/>
              </a:ext>
            </a:extLst>
          </p:cNvPr>
          <p:cNvSpPr/>
          <p:nvPr/>
        </p:nvSpPr>
        <p:spPr>
          <a:xfrm>
            <a:off x="866904" y="2263642"/>
            <a:ext cx="38100" cy="38100"/>
          </a:xfrm>
          <a:prstGeom prst="rect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1492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196C4B-3069-98E4-3290-E6823102C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E2884DC-5E16-EAF2-33FC-F0480971CA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7FFC31E0-CAA4-F6B5-F0AE-0561D3F065EC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177B9C45-5674-8973-FE8B-2C7230673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D2C79169-DAB4-9D64-FB5A-BC3EC67BD4A8}"/>
              </a:ext>
            </a:extLst>
          </p:cNvPr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77C1EB0-F4A2-96CF-2EA9-3270155E2A3C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62CDDCBD-A8FA-6E8C-5920-CFD543D6DE3E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F600CE2E-A04A-6D07-1F95-194948B3E6E1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A6A9AF6-75FB-3B62-C604-B4409AD4C475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5C60F8CB-60E3-E4C5-84B4-A15E47BC1869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FAACF9C5-BD0F-ED09-9FCE-765C361F65B7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>
            <a:extLst>
              <a:ext uri="{FF2B5EF4-FFF2-40B4-BE49-F238E27FC236}">
                <a16:creationId xmlns:a16="http://schemas.microsoft.com/office/drawing/2014/main" id="{B07068B8-C7A0-F287-A809-9D30194A831B}"/>
              </a:ext>
            </a:extLst>
          </p:cNvPr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48690E-C436-6CBC-6E64-D4D49F63848B}"/>
              </a:ext>
            </a:extLst>
          </p:cNvPr>
          <p:cNvSpPr txBox="1"/>
          <p:nvPr/>
        </p:nvSpPr>
        <p:spPr>
          <a:xfrm>
            <a:off x="1410952" y="3020457"/>
            <a:ext cx="2294626" cy="63094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ko-KR" altLang="en-US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 착해 </a:t>
            </a:r>
            <a:r>
              <a:rPr lang="en-US" altLang="ko-KR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!</a:t>
            </a:r>
            <a:endParaRPr lang="ko-KR" altLang="en-US" sz="3500" b="1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5D94FB-4719-9A60-6445-249D461B0C82}"/>
              </a:ext>
            </a:extLst>
          </p:cNvPr>
          <p:cNvSpPr txBox="1"/>
          <p:nvPr/>
        </p:nvSpPr>
        <p:spPr>
          <a:xfrm>
            <a:off x="1334752" y="3579927"/>
            <a:ext cx="2294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100" b="1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b="1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33733B25-6724-057E-0901-DE71EC4CC2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1278810" y="2531866"/>
            <a:ext cx="2558909" cy="2073117"/>
          </a:xfrm>
          <a:prstGeom prst="rect">
            <a:avLst/>
          </a:prstGeom>
        </p:spPr>
      </p:pic>
      <p:grpSp>
        <p:nvGrpSpPr>
          <p:cNvPr id="56" name="그룹 55">
            <a:extLst>
              <a:ext uri="{FF2B5EF4-FFF2-40B4-BE49-F238E27FC236}">
                <a16:creationId xmlns:a16="http://schemas.microsoft.com/office/drawing/2014/main" id="{848B0FA3-1CEF-C23B-2533-BB7F2D58C923}"/>
              </a:ext>
            </a:extLst>
          </p:cNvPr>
          <p:cNvGrpSpPr/>
          <p:nvPr/>
        </p:nvGrpSpPr>
        <p:grpSpPr>
          <a:xfrm>
            <a:off x="3365316" y="466980"/>
            <a:ext cx="944806" cy="765441"/>
            <a:chOff x="581564" y="1301432"/>
            <a:chExt cx="944806" cy="765441"/>
          </a:xfrm>
        </p:grpSpPr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02725463-47DB-C15F-151D-D92B24EEA9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FE550B8-E378-85E2-A018-B13765305DE0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믿고 있어</a:t>
              </a:r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921860F8-A565-75A9-558B-F89ECB11D877}"/>
              </a:ext>
            </a:extLst>
          </p:cNvPr>
          <p:cNvGrpSpPr/>
          <p:nvPr/>
        </p:nvGrpSpPr>
        <p:grpSpPr>
          <a:xfrm>
            <a:off x="6478483" y="4407842"/>
            <a:ext cx="944806" cy="765441"/>
            <a:chOff x="581564" y="1301432"/>
            <a:chExt cx="944806" cy="765441"/>
          </a:xfrm>
        </p:grpSpPr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D6B7D724-4437-89AE-7BC1-710294AA98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83C1D46C-33BD-6A4C-F646-460AE757E10B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고마워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974DF133-7F94-B14A-08A6-CA1CBA5EF309}"/>
              </a:ext>
            </a:extLst>
          </p:cNvPr>
          <p:cNvGrpSpPr/>
          <p:nvPr/>
        </p:nvGrpSpPr>
        <p:grpSpPr>
          <a:xfrm>
            <a:off x="4721519" y="1766425"/>
            <a:ext cx="944806" cy="765441"/>
            <a:chOff x="581564" y="1301432"/>
            <a:chExt cx="944806" cy="765441"/>
          </a:xfrm>
        </p:grpSpPr>
        <p:pic>
          <p:nvPicPr>
            <p:cNvPr id="61" name="그림 60">
              <a:extLst>
                <a:ext uri="{FF2B5EF4-FFF2-40B4-BE49-F238E27FC236}">
                  <a16:creationId xmlns:a16="http://schemas.microsoft.com/office/drawing/2014/main" id="{5C3243EE-99DB-0BA3-8622-39FF876183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B3C3499-A3F8-32A5-5F90-8E0F18575EDD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 err="1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부탁할게</a:t>
              </a:r>
              <a:endPara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endParaRPr>
            </a:p>
          </p:txBody>
        </p:sp>
      </p:grpSp>
      <p:pic>
        <p:nvPicPr>
          <p:cNvPr id="64" name="그림 63">
            <a:extLst>
              <a:ext uri="{FF2B5EF4-FFF2-40B4-BE49-F238E27FC236}">
                <a16:creationId xmlns:a16="http://schemas.microsoft.com/office/drawing/2014/main" id="{CCF3B127-81D8-CFE2-41F3-1C933D647A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6950886" y="985450"/>
            <a:ext cx="944806" cy="765441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9AFFB39F-7713-1991-E626-699E5EFAC8F4}"/>
              </a:ext>
            </a:extLst>
          </p:cNvPr>
          <p:cNvSpPr txBox="1"/>
          <p:nvPr/>
        </p:nvSpPr>
        <p:spPr>
          <a:xfrm>
            <a:off x="6923293" y="1190828"/>
            <a:ext cx="10360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니가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최고야</a:t>
            </a:r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42ECD059-2523-559F-BF5B-EB7A3E01A0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2335601" y="5270323"/>
            <a:ext cx="944806" cy="765441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89292C34-6A8A-D1F7-1A42-D7131A54FA00}"/>
              </a:ext>
            </a:extLst>
          </p:cNvPr>
          <p:cNvSpPr txBox="1"/>
          <p:nvPr/>
        </p:nvSpPr>
        <p:spPr>
          <a:xfrm>
            <a:off x="2310731" y="5475701"/>
            <a:ext cx="1030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너밖에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없어</a:t>
            </a: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3DB8E796-2A65-0721-EBD8-D7AC60368D8B}"/>
              </a:ext>
            </a:extLst>
          </p:cNvPr>
          <p:cNvGrpSpPr/>
          <p:nvPr/>
        </p:nvGrpSpPr>
        <p:grpSpPr>
          <a:xfrm>
            <a:off x="581564" y="1301432"/>
            <a:ext cx="944806" cy="765441"/>
            <a:chOff x="581564" y="1301432"/>
            <a:chExt cx="944806" cy="765441"/>
          </a:xfrm>
        </p:grpSpPr>
        <p:pic>
          <p:nvPicPr>
            <p:cNvPr id="70" name="그림 69">
              <a:extLst>
                <a:ext uri="{FF2B5EF4-FFF2-40B4-BE49-F238E27FC236}">
                  <a16:creationId xmlns:a16="http://schemas.microsoft.com/office/drawing/2014/main" id="{3847BB81-4D15-A007-ECA8-5DF05FA4C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B0D69BC-BC84-8917-5DF1-3A69AFE9DBE8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역시 너야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5221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A84E3-D2CD-360A-2558-DF09544BC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343678C-FC41-0834-7E95-F3BAB4AD9D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6607359D-3A0A-932C-75ED-E9DC41E2E8D6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C087A3BB-49CD-1566-29C3-D7B23BBFCA68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E8931E9B-1BA8-915E-A000-BC7A87AA1CCE}"/>
              </a:ext>
            </a:extLst>
          </p:cNvPr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6A6A86E9-31D0-2498-BE24-1FCEFF7A0C37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A7EA3AE5-8BAE-7364-0722-8727732E3C2F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5EC1E8A6-B820-E4B7-F0AE-E2C520E4C34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58494A9-3C2E-02B8-DDE6-CF5EED0962C8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0012C4C9-111B-3932-B9E2-09291FD3CC95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2A801FB9-8246-1C1A-DAD1-8FBE98B56EC7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>
            <a:extLst>
              <a:ext uri="{FF2B5EF4-FFF2-40B4-BE49-F238E27FC236}">
                <a16:creationId xmlns:a16="http://schemas.microsoft.com/office/drawing/2014/main" id="{ED56128E-7C35-E4C8-C431-87F86AD4ECD7}"/>
              </a:ext>
            </a:extLst>
          </p:cNvPr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C2F9B5-064A-41E6-5D12-25DAABFEF1C3}"/>
              </a:ext>
            </a:extLst>
          </p:cNvPr>
          <p:cNvSpPr txBox="1"/>
          <p:nvPr/>
        </p:nvSpPr>
        <p:spPr>
          <a:xfrm>
            <a:off x="1410952" y="3020457"/>
            <a:ext cx="2294626" cy="63094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ko-KR" altLang="en-US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 착해 </a:t>
            </a:r>
            <a:r>
              <a:rPr lang="en-US" altLang="ko-KR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!</a:t>
            </a:r>
            <a:endParaRPr lang="ko-KR" altLang="en-US" sz="3500" b="1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8ECA50-C85F-86F0-550A-BFBB6F51F87E}"/>
              </a:ext>
            </a:extLst>
          </p:cNvPr>
          <p:cNvSpPr txBox="1"/>
          <p:nvPr/>
        </p:nvSpPr>
        <p:spPr>
          <a:xfrm>
            <a:off x="1334752" y="3579927"/>
            <a:ext cx="2294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100" b="1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b="1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7E0B5589-F467-FF99-3947-B54BA91211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1278810" y="2531866"/>
            <a:ext cx="2558909" cy="2073117"/>
          </a:xfrm>
          <a:prstGeom prst="rect">
            <a:avLst/>
          </a:prstGeom>
        </p:spPr>
      </p:pic>
      <p:grpSp>
        <p:nvGrpSpPr>
          <p:cNvPr id="57" name="그룹 56">
            <a:extLst>
              <a:ext uri="{FF2B5EF4-FFF2-40B4-BE49-F238E27FC236}">
                <a16:creationId xmlns:a16="http://schemas.microsoft.com/office/drawing/2014/main" id="{0260E40B-12E2-0ED8-7A33-4B6851E896F6}"/>
              </a:ext>
            </a:extLst>
          </p:cNvPr>
          <p:cNvGrpSpPr/>
          <p:nvPr/>
        </p:nvGrpSpPr>
        <p:grpSpPr>
          <a:xfrm>
            <a:off x="7193097" y="2614302"/>
            <a:ext cx="944806" cy="765441"/>
            <a:chOff x="581564" y="1301432"/>
            <a:chExt cx="944806" cy="765441"/>
          </a:xfrm>
        </p:grpSpPr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7F394440-82E5-625C-7607-2717C18FF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C7C627C-3BBE-F050-C729-EEE5D076E391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믿고 있어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6434054D-289D-4E52-BBA0-90ABF273A105}"/>
              </a:ext>
            </a:extLst>
          </p:cNvPr>
          <p:cNvGrpSpPr/>
          <p:nvPr/>
        </p:nvGrpSpPr>
        <p:grpSpPr>
          <a:xfrm>
            <a:off x="4721519" y="1766425"/>
            <a:ext cx="944806" cy="765441"/>
            <a:chOff x="581564" y="1301432"/>
            <a:chExt cx="944806" cy="765441"/>
          </a:xfrm>
        </p:grpSpPr>
        <p:pic>
          <p:nvPicPr>
            <p:cNvPr id="61" name="그림 60">
              <a:extLst>
                <a:ext uri="{FF2B5EF4-FFF2-40B4-BE49-F238E27FC236}">
                  <a16:creationId xmlns:a16="http://schemas.microsoft.com/office/drawing/2014/main" id="{66BA6561-AE0A-30B9-4A64-97BBFB918D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2DEFB34-BA2E-53AE-FE71-8C3CFD733711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역시 너야</a:t>
              </a:r>
            </a:p>
          </p:txBody>
        </p:sp>
      </p:grpSp>
      <p:pic>
        <p:nvPicPr>
          <p:cNvPr id="64" name="그림 63">
            <a:extLst>
              <a:ext uri="{FF2B5EF4-FFF2-40B4-BE49-F238E27FC236}">
                <a16:creationId xmlns:a16="http://schemas.microsoft.com/office/drawing/2014/main" id="{A3CBF68A-AA67-AD34-A80D-71ABAA55D1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6818614" y="985450"/>
            <a:ext cx="944806" cy="765441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78EFF843-7B55-04D3-AC37-122615118C8E}"/>
              </a:ext>
            </a:extLst>
          </p:cNvPr>
          <p:cNvSpPr txBox="1"/>
          <p:nvPr/>
        </p:nvSpPr>
        <p:spPr>
          <a:xfrm>
            <a:off x="6791021" y="1190828"/>
            <a:ext cx="10360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니가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최고야</a:t>
            </a:r>
          </a:p>
        </p:txBody>
      </p:sp>
    </p:spTree>
    <p:extLst>
      <p:ext uri="{BB962C8B-B14F-4D97-AF65-F5344CB8AC3E}">
        <p14:creationId xmlns:p14="http://schemas.microsoft.com/office/powerpoint/2010/main" val="3964875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DE08EF-BFA9-BDE2-3E15-7E2665CE2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그림 77" descr="예술, 스크린샷, 만화 영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90A313-693C-C554-1F30-66D2EE7D2F0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2180" b="50587"/>
          <a:stretch>
            <a:fillRect/>
          </a:stretch>
        </p:blipFill>
        <p:spPr>
          <a:xfrm rot="5400000">
            <a:off x="4220385" y="2513852"/>
            <a:ext cx="4353339" cy="3240000"/>
          </a:xfrm>
          <a:prstGeom prst="rect">
            <a:avLst/>
          </a:prstGeom>
        </p:spPr>
      </p:pic>
      <p:grpSp>
        <p:nvGrpSpPr>
          <p:cNvPr id="50" name="그룹 49">
            <a:extLst>
              <a:ext uri="{FF2B5EF4-FFF2-40B4-BE49-F238E27FC236}">
                <a16:creationId xmlns:a16="http://schemas.microsoft.com/office/drawing/2014/main" id="{3AC8C9D1-8654-8E97-0FC3-993E2797C933}"/>
              </a:ext>
            </a:extLst>
          </p:cNvPr>
          <p:cNvGrpSpPr/>
          <p:nvPr/>
        </p:nvGrpSpPr>
        <p:grpSpPr>
          <a:xfrm flipH="1">
            <a:off x="1156826" y="1947335"/>
            <a:ext cx="3240000" cy="4353339"/>
            <a:chOff x="4571995" y="1947334"/>
            <a:chExt cx="3239250" cy="4353339"/>
          </a:xfrm>
        </p:grpSpPr>
        <p:pic>
          <p:nvPicPr>
            <p:cNvPr id="51" name="그림 50" descr="예술, 스크린샷, 만화 영화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8513693-A47E-7398-01A7-AD4D8F51D5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180" b="50587"/>
            <a:stretch>
              <a:fillRect/>
            </a:stretch>
          </p:blipFill>
          <p:spPr>
            <a:xfrm rot="5400000">
              <a:off x="4014950" y="2504379"/>
              <a:ext cx="4353339" cy="3239250"/>
            </a:xfrm>
            <a:prstGeom prst="rect">
              <a:avLst/>
            </a:prstGeom>
          </p:spPr>
        </p:pic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F7CE06C-62D9-6E2F-FDD1-0C940A40DF99}"/>
                </a:ext>
              </a:extLst>
            </p:cNvPr>
            <p:cNvSpPr/>
            <p:nvPr/>
          </p:nvSpPr>
          <p:spPr>
            <a:xfrm>
              <a:off x="6145401" y="3943349"/>
              <a:ext cx="82758" cy="70248"/>
            </a:xfrm>
            <a:prstGeom prst="rect">
              <a:avLst/>
            </a:prstGeom>
            <a:solidFill>
              <a:srgbClr val="B7AD7C"/>
            </a:solidFill>
            <a:ln>
              <a:noFill/>
            </a:ln>
            <a:effectLst>
              <a:softEdge rad="254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C3074205-948C-61F3-1AD7-6C19681D1216}"/>
                </a:ext>
              </a:extLst>
            </p:cNvPr>
            <p:cNvSpPr/>
            <p:nvPr/>
          </p:nvSpPr>
          <p:spPr>
            <a:xfrm>
              <a:off x="6011466" y="3675461"/>
              <a:ext cx="417909" cy="270271"/>
            </a:xfrm>
            <a:prstGeom prst="rect">
              <a:avLst/>
            </a:prstGeom>
            <a:solidFill>
              <a:srgbClr val="947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C4F1CDD9-912C-069F-4406-8DE6DE7F48E4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765C376-787B-B264-D599-E0D3EC8DD4CB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403E5E74-FAD1-5C8C-3B00-CF87430D8219}"/>
              </a:ext>
            </a:extLst>
          </p:cNvPr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6A7CA66-EED1-791E-B3A1-0BC32528F566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949167FF-E5F1-C2E2-49A8-EC612DA7103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AD77AB57-90C5-1E0D-ACA6-45B2DF291107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0E6B00E-09E0-593F-8F2A-8055F5F58F62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2B896E24-CD65-DE70-C8D2-4C940155429F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CD662DD2-7C1D-82EF-CC76-0C70193CF2A3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>
            <a:extLst>
              <a:ext uri="{FF2B5EF4-FFF2-40B4-BE49-F238E27FC236}">
                <a16:creationId xmlns:a16="http://schemas.microsoft.com/office/drawing/2014/main" id="{86714CA8-C82B-9197-6798-498389C8DC39}"/>
              </a:ext>
            </a:extLst>
          </p:cNvPr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89ABAC-CBEA-212F-3E4B-8E4038A8F87F}"/>
              </a:ext>
            </a:extLst>
          </p:cNvPr>
          <p:cNvSpPr txBox="1"/>
          <p:nvPr/>
        </p:nvSpPr>
        <p:spPr>
          <a:xfrm>
            <a:off x="3622673" y="962585"/>
            <a:ext cx="201295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</a:t>
            </a:r>
            <a:r>
              <a:rPr lang="en-US" altLang="ko-KR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</a:t>
            </a:r>
            <a:r>
              <a:rPr lang="ko-KR" altLang="en-US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착해</a:t>
            </a:r>
            <a:r>
              <a:rPr lang="en-US" altLang="ko-KR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!</a:t>
            </a:r>
            <a:endParaRPr lang="ko-KR" altLang="en-US" sz="3500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E1BC92-6CC4-A0EF-7C5A-4C936D3A5EF9}"/>
              </a:ext>
            </a:extLst>
          </p:cNvPr>
          <p:cNvSpPr txBox="1"/>
          <p:nvPr/>
        </p:nvSpPr>
        <p:spPr>
          <a:xfrm>
            <a:off x="3775073" y="1504796"/>
            <a:ext cx="20129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6BC3BEE9-A943-5A1D-EE0C-2BFD69658D05}"/>
              </a:ext>
            </a:extLst>
          </p:cNvPr>
          <p:cNvGrpSpPr/>
          <p:nvPr/>
        </p:nvGrpSpPr>
        <p:grpSpPr>
          <a:xfrm>
            <a:off x="3634591" y="3095897"/>
            <a:ext cx="944806" cy="765441"/>
            <a:chOff x="581564" y="1301432"/>
            <a:chExt cx="944806" cy="765441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CAAD1DD8-1849-2006-FE80-6107063B8B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54F65EA-554E-E43B-F80F-AC07F558543E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고마워</a:t>
              </a: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A5E15EE0-BD47-89A2-0241-6A04F9F8C273}"/>
              </a:ext>
            </a:extLst>
          </p:cNvPr>
          <p:cNvGrpSpPr/>
          <p:nvPr/>
        </p:nvGrpSpPr>
        <p:grpSpPr>
          <a:xfrm>
            <a:off x="1311073" y="2207454"/>
            <a:ext cx="944806" cy="765441"/>
            <a:chOff x="581564" y="1301432"/>
            <a:chExt cx="944806" cy="765441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BA872BD3-2C02-5F47-D223-89BD3F7C2A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CD35147-4E12-C4B4-B288-F1BF52826D58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 err="1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부탁할게</a:t>
              </a:r>
              <a:endPara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endParaRPr>
            </a:p>
          </p:txBody>
        </p:sp>
      </p:grpSp>
      <p:pic>
        <p:nvPicPr>
          <p:cNvPr id="74" name="그림 73">
            <a:extLst>
              <a:ext uri="{FF2B5EF4-FFF2-40B4-BE49-F238E27FC236}">
                <a16:creationId xmlns:a16="http://schemas.microsoft.com/office/drawing/2014/main" id="{A7EFA274-78F2-07C2-EED6-4706E86CAB8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 flipH="1">
            <a:off x="6826102" y="2207454"/>
            <a:ext cx="943919" cy="76544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5B3C35F-D918-EF0E-4ABC-E4EB6275C5A1}"/>
              </a:ext>
            </a:extLst>
          </p:cNvPr>
          <p:cNvSpPr txBox="1"/>
          <p:nvPr/>
        </p:nvSpPr>
        <p:spPr>
          <a:xfrm flipH="1">
            <a:off x="6801812" y="2409760"/>
            <a:ext cx="1029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너여야만</a:t>
            </a:r>
            <a:r>
              <a:rPr lang="ko-KR" altLang="en-US" sz="1100" dirty="0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해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34A97B07-B01A-35EB-FEEC-E28EB740E61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 flipV="1">
            <a:off x="4594089" y="4247008"/>
            <a:ext cx="944806" cy="8316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34438C7-4EF4-921C-3974-B5893E752EE3}"/>
              </a:ext>
            </a:extLst>
          </p:cNvPr>
          <p:cNvSpPr txBox="1"/>
          <p:nvPr/>
        </p:nvSpPr>
        <p:spPr>
          <a:xfrm flipV="1">
            <a:off x="4583652" y="4571257"/>
            <a:ext cx="943291" cy="284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네가 해줘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3308346" y="608777"/>
            <a:ext cx="2527304" cy="1385310"/>
            <a:chOff x="3308346" y="608777"/>
            <a:chExt cx="2527304" cy="1385310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0ACD3BE9-A577-A2EF-4B02-83E73F835E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332" t="49606" r="17572" b="37734"/>
            <a:stretch>
              <a:fillRect/>
            </a:stretch>
          </p:blipFill>
          <p:spPr>
            <a:xfrm>
              <a:off x="3308346" y="608777"/>
              <a:ext cx="2527304" cy="1385310"/>
            </a:xfrm>
            <a:prstGeom prst="rect">
              <a:avLst/>
            </a:prstGeom>
          </p:spPr>
        </p:pic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3BAD1ACA-D230-CA5F-A8EF-1B7B78FD8CE2}"/>
                </a:ext>
              </a:extLst>
            </p:cNvPr>
            <p:cNvSpPr/>
            <p:nvPr/>
          </p:nvSpPr>
          <p:spPr>
            <a:xfrm>
              <a:off x="3474245" y="784944"/>
              <a:ext cx="157100" cy="84213"/>
            </a:xfrm>
            <a:prstGeom prst="rect">
              <a:avLst/>
            </a:prstGeom>
            <a:solidFill>
              <a:srgbClr val="1E0D20"/>
            </a:solidFill>
            <a:ln>
              <a:noFill/>
            </a:ln>
            <a:effectLst>
              <a:softEdge rad="635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43CC13FB-FB92-FAD5-2D77-26A864446F71}"/>
                </a:ext>
              </a:extLst>
            </p:cNvPr>
            <p:cNvSpPr/>
            <p:nvPr/>
          </p:nvSpPr>
          <p:spPr>
            <a:xfrm>
              <a:off x="5507846" y="784944"/>
              <a:ext cx="157100" cy="84213"/>
            </a:xfrm>
            <a:prstGeom prst="rect">
              <a:avLst/>
            </a:prstGeom>
            <a:solidFill>
              <a:srgbClr val="1E0D20"/>
            </a:solidFill>
            <a:ln>
              <a:noFill/>
            </a:ln>
            <a:effectLst>
              <a:softEdge rad="635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99FF3290-3E93-62EF-5A32-6D6EC5D02FAA}"/>
                </a:ext>
              </a:extLst>
            </p:cNvPr>
            <p:cNvSpPr/>
            <p:nvPr/>
          </p:nvSpPr>
          <p:spPr>
            <a:xfrm>
              <a:off x="5505527" y="1740883"/>
              <a:ext cx="157100" cy="84213"/>
            </a:xfrm>
            <a:prstGeom prst="rect">
              <a:avLst/>
            </a:prstGeom>
            <a:solidFill>
              <a:srgbClr val="1E0D20"/>
            </a:solidFill>
            <a:ln>
              <a:noFill/>
            </a:ln>
            <a:effectLst>
              <a:softEdge rad="635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A75595F5-0BE2-9B42-9851-D1FDFC1DDB11}"/>
                </a:ext>
              </a:extLst>
            </p:cNvPr>
            <p:cNvSpPr/>
            <p:nvPr/>
          </p:nvSpPr>
          <p:spPr>
            <a:xfrm>
              <a:off x="3472729" y="1740882"/>
              <a:ext cx="157100" cy="84213"/>
            </a:xfrm>
            <a:prstGeom prst="rect">
              <a:avLst/>
            </a:prstGeom>
            <a:solidFill>
              <a:srgbClr val="1E0D20"/>
            </a:solidFill>
            <a:ln>
              <a:noFill/>
            </a:ln>
            <a:effectLst>
              <a:softEdge rad="635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A16D143C-4188-18AC-A2A7-F56EF0570A61}"/>
                </a:ext>
              </a:extLst>
            </p:cNvPr>
            <p:cNvSpPr/>
            <p:nvPr/>
          </p:nvSpPr>
          <p:spPr>
            <a:xfrm>
              <a:off x="3332514" y="712636"/>
              <a:ext cx="157100" cy="84213"/>
            </a:xfrm>
            <a:prstGeom prst="rect">
              <a:avLst/>
            </a:prstGeom>
            <a:solidFill>
              <a:srgbClr val="1E0D20"/>
            </a:solidFill>
            <a:ln>
              <a:noFill/>
            </a:ln>
            <a:effectLst>
              <a:softEdge rad="635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FDBD847C-2F1A-EA9F-A005-03443CB0C98E}"/>
                </a:ext>
              </a:extLst>
            </p:cNvPr>
            <p:cNvSpPr/>
            <p:nvPr/>
          </p:nvSpPr>
          <p:spPr>
            <a:xfrm>
              <a:off x="5664946" y="712636"/>
              <a:ext cx="157100" cy="84213"/>
            </a:xfrm>
            <a:prstGeom prst="rect">
              <a:avLst/>
            </a:prstGeom>
            <a:solidFill>
              <a:srgbClr val="1E0D20"/>
            </a:solidFill>
            <a:ln>
              <a:noFill/>
            </a:ln>
            <a:effectLst>
              <a:softEdge rad="635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7B08CC0C-163B-A0D3-D507-22AC814362EB}"/>
                </a:ext>
              </a:extLst>
            </p:cNvPr>
            <p:cNvSpPr/>
            <p:nvPr/>
          </p:nvSpPr>
          <p:spPr>
            <a:xfrm>
              <a:off x="3629829" y="715841"/>
              <a:ext cx="1897114" cy="202340"/>
            </a:xfrm>
            <a:prstGeom prst="rect">
              <a:avLst/>
            </a:prstGeom>
            <a:solidFill>
              <a:srgbClr val="1E0D20"/>
            </a:solidFill>
            <a:ln>
              <a:noFill/>
            </a:ln>
            <a:effectLst>
              <a:softEdge rad="635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98F4EFEB-9C4D-E249-AEFF-8A00FD803513}"/>
                </a:ext>
              </a:extLst>
            </p:cNvPr>
            <p:cNvSpPr/>
            <p:nvPr/>
          </p:nvSpPr>
          <p:spPr>
            <a:xfrm>
              <a:off x="3479872" y="641152"/>
              <a:ext cx="157100" cy="84213"/>
            </a:xfrm>
            <a:prstGeom prst="rect">
              <a:avLst/>
            </a:prstGeom>
            <a:solidFill>
              <a:srgbClr val="1E0D20"/>
            </a:solidFill>
            <a:ln>
              <a:noFill/>
            </a:ln>
            <a:effectLst>
              <a:softEdge rad="635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31284B01-9D7A-1FDF-F087-415D0F1DC456}"/>
                </a:ext>
              </a:extLst>
            </p:cNvPr>
            <p:cNvSpPr/>
            <p:nvPr/>
          </p:nvSpPr>
          <p:spPr>
            <a:xfrm>
              <a:off x="3479872" y="1885346"/>
              <a:ext cx="157100" cy="84213"/>
            </a:xfrm>
            <a:prstGeom prst="rect">
              <a:avLst/>
            </a:prstGeom>
            <a:solidFill>
              <a:srgbClr val="1E0D20"/>
            </a:solidFill>
            <a:ln>
              <a:noFill/>
            </a:ln>
            <a:effectLst>
              <a:softEdge rad="635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528481FB-6917-BE3B-CB45-062AC2CA06EA}"/>
                </a:ext>
              </a:extLst>
            </p:cNvPr>
            <p:cNvSpPr/>
            <p:nvPr/>
          </p:nvSpPr>
          <p:spPr>
            <a:xfrm>
              <a:off x="5512670" y="1887938"/>
              <a:ext cx="157100" cy="84213"/>
            </a:xfrm>
            <a:prstGeom prst="rect">
              <a:avLst/>
            </a:prstGeom>
            <a:solidFill>
              <a:srgbClr val="1E0D20"/>
            </a:solidFill>
            <a:ln>
              <a:noFill/>
            </a:ln>
            <a:effectLst>
              <a:softEdge rad="635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FF38648C-B397-04B0-FC8D-1A8C5CE5DF95}"/>
                </a:ext>
              </a:extLst>
            </p:cNvPr>
            <p:cNvSpPr/>
            <p:nvPr/>
          </p:nvSpPr>
          <p:spPr>
            <a:xfrm>
              <a:off x="3636972" y="1810127"/>
              <a:ext cx="1885209" cy="84213"/>
            </a:xfrm>
            <a:prstGeom prst="rect">
              <a:avLst/>
            </a:prstGeom>
            <a:solidFill>
              <a:srgbClr val="1E0D20"/>
            </a:solidFill>
            <a:ln>
              <a:noFill/>
            </a:ln>
            <a:effectLst>
              <a:softEdge rad="635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8787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980013" y="593098"/>
            <a:ext cx="1151334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목차</a:t>
            </a:r>
          </a:p>
        </p:txBody>
      </p:sp>
      <p:sp>
        <p:nvSpPr>
          <p:cNvPr id="51" name="가로 글상자 50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54" name="타원 53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5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56" name="타원 55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타원 56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타원 57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9" name="타원 58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타원 59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타원 60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2" name="TextBox 1"/>
          <p:cNvSpPr txBox="1"/>
          <p:nvPr/>
        </p:nvSpPr>
        <p:spPr>
          <a:xfrm>
            <a:off x="9316166" y="1301432"/>
            <a:ext cx="2808778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넥슨</a:t>
            </a:r>
            <a:r>
              <a:rPr lang="en-US" altLang="ko-KR" sz="190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Lv2</a:t>
            </a:r>
            <a:r>
              <a:rPr lang="ko-KR" altLang="en-US" sz="190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고딕 </a:t>
            </a:r>
            <a:r>
              <a:rPr lang="en-US" altLang="ko-KR" sz="190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OTF Light</a:t>
            </a:r>
            <a:endParaRPr lang="ko-KR" altLang="en-US" sz="1900"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63" name="가로 글상자 62"/>
          <p:cNvSpPr txBox="1"/>
          <p:nvPr/>
        </p:nvSpPr>
        <p:spPr>
          <a:xfrm>
            <a:off x="509585" y="2072401"/>
            <a:ext cx="230267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개요</a:t>
            </a:r>
          </a:p>
        </p:txBody>
      </p:sp>
      <p:sp>
        <p:nvSpPr>
          <p:cNvPr id="64" name="가로 글상자 63"/>
          <p:cNvSpPr txBox="1"/>
          <p:nvPr/>
        </p:nvSpPr>
        <p:spPr>
          <a:xfrm>
            <a:off x="2269330" y="2109202"/>
            <a:ext cx="37190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방향성          게임의 정의          컨텐츠 볼륨 맵</a:t>
            </a:r>
            <a:endParaRPr lang="ko-KR" altLang="en-US" sz="1400" b="1" dirty="0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65" name="가로 글상자 64"/>
          <p:cNvSpPr txBox="1"/>
          <p:nvPr/>
        </p:nvSpPr>
        <p:spPr>
          <a:xfrm>
            <a:off x="509586" y="2756301"/>
            <a:ext cx="144542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게임의 정의</a:t>
            </a:r>
            <a:endParaRPr lang="en-US" altLang="ko-KR" sz="1900" b="1" dirty="0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66" name="가로 글상자 65"/>
          <p:cNvSpPr txBox="1"/>
          <p:nvPr/>
        </p:nvSpPr>
        <p:spPr>
          <a:xfrm>
            <a:off x="2269331" y="2797827"/>
            <a:ext cx="35349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플레이의 작용요소          방해요인          </a:t>
            </a:r>
            <a:r>
              <a:rPr lang="ko-KR" altLang="en-US" sz="13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목적</a:t>
            </a:r>
            <a:r>
              <a:rPr lang="ko-KR" altLang="en-US" sz="14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        </a:t>
            </a:r>
          </a:p>
        </p:txBody>
      </p:sp>
      <p:pic>
        <p:nvPicPr>
          <p:cNvPr id="72" name="그림 71"/>
          <p:cNvPicPr>
            <a:picLocks noChangeAspect="1"/>
          </p:cNvPicPr>
          <p:nvPr/>
        </p:nvPicPr>
        <p:blipFill rotWithShape="1">
          <a:blip r:embed="rId3">
            <a:extLst>
              <a:ext uri="783A4284-B454-46f5-B8C8-42B5039CE256">
                <hp:hncPhoto xmlns="" xmlns:c="http://schemas.openxmlformats.org/drawingml/2006/chart" xmlns:dgm="http://schemas.openxmlformats.org/drawingml/2006/diagram" xmlns:dsp="http://schemas.microsoft.com/office/drawing/2008/diagram" xmlns:hp="http://schemas.haansoft.com/office/presentation/8.0">
                  <hd:imgLayer xmlns:hd="http://schemas.haansoft.com/office/drawingml/8.0" r:embed="rId4">
                    <hd:imgEffect xmlns:hd="http://schemas.haansoft.com/office/drawingml/8.0">
                      <hd:artEffectSketch/>
                    </hd:imgEffect>
                  </hd:imgLayer>
                </hp:hncPhoto>
              </a:ext>
            </a:extLst>
          </a:blip>
          <a:stretch>
            <a:fillRect/>
          </a:stretch>
        </p:blipFill>
        <p:spPr>
          <a:xfrm>
            <a:off x="482606" y="655624"/>
            <a:ext cx="494995" cy="494995"/>
          </a:xfrm>
          <a:prstGeom prst="rect">
            <a:avLst/>
          </a:prstGeom>
        </p:spPr>
      </p:pic>
      <p:sp>
        <p:nvSpPr>
          <p:cNvPr id="73" name="모서리가 둥근 직사각형 72"/>
          <p:cNvSpPr/>
          <p:nvPr/>
        </p:nvSpPr>
        <p:spPr>
          <a:xfrm>
            <a:off x="482606" y="1301432"/>
            <a:ext cx="8178788" cy="464094"/>
          </a:xfrm>
          <a:prstGeom prst="roundRect">
            <a:avLst>
              <a:gd name="adj" fmla="val 16667"/>
            </a:avLst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pic>
        <p:nvPicPr>
          <p:cNvPr id="75" name="그림 74"/>
          <p:cNvPicPr>
            <a:picLocks noChangeAspect="1"/>
          </p:cNvPicPr>
          <p:nvPr/>
        </p:nvPicPr>
        <p:blipFill rotWithShape="1">
          <a:blip r:embed="rId5"/>
          <a:srcRect l="30810" t="32500" r="39130" b="28590"/>
          <a:stretch>
            <a:fillRect/>
          </a:stretch>
        </p:blipFill>
        <p:spPr>
          <a:xfrm>
            <a:off x="7467957" y="430583"/>
            <a:ext cx="930746" cy="1205017"/>
          </a:xfrm>
          <a:prstGeom prst="rect">
            <a:avLst/>
          </a:prstGeom>
        </p:spPr>
      </p:pic>
      <p:cxnSp>
        <p:nvCxnSpPr>
          <p:cNvPr id="76" name="선 75"/>
          <p:cNvCxnSpPr/>
          <p:nvPr/>
        </p:nvCxnSpPr>
        <p:spPr>
          <a:xfrm rot="16200000" flipH="1" flipV="1">
            <a:off x="-105886" y="4133293"/>
            <a:ext cx="4121787" cy="0"/>
          </a:xfrm>
          <a:prstGeom prst="line">
            <a:avLst/>
          </a:prstGeom>
          <a:ln w="25400">
            <a:solidFill>
              <a:srgbClr val="496F7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가로 글상자 76"/>
          <p:cNvSpPr txBox="1"/>
          <p:nvPr/>
        </p:nvSpPr>
        <p:spPr>
          <a:xfrm>
            <a:off x="0" y="-363368"/>
            <a:ext cx="9144000" cy="370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목차는 이번 수업에서 중요하지 않으므로 만들지 않고 넘어간다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71944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334929" y="1961328"/>
            <a:ext cx="1781074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플랫폼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Platform</a:t>
            </a:r>
            <a:endParaRPr lang="en-US" altLang="ko-KR" sz="1100" b="1" dirty="0">
              <a:solidFill>
                <a:srgbClr val="767779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2638026" y="1960595"/>
            <a:ext cx="2166314" cy="259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PC</a:t>
            </a:r>
            <a:r>
              <a:rPr lang="en-US" altLang="ko-KR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, CONSOLE</a:t>
            </a:r>
            <a:endParaRPr lang="ko-KR" altLang="en-US" sz="1000" b="1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sp>
        <p:nvSpPr>
          <p:cNvPr id="38" name="가로 글상자 37"/>
          <p:cNvSpPr txBox="1"/>
          <p:nvPr/>
        </p:nvSpPr>
        <p:spPr>
          <a:xfrm>
            <a:off x="2638026" y="2537234"/>
            <a:ext cx="2598274" cy="266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 err="1">
                <a:solidFill>
                  <a:srgbClr val="FCE89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내러티브</a:t>
            </a:r>
            <a:r>
              <a:rPr lang="ko-KR" altLang="en-US" sz="1000" b="1" spc="100" dirty="0">
                <a:solidFill>
                  <a:srgbClr val="FCE89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중심 어드벤처</a:t>
            </a:r>
          </a:p>
        </p:txBody>
      </p:sp>
      <p:sp>
        <p:nvSpPr>
          <p:cNvPr id="39" name="가로 글상자 38"/>
          <p:cNvSpPr txBox="1"/>
          <p:nvPr/>
        </p:nvSpPr>
        <p:spPr>
          <a:xfrm>
            <a:off x="2638026" y="3115017"/>
            <a:ext cx="6369948" cy="1189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선택지가 주어지는 것처럼 보이지만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,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이야기가 진행될수록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모든 선택은 하나의 방향으로 수렴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한다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000" spc="100" dirty="0">
              <a:solidFill>
                <a:srgbClr val="767779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스스로를 특별히 착한 사람이라 여기지 않는 주인공은</a:t>
            </a:r>
            <a:r>
              <a:rPr lang="en-US" altLang="ko-KR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’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가장 착한 사람</a:t>
            </a:r>
            <a:r>
              <a:rPr lang="en-US" altLang="ko-KR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’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이기를 </a:t>
            </a:r>
            <a:r>
              <a:rPr lang="ko-KR" altLang="en-US" sz="1000" spc="100" dirty="0" err="1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요구받는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기대 속에서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서서히 붕괴되어 가는 세계와 함께 하나의 역할로 소모되어 간다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000" spc="100" dirty="0">
              <a:solidFill>
                <a:srgbClr val="767779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선택을 반복할수록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의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는 의미를 잃고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,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착함은 자발적인 판단이 아닌 </a:t>
            </a:r>
            <a:r>
              <a:rPr lang="ko-KR" altLang="en-US" sz="1000" spc="100" dirty="0">
                <a:solidFill>
                  <a:srgbClr val="EB657E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피할 수 없는 의무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가 된다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.</a:t>
            </a:r>
            <a:endParaRPr lang="ko-KR" altLang="en-US" sz="1000" b="1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sp>
        <p:nvSpPr>
          <p:cNvPr id="40" name="가로 글상자 39"/>
          <p:cNvSpPr txBox="1"/>
          <p:nvPr/>
        </p:nvSpPr>
        <p:spPr>
          <a:xfrm>
            <a:off x="2638026" y="4625439"/>
            <a:ext cx="5200501" cy="820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감정적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압박과 몰입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을 즐기는 </a:t>
            </a:r>
            <a:r>
              <a:rPr lang="ko-KR" altLang="en-US" sz="1000" spc="100" dirty="0" err="1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내러티브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플레이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선택에 따라 변화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하는 스토리 전개와 엔딩 구조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선택 누적에 따라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분위기와 연출이 변화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하는 시스템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선행이 보상이 아닌 </a:t>
            </a:r>
            <a:r>
              <a:rPr lang="ko-KR" altLang="en-US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부담으로 작동하는 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‘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 소모화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’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</a:t>
            </a:r>
            <a:r>
              <a:rPr lang="ko-KR" altLang="en-US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구조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334933" y="2537234"/>
            <a:ext cx="178107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게임장르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Genre</a:t>
            </a:r>
            <a:endParaRPr lang="en-US" altLang="ko-KR" sz="1100" b="1" dirty="0">
              <a:solidFill>
                <a:srgbClr val="767779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sp>
        <p:nvSpPr>
          <p:cNvPr id="42" name="가로 글상자 41"/>
          <p:cNvSpPr txBox="1"/>
          <p:nvPr/>
        </p:nvSpPr>
        <p:spPr>
          <a:xfrm>
            <a:off x="334930" y="4620167"/>
            <a:ext cx="1904003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재미 요소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Core Fun</a:t>
            </a:r>
            <a:r>
              <a:rPr lang="en-US" altLang="ko-KR" sz="16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endParaRPr lang="en-US" altLang="ko-KR" sz="1900" b="1" dirty="0">
              <a:solidFill>
                <a:srgbClr val="ECEDF1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sp>
        <p:nvSpPr>
          <p:cNvPr id="43" name="가로 글상자 42"/>
          <p:cNvSpPr txBox="1"/>
          <p:nvPr/>
        </p:nvSpPr>
        <p:spPr>
          <a:xfrm>
            <a:off x="334932" y="3115017"/>
            <a:ext cx="190400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시놉시스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Synopsis</a:t>
            </a:r>
          </a:p>
        </p:txBody>
      </p:sp>
      <p:sp>
        <p:nvSpPr>
          <p:cNvPr id="56" name="가로 글상자 55"/>
          <p:cNvSpPr txBox="1"/>
          <p:nvPr/>
        </p:nvSpPr>
        <p:spPr>
          <a:xfrm>
            <a:off x="334931" y="1383461"/>
            <a:ext cx="157043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슬로건</a:t>
            </a:r>
            <a:r>
              <a:rPr lang="ko-KR" altLang="en-US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Slogan</a:t>
            </a:r>
          </a:p>
        </p:txBody>
      </p:sp>
      <p:sp>
        <p:nvSpPr>
          <p:cNvPr id="58" name="가로 글상자 57"/>
          <p:cNvSpPr txBox="1"/>
          <p:nvPr/>
        </p:nvSpPr>
        <p:spPr>
          <a:xfrm>
            <a:off x="2638024" y="1383482"/>
            <a:ext cx="2598277" cy="266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선택하거나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-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</a:t>
            </a:r>
            <a:r>
              <a:rPr lang="ko-KR" altLang="en-US" sz="1000" b="1" spc="100" dirty="0">
                <a:solidFill>
                  <a:srgbClr val="8B5587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 당하거나</a:t>
            </a:r>
          </a:p>
        </p:txBody>
      </p:sp>
      <p:sp>
        <p:nvSpPr>
          <p:cNvPr id="70" name="가로 글상자 69"/>
          <p:cNvSpPr txBox="1"/>
          <p:nvPr/>
        </p:nvSpPr>
        <p:spPr>
          <a:xfrm>
            <a:off x="334929" y="385984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방향성</a:t>
            </a:r>
          </a:p>
        </p:txBody>
      </p:sp>
      <p:sp>
        <p:nvSpPr>
          <p:cNvPr id="82" name="타원 81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3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84" name="타원 83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5" name="타원 84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6" name="타원 85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7" name="타원 86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8" name="타원 87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9" name="타원 88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0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cxnSp>
        <p:nvCxnSpPr>
          <p:cNvPr id="91" name="선 90"/>
          <p:cNvCxnSpPr/>
          <p:nvPr/>
        </p:nvCxnSpPr>
        <p:spPr>
          <a:xfrm rot="16200000" flipH="1" flipV="1">
            <a:off x="-69971" y="3909856"/>
            <a:ext cx="5016891" cy="0"/>
          </a:xfrm>
          <a:prstGeom prst="line">
            <a:avLst/>
          </a:prstGeom>
          <a:ln w="25400">
            <a:solidFill>
              <a:srgbClr val="7677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" name="그림 91"/>
          <p:cNvPicPr>
            <a:picLocks noChangeAspect="1"/>
          </p:cNvPicPr>
          <p:nvPr/>
        </p:nvPicPr>
        <p:blipFill rotWithShape="1">
          <a:blip r:embed="rId3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94" name="가로 글상자 93"/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99" name="가로 글상자 98"/>
          <p:cNvSpPr txBox="1"/>
          <p:nvPr/>
        </p:nvSpPr>
        <p:spPr>
          <a:xfrm>
            <a:off x="2638022" y="5766529"/>
            <a:ext cx="6369951" cy="635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b="1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기대 압박 구조</a:t>
            </a:r>
            <a:r>
              <a:rPr lang="ko-KR" altLang="en-US" sz="1000" b="1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           </a:t>
            </a:r>
            <a:r>
              <a:rPr lang="en-US" altLang="ko-KR" sz="1000" b="1" spc="100">
                <a:solidFill>
                  <a:srgbClr val="496F78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NPC</a:t>
            </a:r>
            <a:r>
              <a:rPr lang="ko-KR" altLang="en-US" sz="1000" b="1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의 반응과 상황</a:t>
            </a:r>
            <a:r>
              <a:rPr lang="ko-KR" altLang="en-US" sz="1000" b="1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을 통해 특정 선택이 당연해지도록 만드는 흐름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 소모 메커니즘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   선행 선택이 반복될수록 </a:t>
            </a:r>
            <a:r>
              <a:rPr lang="ko-KR" altLang="en-US" sz="1000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대가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가 커지는 진행 방식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분위기 반응 연출 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      </a:t>
            </a:r>
            <a:r>
              <a:rPr lang="ko-KR" altLang="en-US" sz="1000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 누적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에 따라 세계의 톤이 변화하는 연출</a:t>
            </a:r>
          </a:p>
        </p:txBody>
      </p:sp>
      <p:sp>
        <p:nvSpPr>
          <p:cNvPr id="100" name="가로 글상자 99"/>
          <p:cNvSpPr txBox="1"/>
          <p:nvPr/>
        </p:nvSpPr>
        <p:spPr>
          <a:xfrm>
            <a:off x="334929" y="5771526"/>
            <a:ext cx="204121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킬러 컨텐츠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Contents</a:t>
            </a:r>
          </a:p>
        </p:txBody>
      </p:sp>
      <p:cxnSp>
        <p:nvCxnSpPr>
          <p:cNvPr id="3" name="선 102">
            <a:extLst>
              <a:ext uri="{FF2B5EF4-FFF2-40B4-BE49-F238E27FC236}">
                <a16:creationId xmlns:a16="http://schemas.microsoft.com/office/drawing/2014/main" id="{799AAAC8-ABAC-A8BD-1A08-24628D7F299E}"/>
              </a:ext>
            </a:extLst>
          </p:cNvPr>
          <p:cNvCxnSpPr>
            <a:cxnSpLocks/>
          </p:cNvCxnSpPr>
          <p:nvPr/>
        </p:nvCxnSpPr>
        <p:spPr>
          <a:xfrm>
            <a:off x="386089" y="1003621"/>
            <a:ext cx="2911556" cy="0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783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740979" y="4120075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이야기 목적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Narrative Goal</a:t>
            </a: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3001373" y="4120075"/>
            <a:ext cx="5721423" cy="4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‘</a:t>
            </a:r>
            <a:r>
              <a:rPr lang="ko-KR" altLang="en-US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착함</a:t>
            </a:r>
            <a:r>
              <a:rPr lang="en-US" altLang="ko-KR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’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이라는 기대 속에서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  <a:endParaRPr lang="ko-KR" altLang="en-US" sz="1000" b="1" spc="100" dirty="0">
              <a:solidFill>
                <a:srgbClr val="76777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세계의 붕괴와 함께 소모되어 가는 </a:t>
            </a:r>
            <a:r>
              <a:rPr lang="ko-KR" altLang="en-US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한 인물의 선택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그린다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38" name="가로 글상자 37"/>
          <p:cNvSpPr txBox="1"/>
          <p:nvPr/>
        </p:nvSpPr>
        <p:spPr>
          <a:xfrm>
            <a:off x="3001372" y="5287553"/>
            <a:ext cx="5721426" cy="4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플레이어는 선택과 장애를 넘어서며 이야기를 완주하고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8B5587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선택이 누적되며 만들어지는 감정과 서사를 체험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한다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755653" y="5292495"/>
            <a:ext cx="163714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 목적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Player Goal</a:t>
            </a:r>
          </a:p>
        </p:txBody>
      </p:sp>
      <p:sp>
        <p:nvSpPr>
          <p:cNvPr id="56" name="가로 글상자 55"/>
          <p:cNvSpPr txBox="1"/>
          <p:nvPr/>
        </p:nvSpPr>
        <p:spPr>
          <a:xfrm>
            <a:off x="740980" y="2942828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방해 요인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Obstacles</a:t>
            </a:r>
          </a:p>
        </p:txBody>
      </p:sp>
      <p:sp>
        <p:nvSpPr>
          <p:cNvPr id="58" name="가로 글상자 57"/>
          <p:cNvSpPr txBox="1"/>
          <p:nvPr/>
        </p:nvSpPr>
        <p:spPr>
          <a:xfrm>
            <a:off x="3001368" y="2942828"/>
            <a:ext cx="5721428" cy="637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세계가 붕괴되어 가는 과정 속에서 </a:t>
            </a:r>
            <a:r>
              <a:rPr lang="ko-KR" altLang="en-US" sz="1000" b="1" spc="1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몬스터와 퍼즐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 등장하며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동시에 </a:t>
            </a:r>
            <a:r>
              <a:rPr lang="ko-KR" altLang="en-US" sz="1000" b="1" spc="1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주변 인물들의 말과 반복되는 요구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는 심리적인 압박으로 작용해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플레이어가 특정한 선택을 하도록 몰아가는 상황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만든다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59" name="가로 글상자 58"/>
          <p:cNvSpPr txBox="1"/>
          <p:nvPr/>
        </p:nvSpPr>
        <p:spPr>
          <a:xfrm>
            <a:off x="740980" y="1770408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 작용 요소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Player Actions</a:t>
            </a:r>
          </a:p>
        </p:txBody>
      </p:sp>
      <p:sp>
        <p:nvSpPr>
          <p:cNvPr id="61" name="가로 글상자 60"/>
          <p:cNvSpPr txBox="1"/>
          <p:nvPr/>
        </p:nvSpPr>
        <p:spPr>
          <a:xfrm>
            <a:off x="3001369" y="1770774"/>
            <a:ext cx="5721427" cy="637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플레이어는 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대화와 행동 선택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통해 상황에 개입한다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선택은 즉각적인 결과뿐 아니라 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이후 </a:t>
            </a:r>
            <a:r>
              <a:rPr lang="ko-KR" altLang="en-US" sz="1000" b="1" spc="1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전개과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선택지 구성에 누적된 영향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미치며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주인공이 주변의 기대에 어떻게 반응해 왔는 지를 드러낸다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91" name="가로 글상자 90"/>
          <p:cNvSpPr txBox="1"/>
          <p:nvPr/>
        </p:nvSpPr>
        <p:spPr>
          <a:xfrm>
            <a:off x="509586" y="294858"/>
            <a:ext cx="393396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 sz="3500" b="1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98" name="선 97"/>
          <p:cNvCxnSpPr>
            <a:cxnSpLocks/>
          </p:cNvCxnSpPr>
          <p:nvPr/>
        </p:nvCxnSpPr>
        <p:spPr>
          <a:xfrm>
            <a:off x="2807667" y="1665480"/>
            <a:ext cx="0" cy="4210893"/>
          </a:xfrm>
          <a:prstGeom prst="line">
            <a:avLst/>
          </a:prstGeom>
          <a:ln w="25400">
            <a:solidFill>
              <a:srgbClr val="7677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그림 98"/>
          <p:cNvPicPr>
            <a:picLocks noChangeAspect="1"/>
          </p:cNvPicPr>
          <p:nvPr/>
        </p:nvPicPr>
        <p:blipFill rotWithShape="1">
          <a:blip r:embed="rId3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100" name="가로 글상자 99"/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101" name="타원 100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2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103" name="타원 102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4" name="타원 103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5" name="타원 104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6" name="타원 105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7" name="타원 106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8" name="타원 107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9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2" name="가로 글상자 69">
            <a:extLst>
              <a:ext uri="{FF2B5EF4-FFF2-40B4-BE49-F238E27FC236}">
                <a16:creationId xmlns:a16="http://schemas.microsoft.com/office/drawing/2014/main" id="{DD8A1A92-2DA5-C5F0-AB60-5AAAC0EB3D2C}"/>
              </a:ext>
            </a:extLst>
          </p:cNvPr>
          <p:cNvSpPr txBox="1"/>
          <p:nvPr/>
        </p:nvSpPr>
        <p:spPr>
          <a:xfrm>
            <a:off x="334928" y="385984"/>
            <a:ext cx="303692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게임의 정의</a:t>
            </a:r>
          </a:p>
        </p:txBody>
      </p:sp>
      <p:cxnSp>
        <p:nvCxnSpPr>
          <p:cNvPr id="6" name="선 102">
            <a:extLst>
              <a:ext uri="{FF2B5EF4-FFF2-40B4-BE49-F238E27FC236}">
                <a16:creationId xmlns:a16="http://schemas.microsoft.com/office/drawing/2014/main" id="{2963222E-4B15-CE02-907D-DF6A4E13A3A0}"/>
              </a:ext>
            </a:extLst>
          </p:cNvPr>
          <p:cNvCxnSpPr>
            <a:cxnSpLocks/>
          </p:cNvCxnSpPr>
          <p:nvPr/>
        </p:nvCxnSpPr>
        <p:spPr>
          <a:xfrm>
            <a:off x="386089" y="1003621"/>
            <a:ext cx="2911556" cy="0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378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그림 45"/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178" b="97822" l="4348" r="97826">
                        <a14:foregroundMark x1="10326" y1="15243" x2="10734" y2="82580"/>
                        <a14:foregroundMark x1="10870" y1="13568" x2="28940" y2="12563"/>
                        <a14:foregroundMark x1="29620" y1="13065" x2="28940" y2="17923"/>
                        <a14:foregroundMark x1="29891" y1="18090" x2="58288" y2="17085"/>
                        <a14:foregroundMark x1="58288" y1="6030" x2="58696" y2="16248"/>
                        <a14:foregroundMark x1="61277" y1="5360" x2="83152" y2="4858"/>
                        <a14:foregroundMark x1="57065" y1="12898" x2="57337" y2="10218"/>
                        <a14:foregroundMark x1="57065" y1="13400" x2="57065" y2="15243"/>
                        <a14:foregroundMark x1="82609" y1="4355" x2="88451" y2="6030"/>
                        <a14:foregroundMark x1="89130" y1="7538" x2="89946" y2="17253"/>
                        <a14:foregroundMark x1="89946" y1="21608" x2="89130" y2="78392"/>
                        <a14:foregroundMark x1="88587" y1="79397" x2="88859" y2="84590"/>
                        <a14:foregroundMark x1="87636" y1="84255" x2="80163" y2="85762"/>
                        <a14:foregroundMark x1="78533" y1="86432" x2="66848" y2="83920"/>
                        <a14:foregroundMark x1="69837" y1="86432" x2="57201" y2="83920"/>
                        <a14:foregroundMark x1="56658" y1="86432" x2="50136" y2="81910"/>
                        <a14:foregroundMark x1="50679" y1="80737" x2="44565" y2="79397"/>
                        <a14:foregroundMark x1="45109" y1="81575" x2="44973" y2="93802"/>
                        <a14:foregroundMark x1="45109" y1="95645" x2="26495" y2="94807"/>
                        <a14:foregroundMark x1="26495" y1="93635" x2="26223" y2="83585"/>
                        <a14:foregroundMark x1="26223" y1="83752" x2="10190" y2="84255"/>
                        <a14:foregroundMark x1="20652" y1="85930" x2="18071" y2="8576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1386" y="2640413"/>
            <a:ext cx="525183" cy="425998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1457269" cy="1164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KoddiUD 온고딕 Regular" panose="020B0503000000000000"/>
              </a:rPr>
              <a:t>글자 크기</a:t>
            </a:r>
            <a:endParaRPr lang="ko-KR" altLang="en-US">
              <a:latin typeface="충북대70주년체 Regular"/>
              <a:ea typeface="KoddiUD 온고딕 Regular" panose="020B0503000000000000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KoddiUD 온고딕 Regular" panose="020B0503000000000000"/>
              </a:rPr>
              <a:t>ㄱ </a:t>
            </a:r>
            <a:r>
              <a:rPr lang="en-US" altLang="ko-KR" sz="2600">
                <a:latin typeface="충북대70주년체 Regular"/>
                <a:ea typeface="KoddiUD 온고딕 Regular" panose="020B0503000000000000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KoddiUD 온고딕 Regular" panose="020B0503000000000000"/>
              </a:rPr>
              <a:t>ㄱ </a:t>
            </a:r>
            <a:r>
              <a:rPr lang="en-US" altLang="ko-KR" sz="1400">
                <a:latin typeface="충북대70주년체 Regular"/>
                <a:ea typeface="KoddiUD 온고딕 Regular" panose="020B0503000000000000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KoddiUD 온고딕 Regular" panose="020B0503000000000000"/>
              </a:rPr>
              <a:t>ㄱ </a:t>
            </a:r>
            <a:r>
              <a:rPr lang="en-US" altLang="ko-KR" sz="1100">
                <a:latin typeface="충북대70주년체 Regular"/>
                <a:ea typeface="KoddiUD 온고딕 Regular" panose="020B0503000000000000"/>
              </a:rPr>
              <a:t>(11)</a:t>
            </a: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16166" y="1301432"/>
            <a:ext cx="2347099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dirty="0">
                <a:latin typeface="충북대70주년체 Regular"/>
                <a:ea typeface="KoddiUD 온고딕 Regular" panose="020B0503000000000000"/>
              </a:rPr>
              <a:t>글꼴</a:t>
            </a:r>
          </a:p>
          <a:p>
            <a:pPr lvl="0">
              <a:defRPr/>
            </a:pPr>
            <a:r>
              <a:rPr lang="en-US" altLang="ko-KR" sz="1900" dirty="0" err="1">
                <a:latin typeface="충북대70주년체 Regular"/>
                <a:ea typeface="KoddiUD 온고딕 Regular" panose="020B0503000000000000"/>
              </a:rPr>
              <a:t>KoddiUD</a:t>
            </a:r>
            <a:r>
              <a:rPr lang="en-US" altLang="ko-KR" sz="1900" dirty="0">
                <a:latin typeface="충북대70주년체 Regular"/>
                <a:ea typeface="KoddiUD 온고딕 Regular" panose="020B0503000000000000"/>
              </a:rPr>
              <a:t> </a:t>
            </a:r>
            <a:r>
              <a:rPr lang="ko-KR" altLang="en-US" sz="1900" dirty="0" err="1">
                <a:latin typeface="충북대70주년체 Regular"/>
                <a:ea typeface="KoddiUD 온고딕 Regular" panose="020B0503000000000000"/>
              </a:rPr>
              <a:t>온고딕</a:t>
            </a:r>
            <a:r>
              <a:rPr lang="en-US" altLang="ko-KR" sz="1900">
                <a:latin typeface="충북대70주년체 Regular"/>
                <a:ea typeface="KoddiUD 온고딕 Regular" panose="020B0503000000000000"/>
              </a:rPr>
              <a:t> Regular</a:t>
            </a:r>
            <a:endParaRPr lang="ko-KR" altLang="en-US" sz="1900" dirty="0">
              <a:latin typeface="충북대70주년체 Regular"/>
              <a:ea typeface="KoddiUD 온고딕 Regular" panose="020B0503000000000000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4364019" y="4734009"/>
            <a:ext cx="663550" cy="540000"/>
            <a:chOff x="5972648" y="3077844"/>
            <a:chExt cx="663550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83" name="TextBox 82"/>
            <p:cNvSpPr txBox="1"/>
            <p:nvPr/>
          </p:nvSpPr>
          <p:spPr>
            <a:xfrm>
              <a:off x="5972648" y="3143397"/>
              <a:ext cx="6635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애니</a:t>
              </a:r>
              <a:endParaRPr lang="en-US" altLang="ko-KR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  <a:p>
              <a:pPr algn="ctr"/>
              <a:r>
                <a:rPr lang="ko-KR" altLang="en-US" sz="1000" b="1" dirty="0" err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메이션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3" name="타원 102"/>
            <p:cNvSpPr>
              <a:spLocks noChangeAspect="1"/>
            </p:cNvSpPr>
            <p:nvPr/>
          </p:nvSpPr>
          <p:spPr>
            <a:xfrm>
              <a:off x="6037291" y="3077844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14" name="그룹 13"/>
          <p:cNvGrpSpPr/>
          <p:nvPr/>
        </p:nvGrpSpPr>
        <p:grpSpPr>
          <a:xfrm>
            <a:off x="2444882" y="1708891"/>
            <a:ext cx="835991" cy="540000"/>
            <a:chOff x="2423699" y="3127945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73" name="TextBox 72"/>
            <p:cNvSpPr txBox="1"/>
            <p:nvPr/>
          </p:nvSpPr>
          <p:spPr>
            <a:xfrm>
              <a:off x="2423699" y="3271038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책임</a:t>
              </a:r>
            </a:p>
          </p:txBody>
        </p:sp>
        <p:sp>
          <p:nvSpPr>
            <p:cNvPr id="112" name="타원 111"/>
            <p:cNvSpPr>
              <a:spLocks noChangeAspect="1"/>
            </p:cNvSpPr>
            <p:nvPr/>
          </p:nvSpPr>
          <p:spPr>
            <a:xfrm>
              <a:off x="2573127" y="3127945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4" name="그룹 23"/>
          <p:cNvGrpSpPr/>
          <p:nvPr/>
        </p:nvGrpSpPr>
        <p:grpSpPr>
          <a:xfrm>
            <a:off x="1709249" y="1742215"/>
            <a:ext cx="835991" cy="540000"/>
            <a:chOff x="3016278" y="3746595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75" name="TextBox 74"/>
            <p:cNvSpPr txBox="1"/>
            <p:nvPr/>
          </p:nvSpPr>
          <p:spPr>
            <a:xfrm>
              <a:off x="3016278" y="3893484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ECEDF1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동조</a:t>
              </a:r>
            </a:p>
          </p:txBody>
        </p:sp>
        <p:sp>
          <p:nvSpPr>
            <p:cNvPr id="113" name="타원 112"/>
            <p:cNvSpPr>
              <a:spLocks noChangeAspect="1"/>
            </p:cNvSpPr>
            <p:nvPr/>
          </p:nvSpPr>
          <p:spPr>
            <a:xfrm>
              <a:off x="3163212" y="3746595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40" name="그룹 39"/>
          <p:cNvGrpSpPr/>
          <p:nvPr/>
        </p:nvGrpSpPr>
        <p:grpSpPr>
          <a:xfrm>
            <a:off x="3775508" y="5301093"/>
            <a:ext cx="835991" cy="540000"/>
            <a:chOff x="4738892" y="5013143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63" name="TextBox 62"/>
            <p:cNvSpPr txBox="1"/>
            <p:nvPr/>
          </p:nvSpPr>
          <p:spPr>
            <a:xfrm>
              <a:off x="4738892" y="5160032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사운드</a:t>
              </a:r>
            </a:p>
          </p:txBody>
        </p:sp>
        <p:sp>
          <p:nvSpPr>
            <p:cNvPr id="114" name="타원 113"/>
            <p:cNvSpPr/>
            <p:nvPr/>
          </p:nvSpPr>
          <p:spPr>
            <a:xfrm>
              <a:off x="4886888" y="5013143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5" name="그룹 24"/>
          <p:cNvGrpSpPr/>
          <p:nvPr/>
        </p:nvGrpSpPr>
        <p:grpSpPr>
          <a:xfrm>
            <a:off x="2525749" y="3801702"/>
            <a:ext cx="941436" cy="792000"/>
            <a:chOff x="639049" y="5117246"/>
            <a:chExt cx="941436" cy="792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45" name="TextBox 44"/>
            <p:cNvSpPr txBox="1"/>
            <p:nvPr/>
          </p:nvSpPr>
          <p:spPr>
            <a:xfrm>
              <a:off x="639049" y="5315385"/>
              <a:ext cx="941436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선택</a:t>
              </a:r>
              <a:endParaRPr lang="ko-KR" altLang="en-US" sz="19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6" name="타원 115"/>
            <p:cNvSpPr>
              <a:spLocks noChangeAspect="1"/>
            </p:cNvSpPr>
            <p:nvPr/>
          </p:nvSpPr>
          <p:spPr>
            <a:xfrm>
              <a:off x="719811" y="5117246"/>
              <a:ext cx="792000" cy="792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6" name="그룹 35"/>
          <p:cNvGrpSpPr/>
          <p:nvPr/>
        </p:nvGrpSpPr>
        <p:grpSpPr>
          <a:xfrm>
            <a:off x="2331387" y="3118502"/>
            <a:ext cx="835991" cy="540000"/>
            <a:chOff x="1603467" y="5077284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grpSp>
          <p:nvGrpSpPr>
            <p:cNvPr id="8" name="그룹 7"/>
            <p:cNvGrpSpPr/>
            <p:nvPr/>
          </p:nvGrpSpPr>
          <p:grpSpPr>
            <a:xfrm>
              <a:off x="1795693" y="5138403"/>
              <a:ext cx="449810" cy="435930"/>
              <a:chOff x="5092520" y="4314254"/>
              <a:chExt cx="2106880" cy="2041865"/>
            </a:xfrm>
          </p:grpSpPr>
          <p:pic>
            <p:nvPicPr>
              <p:cNvPr id="7" name="그림 6"/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49533" b="100000" l="23430" r="100000">
                            <a14:foregroundMark x1="34783" y1="55374" x2="36473" y2="93224"/>
                            <a14:foregroundMark x1="32609" y1="56075" x2="31401" y2="80374"/>
                            <a14:foregroundMark x1="35749" y1="55607" x2="42995" y2="57009"/>
                            <a14:foregroundMark x1="42995" y1="60981" x2="42995" y2="78738"/>
                            <a14:foregroundMark x1="32850" y1="91822" x2="38164" y2="92991"/>
                            <a14:foregroundMark x1="29952" y1="74766" x2="33816" y2="73364"/>
                            <a14:foregroundMark x1="41304" y1="84579" x2="41063" y2="87150"/>
                            <a14:foregroundMark x1="29710" y1="92056" x2="43961" y2="92523"/>
                            <a14:foregroundMark x1="26570" y1="92991" x2="33816" y2="89019"/>
                            <a14:foregroundMark x1="28019" y1="92991" x2="35990" y2="96963"/>
                            <a14:foregroundMark x1="37198" y1="96963" x2="46377" y2="92523"/>
                            <a14:foregroundMark x1="46618" y1="92757" x2="48068" y2="92757"/>
                            <a14:foregroundMark x1="80918" y1="85047" x2="82126" y2="93925"/>
                            <a14:foregroundMark x1="77778" y1="92757" x2="81159" y2="91121"/>
                            <a14:foregroundMark x1="76087" y1="92290" x2="86232" y2="97196"/>
                            <a14:foregroundMark x1="95411" y1="92523" x2="89130" y2="95093"/>
                            <a14:foregroundMark x1="93961" y1="91121" x2="96618" y2="92523"/>
                            <a14:foregroundMark x1="96377" y1="93224" x2="98551" y2="92523"/>
                            <a14:backgroundMark x1="90097" y1="98598" x2="97585" y2="95794"/>
                            <a14:backgroundMark x1="97826" y1="83645" x2="98068" y2="89252"/>
                          </a14:backgroundRemoval>
                        </a14:imgEffect>
                      </a14:imgLayer>
                    </a14:imgProps>
                  </a:ext>
                </a:extLst>
              </a:blip>
              <a:srcRect l="24339" t="49728" r="48341" b="193"/>
              <a:stretch/>
            </p:blipFill>
            <p:spPr>
              <a:xfrm>
                <a:off x="5092520" y="4314254"/>
                <a:ext cx="1077461" cy="2041865"/>
              </a:xfrm>
              <a:prstGeom prst="rect">
                <a:avLst/>
              </a:prstGeom>
            </p:spPr>
          </p:pic>
          <p:pic>
            <p:nvPicPr>
              <p:cNvPr id="99" name="그림 98"/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49533" b="100000" l="23430" r="100000">
                            <a14:foregroundMark x1="34783" y1="55374" x2="36473" y2="93224"/>
                            <a14:foregroundMark x1="32609" y1="56075" x2="31401" y2="80374"/>
                            <a14:foregroundMark x1="35749" y1="55607" x2="42995" y2="57009"/>
                            <a14:foregroundMark x1="42995" y1="60981" x2="42995" y2="78738"/>
                            <a14:foregroundMark x1="32850" y1="91822" x2="38164" y2="92991"/>
                            <a14:foregroundMark x1="29952" y1="74766" x2="33816" y2="73364"/>
                            <a14:foregroundMark x1="41304" y1="84579" x2="41063" y2="87150"/>
                            <a14:foregroundMark x1="29710" y1="92056" x2="43961" y2="92523"/>
                            <a14:foregroundMark x1="26570" y1="92991" x2="33816" y2="89019"/>
                            <a14:foregroundMark x1="28019" y1="92991" x2="35990" y2="96963"/>
                            <a14:foregroundMark x1="37198" y1="96963" x2="46377" y2="92523"/>
                            <a14:foregroundMark x1="46618" y1="92757" x2="48068" y2="92757"/>
                            <a14:foregroundMark x1="80918" y1="85047" x2="82126" y2="93925"/>
                            <a14:foregroundMark x1="77778" y1="92757" x2="81159" y2="91121"/>
                            <a14:foregroundMark x1="76087" y1="92290" x2="86232" y2="97196"/>
                            <a14:foregroundMark x1="95411" y1="92523" x2="89130" y2="95093"/>
                            <a14:foregroundMark x1="93961" y1="91121" x2="96618" y2="92523"/>
                            <a14:foregroundMark x1="96377" y1="93224" x2="98551" y2="92523"/>
                            <a14:backgroundMark x1="90097" y1="98598" x2="97585" y2="95794"/>
                            <a14:backgroundMark x1="97826" y1="83645" x2="98068" y2="89252"/>
                          </a14:backgroundRemoval>
                        </a14:imgEffect>
                      </a14:imgLayer>
                    </a14:imgProps>
                  </a:ext>
                </a:extLst>
              </a:blip>
              <a:srcRect l="73231" t="49728" r="27" b="193"/>
              <a:stretch/>
            </p:blipFill>
            <p:spPr>
              <a:xfrm>
                <a:off x="6144745" y="4314254"/>
                <a:ext cx="1054655" cy="2041865"/>
              </a:xfrm>
              <a:prstGeom prst="rect">
                <a:avLst/>
              </a:prstGeom>
            </p:spPr>
          </p:pic>
        </p:grpSp>
        <p:sp>
          <p:nvSpPr>
            <p:cNvPr id="59" name="TextBox 58"/>
            <p:cNvSpPr txBox="1"/>
            <p:nvPr/>
          </p:nvSpPr>
          <p:spPr>
            <a:xfrm>
              <a:off x="1603467" y="5224174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NPC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7" name="타원 116"/>
            <p:cNvSpPr>
              <a:spLocks noChangeAspect="1"/>
            </p:cNvSpPr>
            <p:nvPr/>
          </p:nvSpPr>
          <p:spPr>
            <a:xfrm>
              <a:off x="1750598" y="5077284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42" name="그룹 41"/>
          <p:cNvGrpSpPr/>
          <p:nvPr/>
        </p:nvGrpSpPr>
        <p:grpSpPr>
          <a:xfrm>
            <a:off x="3030750" y="5258879"/>
            <a:ext cx="835991" cy="540000"/>
            <a:chOff x="4090854" y="4639265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61" name="TextBox 60"/>
            <p:cNvSpPr txBox="1"/>
            <p:nvPr/>
          </p:nvSpPr>
          <p:spPr>
            <a:xfrm>
              <a:off x="4090854" y="4781576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배경</a:t>
              </a:r>
            </a:p>
          </p:txBody>
        </p:sp>
        <p:sp>
          <p:nvSpPr>
            <p:cNvPr id="118" name="타원 117"/>
            <p:cNvSpPr/>
            <p:nvPr/>
          </p:nvSpPr>
          <p:spPr>
            <a:xfrm>
              <a:off x="4239381" y="4639265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7" name="그룹 36"/>
          <p:cNvGrpSpPr/>
          <p:nvPr/>
        </p:nvGrpSpPr>
        <p:grpSpPr>
          <a:xfrm>
            <a:off x="1814511" y="4342289"/>
            <a:ext cx="835991" cy="540000"/>
            <a:chOff x="3094043" y="5468506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67" name="TextBox 66"/>
            <p:cNvSpPr txBox="1"/>
            <p:nvPr/>
          </p:nvSpPr>
          <p:spPr>
            <a:xfrm>
              <a:off x="3094043" y="5620103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행동</a:t>
              </a:r>
            </a:p>
          </p:txBody>
        </p:sp>
        <p:sp>
          <p:nvSpPr>
            <p:cNvPr id="119" name="타원 118"/>
            <p:cNvSpPr/>
            <p:nvPr/>
          </p:nvSpPr>
          <p:spPr>
            <a:xfrm>
              <a:off x="3241763" y="5468506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2" name="그룹 31"/>
          <p:cNvGrpSpPr/>
          <p:nvPr/>
        </p:nvGrpSpPr>
        <p:grpSpPr>
          <a:xfrm>
            <a:off x="1770520" y="3606730"/>
            <a:ext cx="835991" cy="540000"/>
            <a:chOff x="4888602" y="4861789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65" name="TextBox 64"/>
            <p:cNvSpPr txBox="1"/>
            <p:nvPr/>
          </p:nvSpPr>
          <p:spPr>
            <a:xfrm>
              <a:off x="4888602" y="5007579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대화</a:t>
              </a:r>
            </a:p>
          </p:txBody>
        </p:sp>
        <p:sp>
          <p:nvSpPr>
            <p:cNvPr id="120" name="타원 119"/>
            <p:cNvSpPr/>
            <p:nvPr/>
          </p:nvSpPr>
          <p:spPr>
            <a:xfrm>
              <a:off x="5037462" y="4861789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sp>
        <p:nvSpPr>
          <p:cNvPr id="4" name="가로 글상자 69">
            <a:extLst>
              <a:ext uri="{FF2B5EF4-FFF2-40B4-BE49-F238E27FC236}">
                <a16:creationId xmlns:a16="http://schemas.microsoft.com/office/drawing/2014/main" id="{3D3A791E-A7CA-28E4-0A55-FA7AA967C4B5}"/>
              </a:ext>
            </a:extLst>
          </p:cNvPr>
          <p:cNvSpPr txBox="1"/>
          <p:nvPr/>
        </p:nvSpPr>
        <p:spPr>
          <a:xfrm>
            <a:off x="334928" y="385984"/>
            <a:ext cx="3354865" cy="63094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  <a:reflection blurRad="6350" stA="52000" endA="300" endPos="35000" dir="5400000" sy="-100000" algn="bl" rotWithShape="0"/>
          </a:effectLst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컨텐츠 볼륨 맵</a:t>
            </a:r>
          </a:p>
        </p:txBody>
      </p:sp>
      <p:cxnSp>
        <p:nvCxnSpPr>
          <p:cNvPr id="5" name="선 102">
            <a:extLst>
              <a:ext uri="{FF2B5EF4-FFF2-40B4-BE49-F238E27FC236}">
                <a16:creationId xmlns:a16="http://schemas.microsoft.com/office/drawing/2014/main" id="{CBE2A100-56F5-F617-2A5A-C4C810766680}"/>
              </a:ext>
            </a:extLst>
          </p:cNvPr>
          <p:cNvCxnSpPr>
            <a:cxnSpLocks/>
          </p:cNvCxnSpPr>
          <p:nvPr/>
        </p:nvCxnSpPr>
        <p:spPr>
          <a:xfrm>
            <a:off x="386089" y="1003621"/>
            <a:ext cx="2911556" cy="0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098D9E-64F4-12D2-8684-D6EA90C35C91}"/>
              </a:ext>
            </a:extLst>
          </p:cNvPr>
          <p:cNvGrpSpPr/>
          <p:nvPr/>
        </p:nvGrpSpPr>
        <p:grpSpPr>
          <a:xfrm>
            <a:off x="5466874" y="3163012"/>
            <a:ext cx="835991" cy="540000"/>
            <a:chOff x="-572119" y="2161512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pic>
          <p:nvPicPr>
            <p:cNvPr id="86" name="그림 85"/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-274484" y="2206021"/>
              <a:ext cx="229495" cy="450981"/>
            </a:xfrm>
            <a:prstGeom prst="ellipse">
              <a:avLst/>
            </a:prstGeom>
            <a:ln w="190500" cap="rnd">
              <a:noFill/>
              <a:prstDash val="solid"/>
            </a:ln>
            <a:effectLst>
              <a:outerShdw blurRad="127000" algn="bl" rotWithShape="0">
                <a:srgbClr val="000000"/>
              </a:outerShdw>
            </a:effectLst>
            <a:scene3d>
              <a:camera prst="perspectiveFront" fov="5400000"/>
              <a:lightRig rig="threePt" dir="t">
                <a:rot lat="0" lon="0" rev="19200000"/>
              </a:lightRig>
            </a:scene3d>
            <a:sp3d extrusionH="25400">
              <a:bevelT w="304800" h="152400" prst="hardEdge"/>
              <a:extrusionClr>
                <a:srgbClr val="000000"/>
              </a:extrusionClr>
            </a:sp3d>
          </p:spPr>
        </p:pic>
        <p:sp>
          <p:nvSpPr>
            <p:cNvPr id="87" name="타원 86"/>
            <p:cNvSpPr>
              <a:spLocks noChangeAspect="1"/>
            </p:cNvSpPr>
            <p:nvPr/>
          </p:nvSpPr>
          <p:spPr>
            <a:xfrm>
              <a:off x="-424666" y="2161512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-572119" y="2309926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몬스터</a:t>
              </a:r>
            </a:p>
          </p:txBody>
        </p:sp>
      </p:grpSp>
      <p:grpSp>
        <p:nvGrpSpPr>
          <p:cNvPr id="13" name="그룹 12"/>
          <p:cNvGrpSpPr/>
          <p:nvPr/>
        </p:nvGrpSpPr>
        <p:grpSpPr>
          <a:xfrm>
            <a:off x="2047801" y="2427330"/>
            <a:ext cx="835991" cy="540000"/>
            <a:chOff x="1687204" y="3133654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111" name="타원 110"/>
            <p:cNvSpPr>
              <a:spLocks noChangeAspect="1"/>
            </p:cNvSpPr>
            <p:nvPr/>
          </p:nvSpPr>
          <p:spPr>
            <a:xfrm>
              <a:off x="1837146" y="313365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A6A1E58-3645-ABD7-65A7-EE828E15B927}"/>
                </a:ext>
              </a:extLst>
            </p:cNvPr>
            <p:cNvSpPr txBox="1"/>
            <p:nvPr/>
          </p:nvSpPr>
          <p:spPr>
            <a:xfrm>
              <a:off x="1687204" y="3275361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타인</a:t>
              </a:r>
            </a:p>
          </p:txBody>
        </p:sp>
      </p:grpSp>
      <p:sp>
        <p:nvSpPr>
          <p:cNvPr id="27" name="TextBox 26"/>
          <p:cNvSpPr txBox="1"/>
          <p:nvPr/>
        </p:nvSpPr>
        <p:spPr>
          <a:xfrm>
            <a:off x="7890640" y="5497272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4934" y="5942700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확장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119" y="5076561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핵심</a:t>
            </a:r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5F3220DF-42F7-178C-6F4F-8650D7780A27}"/>
              </a:ext>
            </a:extLst>
          </p:cNvPr>
          <p:cNvSpPr>
            <a:spLocks noChangeAspect="1"/>
          </p:cNvSpPr>
          <p:nvPr/>
        </p:nvSpPr>
        <p:spPr>
          <a:xfrm>
            <a:off x="7710640" y="5544564"/>
            <a:ext cx="180000" cy="18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F461C705-4548-C42A-E049-FE8CF5509873}"/>
              </a:ext>
            </a:extLst>
          </p:cNvPr>
          <p:cNvSpPr>
            <a:spLocks noChangeAspect="1"/>
          </p:cNvSpPr>
          <p:nvPr/>
        </p:nvSpPr>
        <p:spPr>
          <a:xfrm>
            <a:off x="7710640" y="5971744"/>
            <a:ext cx="180000" cy="180000"/>
          </a:xfrm>
          <a:prstGeom prst="ellipse">
            <a:avLst/>
          </a:prstGeom>
          <a:noFill/>
          <a:ln w="38100">
            <a:solidFill>
              <a:srgbClr val="EB657E"/>
            </a:solidFill>
          </a:ln>
          <a:effectLst>
            <a:glow rad="101600">
              <a:srgbClr val="EB657E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1B7705C0-E6AC-F089-9F23-12D5B313B87E}"/>
              </a:ext>
            </a:extLst>
          </p:cNvPr>
          <p:cNvSpPr/>
          <p:nvPr/>
        </p:nvSpPr>
        <p:spPr>
          <a:xfrm>
            <a:off x="7712496" y="5111995"/>
            <a:ext cx="180000" cy="180000"/>
          </a:xfrm>
          <a:prstGeom prst="ellipse">
            <a:avLst/>
          </a:prstGeom>
          <a:noFill/>
          <a:ln w="38100">
            <a:solidFill>
              <a:srgbClr val="496F78"/>
            </a:solidFill>
          </a:ln>
          <a:effectLst>
            <a:glow rad="101600">
              <a:srgbClr val="496F78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1293FE68-7B2A-F738-1EC2-E31084AB17F1}"/>
              </a:ext>
            </a:extLst>
          </p:cNvPr>
          <p:cNvGrpSpPr/>
          <p:nvPr/>
        </p:nvGrpSpPr>
        <p:grpSpPr>
          <a:xfrm>
            <a:off x="5634620" y="3907158"/>
            <a:ext cx="654148" cy="540000"/>
            <a:chOff x="3155701" y="1994181"/>
            <a:chExt cx="654148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39" name="타원 38"/>
            <p:cNvSpPr>
              <a:spLocks noChangeAspect="1"/>
            </p:cNvSpPr>
            <p:nvPr/>
          </p:nvSpPr>
          <p:spPr>
            <a:xfrm>
              <a:off x="3212775" y="1994181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9256C07-9088-B797-DD80-5144B1E4AA5B}"/>
                </a:ext>
              </a:extLst>
            </p:cNvPr>
            <p:cNvSpPr txBox="1"/>
            <p:nvPr/>
          </p:nvSpPr>
          <p:spPr>
            <a:xfrm>
              <a:off x="3155701" y="2144361"/>
              <a:ext cx="654148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퍼즐</a:t>
              </a:r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958CCD5F-0A1D-98AF-CB85-4218EE456C61}"/>
              </a:ext>
            </a:extLst>
          </p:cNvPr>
          <p:cNvSpPr txBox="1"/>
          <p:nvPr/>
        </p:nvSpPr>
        <p:spPr>
          <a:xfrm>
            <a:off x="-1229933" y="2131479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BC321C18-83DF-4B49-1473-FD02C423E2A4}"/>
              </a:ext>
            </a:extLst>
          </p:cNvPr>
          <p:cNvGrpSpPr/>
          <p:nvPr/>
        </p:nvGrpSpPr>
        <p:grpSpPr>
          <a:xfrm>
            <a:off x="4660800" y="3504743"/>
            <a:ext cx="932892" cy="792000"/>
            <a:chOff x="2140306" y="1573404"/>
            <a:chExt cx="932892" cy="792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77" name="타원 76"/>
            <p:cNvSpPr>
              <a:spLocks noChangeAspect="1"/>
            </p:cNvSpPr>
            <p:nvPr/>
          </p:nvSpPr>
          <p:spPr>
            <a:xfrm>
              <a:off x="2210751" y="1573404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EA392294-33B9-D24C-C8E5-DF7D6C450063}"/>
                </a:ext>
              </a:extLst>
            </p:cNvPr>
            <p:cNvSpPr txBox="1"/>
            <p:nvPr/>
          </p:nvSpPr>
          <p:spPr>
            <a:xfrm>
              <a:off x="2140306" y="1780106"/>
              <a:ext cx="932892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장애물</a:t>
              </a: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2CF9DFB5-FA4C-3611-7D19-236B33F11900}"/>
              </a:ext>
            </a:extLst>
          </p:cNvPr>
          <p:cNvGrpSpPr/>
          <p:nvPr/>
        </p:nvGrpSpPr>
        <p:grpSpPr>
          <a:xfrm>
            <a:off x="3449691" y="4360366"/>
            <a:ext cx="835991" cy="792000"/>
            <a:chOff x="2188756" y="1573404"/>
            <a:chExt cx="835991" cy="792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5FAABA3B-15B5-FECC-BAD9-5307F1E737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10751" y="1573404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E47222A-4C97-EFB3-C62D-D55A051DE3B1}"/>
                </a:ext>
              </a:extLst>
            </p:cNvPr>
            <p:cNvSpPr txBox="1"/>
            <p:nvPr/>
          </p:nvSpPr>
          <p:spPr>
            <a:xfrm>
              <a:off x="2188756" y="1781770"/>
              <a:ext cx="835991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연출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B0BC1F17-94B8-801C-5866-6EF4405814DF}"/>
              </a:ext>
            </a:extLst>
          </p:cNvPr>
          <p:cNvGrpSpPr/>
          <p:nvPr/>
        </p:nvGrpSpPr>
        <p:grpSpPr>
          <a:xfrm>
            <a:off x="4167564" y="2248492"/>
            <a:ext cx="835991" cy="792000"/>
            <a:chOff x="2188756" y="1573404"/>
            <a:chExt cx="835991" cy="792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96E2A81D-67E1-9AC5-DA67-DFF93FDEF4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10751" y="1573404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EF59877E-8813-9093-FA89-FCE7C9B19E77}"/>
                </a:ext>
              </a:extLst>
            </p:cNvPr>
            <p:cNvSpPr txBox="1"/>
            <p:nvPr/>
          </p:nvSpPr>
          <p:spPr>
            <a:xfrm>
              <a:off x="2188756" y="1845071"/>
              <a:ext cx="835991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탐색</a:t>
              </a:r>
            </a:p>
          </p:txBody>
        </p:sp>
      </p:grpSp>
      <p:sp>
        <p:nvSpPr>
          <p:cNvPr id="122" name="타원 121">
            <a:extLst>
              <a:ext uri="{FF2B5EF4-FFF2-40B4-BE49-F238E27FC236}">
                <a16:creationId xmlns:a16="http://schemas.microsoft.com/office/drawing/2014/main" id="{2AC7E1FC-2268-93F7-B643-2C8B2EDBEBDA}"/>
              </a:ext>
            </a:extLst>
          </p:cNvPr>
          <p:cNvSpPr>
            <a:spLocks noChangeAspect="1"/>
          </p:cNvSpPr>
          <p:nvPr/>
        </p:nvSpPr>
        <p:spPr>
          <a:xfrm>
            <a:off x="5146569" y="2567370"/>
            <a:ext cx="540000" cy="54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  <a:reflection blurRad="6350" stA="52000" endA="300" endPos="350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0C0A5BD-D0EC-AAD3-732C-B6D42E62756D}"/>
              </a:ext>
            </a:extLst>
          </p:cNvPr>
          <p:cNvSpPr txBox="1"/>
          <p:nvPr/>
        </p:nvSpPr>
        <p:spPr>
          <a:xfrm>
            <a:off x="5089495" y="2717550"/>
            <a:ext cx="654148" cy="246221"/>
          </a:xfrm>
          <a:prstGeom prst="rect">
            <a:avLst/>
          </a:prstGeom>
          <a:noFill/>
          <a:ln>
            <a:noFill/>
          </a:ln>
          <a:effectLst>
            <a:reflection blurRad="6350" stA="52000" endA="300" endPos="35000" dir="5400000" sy="-100000" algn="bl" rotWithShape="0"/>
          </a:effectLst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맵</a:t>
            </a:r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2A03A898-55D9-84C1-B330-FAAF9E76FBC7}"/>
              </a:ext>
            </a:extLst>
          </p:cNvPr>
          <p:cNvGrpSpPr/>
          <p:nvPr/>
        </p:nvGrpSpPr>
        <p:grpSpPr>
          <a:xfrm>
            <a:off x="4252454" y="1525140"/>
            <a:ext cx="654148" cy="540000"/>
            <a:chOff x="6258258" y="1738987"/>
            <a:chExt cx="654148" cy="540000"/>
          </a:xfrm>
          <a:effectLst>
            <a:reflection blurRad="6350" stA="52000" endA="300" endPos="35000" dir="5400000" sy="-100000" algn="bl" rotWithShape="0"/>
          </a:effectLst>
        </p:grpSpPr>
        <p:pic>
          <p:nvPicPr>
            <p:cNvPr id="106" name="그림 105"/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3346" b="100000" l="0" r="96414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399316" y="1805924"/>
              <a:ext cx="378952" cy="406127"/>
            </a:xfrm>
            <a:prstGeom prst="rect">
              <a:avLst/>
            </a:prstGeom>
          </p:spPr>
        </p:pic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635F9D30-2AA2-ED29-DAB2-68FE07CCBB59}"/>
                </a:ext>
              </a:extLst>
            </p:cNvPr>
            <p:cNvGrpSpPr/>
            <p:nvPr/>
          </p:nvGrpSpPr>
          <p:grpSpPr>
            <a:xfrm>
              <a:off x="6258258" y="1738987"/>
              <a:ext cx="654148" cy="540000"/>
              <a:chOff x="3155701" y="1994181"/>
              <a:chExt cx="654148" cy="540000"/>
            </a:xfrm>
          </p:grpSpPr>
          <p:sp>
            <p:nvSpPr>
              <p:cNvPr id="125" name="타원 124">
                <a:extLst>
                  <a:ext uri="{FF2B5EF4-FFF2-40B4-BE49-F238E27FC236}">
                    <a16:creationId xmlns:a16="http://schemas.microsoft.com/office/drawing/2014/main" id="{A04B6891-FB5D-8FD9-8827-CDB170C37D0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212775" y="1994181"/>
                <a:ext cx="540000" cy="540000"/>
              </a:xfrm>
              <a:prstGeom prst="ellipse">
                <a:avLst/>
              </a:prstGeom>
              <a:noFill/>
              <a:ln w="38100">
                <a:solidFill>
                  <a:srgbClr val="ECEDF1"/>
                </a:solidFill>
              </a:ln>
              <a:effectLst>
                <a:glow rad="101600">
                  <a:srgbClr val="ECEDF1">
                    <a:alpha val="30000"/>
                  </a:srgb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KoddiUD 온고딕 Regular" panose="020B0503000000000000" pitchFamily="50" charset="-127"/>
                  <a:ea typeface="KoddiUD 온고딕 Regular" panose="020B0503000000000000" pitchFamily="50" charset="-127"/>
                </a:endParaRPr>
              </a:p>
            </p:txBody>
          </p:sp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F06CCEA-0D8D-F4E7-58C6-19E811B74749}"/>
                  </a:ext>
                </a:extLst>
              </p:cNvPr>
              <p:cNvSpPr txBox="1"/>
              <p:nvPr/>
            </p:nvSpPr>
            <p:spPr>
              <a:xfrm>
                <a:off x="3155701" y="2144361"/>
                <a:ext cx="65414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b="1" dirty="0">
                    <a:solidFill>
                      <a:srgbClr val="ECEDF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KoddiUD 온고딕 Regular" panose="020B0503000000000000" pitchFamily="50" charset="-127"/>
                    <a:ea typeface="KoddiUD 온고딕 Regular" panose="020B0503000000000000" pitchFamily="50" charset="-127"/>
                  </a:rPr>
                  <a:t>상점</a:t>
                </a:r>
              </a:p>
            </p:txBody>
          </p:sp>
        </p:grpSp>
      </p:grpSp>
      <p:grpSp>
        <p:nvGrpSpPr>
          <p:cNvPr id="6" name="그룹 5"/>
          <p:cNvGrpSpPr/>
          <p:nvPr/>
        </p:nvGrpSpPr>
        <p:grpSpPr>
          <a:xfrm>
            <a:off x="4939543" y="1840366"/>
            <a:ext cx="654148" cy="540000"/>
            <a:chOff x="6490985" y="2272982"/>
            <a:chExt cx="654148" cy="540000"/>
          </a:xfrm>
          <a:effectLst>
            <a:reflection blurRad="6350" stA="52000" endA="300" endPos="35000" dir="5400000" sy="-100000" algn="bl" rotWithShape="0"/>
          </a:effectLst>
        </p:grpSpPr>
        <p:pic>
          <p:nvPicPr>
            <p:cNvPr id="107" name="그림 106"/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957" b="100000" l="714" r="100000"/>
                      </a14:imgEffect>
                      <a14:imgEffect>
                        <a14:colorTemperature colorTemp="7700"/>
                      </a14:imgEffect>
                      <a14:imgEffect>
                        <a14:brightnessContrast contrast="8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668557" y="2380952"/>
              <a:ext cx="292343" cy="290952"/>
            </a:xfrm>
            <a:prstGeom prst="rect">
              <a:avLst/>
            </a:prstGeom>
          </p:spPr>
        </p:pic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339C604F-BDF1-F318-C22C-4C7DFD54955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48059" y="2272982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1A1A5F6A-E58A-294F-BD12-C8B6B12A024C}"/>
                </a:ext>
              </a:extLst>
            </p:cNvPr>
            <p:cNvSpPr txBox="1"/>
            <p:nvPr/>
          </p:nvSpPr>
          <p:spPr>
            <a:xfrm>
              <a:off x="6490985" y="2423162"/>
              <a:ext cx="654148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조사</a:t>
              </a:r>
            </a:p>
          </p:txBody>
        </p:sp>
      </p:grpSp>
      <p:grpSp>
        <p:nvGrpSpPr>
          <p:cNvPr id="35" name="그룹 34"/>
          <p:cNvGrpSpPr/>
          <p:nvPr/>
        </p:nvGrpSpPr>
        <p:grpSpPr>
          <a:xfrm>
            <a:off x="3467184" y="3077770"/>
            <a:ext cx="1080000" cy="1080000"/>
            <a:chOff x="2884352" y="3469691"/>
            <a:chExt cx="1080000" cy="1080000"/>
          </a:xfrm>
          <a:effectLst>
            <a:reflection blurRad="6350" stA="52000" endA="300" endPos="35000" dir="5400000" sy="-100000" algn="bl" rotWithShape="0"/>
          </a:effectLst>
        </p:grpSpPr>
        <p:pic>
          <p:nvPicPr>
            <p:cNvPr id="95" name="그림 94">
              <a:extLst>
                <a:ext uri="{FF2B5EF4-FFF2-40B4-BE49-F238E27FC236}">
                  <a16:creationId xmlns:a16="http://schemas.microsoft.com/office/drawing/2014/main" id="{B98B4BE3-7DA2-92D9-82A6-DFEE6FC24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ackgroundRemoval t="3457" b="96296" l="9735" r="89381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120731" y="3469691"/>
              <a:ext cx="602667" cy="1080000"/>
            </a:xfrm>
            <a:prstGeom prst="rect">
              <a:avLst/>
            </a:prstGeom>
            <a:ln>
              <a:noFill/>
            </a:ln>
          </p:spPr>
        </p:pic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2B8E053-7A4D-DA2F-4810-EB8EA3C4D7BE}"/>
                </a:ext>
              </a:extLst>
            </p:cNvPr>
            <p:cNvSpPr txBox="1"/>
            <p:nvPr/>
          </p:nvSpPr>
          <p:spPr>
            <a:xfrm>
              <a:off x="2931862" y="3817330"/>
              <a:ext cx="980406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주인공</a:t>
              </a:r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D746AE60-DC8A-03AC-FEFD-856EE6F7460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84352" y="3469691"/>
              <a:ext cx="1080000" cy="108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12" name="그룹 11"/>
          <p:cNvGrpSpPr/>
          <p:nvPr/>
        </p:nvGrpSpPr>
        <p:grpSpPr>
          <a:xfrm>
            <a:off x="4869800" y="1118025"/>
            <a:ext cx="654148" cy="540000"/>
            <a:chOff x="7495047" y="3273800"/>
            <a:chExt cx="654148" cy="540000"/>
          </a:xfrm>
          <a:effectLst>
            <a:reflection blurRad="6350" stA="52000" endA="300" endPos="35000" dir="5400000" sy="-100000" algn="bl" rotWithShape="0"/>
          </a:effectLst>
        </p:grpSpPr>
        <p:pic>
          <p:nvPicPr>
            <p:cNvPr id="10" name="그림 9"/>
            <p:cNvPicPr>
              <a:picLocks noChangeAspect="1"/>
            </p:cNvPicPr>
            <p:nvPr/>
          </p:nvPicPr>
          <p:blipFill>
            <a:blip r:embed="rId15" cstate="print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8016" b="89946" l="9375" r="89946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88268" y="3304630"/>
              <a:ext cx="500292" cy="500292"/>
            </a:xfrm>
            <a:prstGeom prst="rect">
              <a:avLst/>
            </a:prstGeom>
          </p:spPr>
        </p:pic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1293FE68-7B2A-F738-1EC2-E31084AB17F1}"/>
                </a:ext>
              </a:extLst>
            </p:cNvPr>
            <p:cNvGrpSpPr/>
            <p:nvPr/>
          </p:nvGrpSpPr>
          <p:grpSpPr>
            <a:xfrm>
              <a:off x="7495047" y="3273800"/>
              <a:ext cx="654148" cy="540000"/>
              <a:chOff x="3155701" y="1994181"/>
              <a:chExt cx="654148" cy="540000"/>
            </a:xfrm>
          </p:grpSpPr>
          <p:sp>
            <p:nvSpPr>
              <p:cNvPr id="104" name="타원 103"/>
              <p:cNvSpPr>
                <a:spLocks noChangeAspect="1"/>
              </p:cNvSpPr>
              <p:nvPr/>
            </p:nvSpPr>
            <p:spPr>
              <a:xfrm>
                <a:off x="3212775" y="1994181"/>
                <a:ext cx="540000" cy="540000"/>
              </a:xfrm>
              <a:prstGeom prst="ellipse">
                <a:avLst/>
              </a:prstGeom>
              <a:noFill/>
              <a:ln w="38100">
                <a:solidFill>
                  <a:srgbClr val="ECEDF1"/>
                </a:solidFill>
              </a:ln>
              <a:effectLst>
                <a:glow rad="101600">
                  <a:srgbClr val="ECEDF1">
                    <a:alpha val="30000"/>
                  </a:srgb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KoddiUD 온고딕 Regular" panose="020B0503000000000000" pitchFamily="50" charset="-127"/>
                  <a:ea typeface="KoddiUD 온고딕 Regular" panose="020B0503000000000000" pitchFamily="50" charset="-127"/>
                </a:endParaRP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B9256C07-9088-B797-DD80-5144B1E4AA5B}"/>
                  </a:ext>
                </a:extLst>
              </p:cNvPr>
              <p:cNvSpPr txBox="1"/>
              <p:nvPr/>
            </p:nvSpPr>
            <p:spPr>
              <a:xfrm>
                <a:off x="3155701" y="2144361"/>
                <a:ext cx="65414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b="1" dirty="0">
                    <a:solidFill>
                      <a:srgbClr val="ECEDF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KoddiUD 온고딕 Regular" panose="020B0503000000000000" pitchFamily="50" charset="-127"/>
                    <a:ea typeface="KoddiUD 온고딕 Regular" panose="020B0503000000000000" pitchFamily="50" charset="-127"/>
                  </a:rPr>
                  <a:t>가방</a:t>
                </a:r>
              </a:p>
            </p:txBody>
          </p:sp>
        </p:grpSp>
      </p:grpSp>
      <p:grpSp>
        <p:nvGrpSpPr>
          <p:cNvPr id="31" name="그룹 30"/>
          <p:cNvGrpSpPr/>
          <p:nvPr/>
        </p:nvGrpSpPr>
        <p:grpSpPr>
          <a:xfrm>
            <a:off x="2894790" y="2316199"/>
            <a:ext cx="835991" cy="792000"/>
            <a:chOff x="3696892" y="1979409"/>
            <a:chExt cx="835991" cy="792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131" name="TextBox 130"/>
            <p:cNvSpPr txBox="1"/>
            <p:nvPr/>
          </p:nvSpPr>
          <p:spPr>
            <a:xfrm>
              <a:off x="3696892" y="2192305"/>
              <a:ext cx="835991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시점</a:t>
              </a:r>
            </a:p>
          </p:txBody>
        </p:sp>
        <p:sp>
          <p:nvSpPr>
            <p:cNvPr id="132" name="타원 131"/>
            <p:cNvSpPr>
              <a:spLocks noChangeAspect="1"/>
            </p:cNvSpPr>
            <p:nvPr/>
          </p:nvSpPr>
          <p:spPr>
            <a:xfrm>
              <a:off x="3718888" y="1979409"/>
              <a:ext cx="792000" cy="792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" name="그룹 1"/>
          <p:cNvGrpSpPr/>
          <p:nvPr/>
        </p:nvGrpSpPr>
        <p:grpSpPr>
          <a:xfrm>
            <a:off x="6198404" y="3066411"/>
            <a:ext cx="835991" cy="540000"/>
            <a:chOff x="5756900" y="3110864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105" name="타원 104"/>
            <p:cNvSpPr>
              <a:spLocks noChangeAspect="1"/>
            </p:cNvSpPr>
            <p:nvPr/>
          </p:nvSpPr>
          <p:spPr>
            <a:xfrm>
              <a:off x="5904353" y="311086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5756900" y="3259278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챌린지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115" name="그룹 114"/>
          <p:cNvGrpSpPr/>
          <p:nvPr/>
        </p:nvGrpSpPr>
        <p:grpSpPr>
          <a:xfrm>
            <a:off x="4123469" y="782920"/>
            <a:ext cx="835991" cy="540000"/>
            <a:chOff x="5756900" y="3110864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121" name="타원 120"/>
            <p:cNvSpPr>
              <a:spLocks noChangeAspect="1"/>
            </p:cNvSpPr>
            <p:nvPr/>
          </p:nvSpPr>
          <p:spPr>
            <a:xfrm>
              <a:off x="5904353" y="311086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5756900" y="3259278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스킨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pic>
        <p:nvPicPr>
          <p:cNvPr id="43" name="그림 42">
            <a:extLst>
              <a:ext uri="{FF2B5EF4-FFF2-40B4-BE49-F238E27FC236}">
                <a16:creationId xmlns:a16="http://schemas.microsoft.com/office/drawing/2014/main" id="{20EFAF18-ABCA-1D71-D109-AA558EACBF20}"/>
              </a:ext>
            </a:extLst>
          </p:cNvPr>
          <p:cNvPicPr>
            <a:picLocks noChangeAspect="1"/>
          </p:cNvPicPr>
          <p:nvPr/>
        </p:nvPicPr>
        <p:blipFill rotWithShape="1">
          <a:blip r:embed="rId17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EC3A9DD1-E83D-3918-EFE8-F32E67CA7308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</p:spTree>
    <p:extLst>
      <p:ext uri="{BB962C8B-B14F-4D97-AF65-F5344CB8AC3E}">
        <p14:creationId xmlns:p14="http://schemas.microsoft.com/office/powerpoint/2010/main" val="1132775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66778-97F9-94F7-11BB-BAE9E94DC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2583F5E7-9C89-85D3-5868-C40AF39C8D5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80000"/>
                    </a14:imgEffect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D65C64AF-F9BA-5F55-E8CC-F813D0EB85B9}"/>
              </a:ext>
            </a:extLst>
          </p:cNvPr>
          <p:cNvSpPr/>
          <p:nvPr/>
        </p:nvSpPr>
        <p:spPr>
          <a:xfrm>
            <a:off x="-5734" y="6091282"/>
            <a:ext cx="9149734" cy="766717"/>
          </a:xfrm>
          <a:prstGeom prst="rect">
            <a:avLst/>
          </a:prstGeom>
          <a:gradFill flip="none" rotWithShape="1">
            <a:gsLst>
              <a:gs pos="0">
                <a:srgbClr val="1E0D20"/>
              </a:gs>
              <a:gs pos="100000">
                <a:srgbClr val="1E2432">
                  <a:alpha val="25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69DA2764-1EB5-A102-1A0F-02DE3CF3B669}"/>
              </a:ext>
            </a:extLst>
          </p:cNvPr>
          <p:cNvSpPr/>
          <p:nvPr/>
        </p:nvSpPr>
        <p:spPr>
          <a:xfrm>
            <a:off x="3791" y="0"/>
            <a:ext cx="9149734" cy="766717"/>
          </a:xfrm>
          <a:prstGeom prst="rect">
            <a:avLst/>
          </a:prstGeom>
          <a:gradFill flip="none" rotWithShape="1">
            <a:gsLst>
              <a:gs pos="0">
                <a:srgbClr val="1E0D20"/>
              </a:gs>
              <a:gs pos="100000">
                <a:srgbClr val="11151D">
                  <a:alpha val="2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71CDAE01-9EC1-0DB7-891A-0274FA70CBA0}"/>
              </a:ext>
            </a:extLst>
          </p:cNvPr>
          <p:cNvSpPr txBox="1"/>
          <p:nvPr/>
        </p:nvSpPr>
        <p:spPr>
          <a:xfrm>
            <a:off x="61911" y="67048"/>
            <a:ext cx="397668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5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인물 관계도</a:t>
            </a:r>
          </a:p>
        </p:txBody>
      </p:sp>
      <p:pic>
        <p:nvPicPr>
          <p:cNvPr id="127" name="그림 126">
            <a:extLst>
              <a:ext uri="{FF2B5EF4-FFF2-40B4-BE49-F238E27FC236}">
                <a16:creationId xmlns:a16="http://schemas.microsoft.com/office/drawing/2014/main" id="{A99EFA23-511B-4B7D-522D-C3B094E59AE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457" b="96296" l="9735" r="89381"/>
                    </a14:imgEffect>
                  </a14:imgLayer>
                </a14:imgProps>
              </a:ext>
            </a:extLst>
          </a:blip>
          <a:srcRect b="28802"/>
          <a:stretch/>
        </p:blipFill>
        <p:spPr>
          <a:xfrm>
            <a:off x="4096587" y="3315921"/>
            <a:ext cx="715671" cy="913114"/>
          </a:xfrm>
          <a:prstGeom prst="snip2DiagRect">
            <a:avLst/>
          </a:prstGeom>
          <a:solidFill>
            <a:srgbClr val="B6BFC6"/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1" name="그림 130">
            <a:extLst>
              <a:ext uri="{FF2B5EF4-FFF2-40B4-BE49-F238E27FC236}">
                <a16:creationId xmlns:a16="http://schemas.microsoft.com/office/drawing/2014/main" id="{9023B027-06D6-DFEE-F91A-B1E7201E565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934922" y="4762072"/>
            <a:ext cx="715671" cy="913114"/>
          </a:xfrm>
          <a:prstGeom prst="snip2DiagRect">
            <a:avLst/>
          </a:prstGeom>
          <a:solidFill>
            <a:srgbClr val="B6BFC6"/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3" name="그림 132">
            <a:extLst>
              <a:ext uri="{FF2B5EF4-FFF2-40B4-BE49-F238E27FC236}">
                <a16:creationId xmlns:a16="http://schemas.microsoft.com/office/drawing/2014/main" id="{1B8F74F7-EE82-73A4-77CE-B3B1DCDC14A3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-6050" b="20990"/>
          <a:stretch>
            <a:fillRect/>
          </a:stretch>
        </p:blipFill>
        <p:spPr>
          <a:xfrm>
            <a:off x="932057" y="1887233"/>
            <a:ext cx="715671" cy="913114"/>
          </a:xfrm>
          <a:prstGeom prst="snip2DiagRect">
            <a:avLst/>
          </a:prstGeom>
          <a:solidFill>
            <a:srgbClr val="B6BFC6"/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34" name="TextBox 133">
            <a:extLst>
              <a:ext uri="{FF2B5EF4-FFF2-40B4-BE49-F238E27FC236}">
                <a16:creationId xmlns:a16="http://schemas.microsoft.com/office/drawing/2014/main" id="{F357AFC4-583E-1D73-2B04-A8B11EDA3C5C}"/>
              </a:ext>
            </a:extLst>
          </p:cNvPr>
          <p:cNvSpPr txBox="1"/>
          <p:nvPr/>
        </p:nvSpPr>
        <p:spPr>
          <a:xfrm>
            <a:off x="3818591" y="1021976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주변 인물</a:t>
            </a:r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25BF8B9D-5018-3A25-927D-8F8A8BBF2987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6" name="타원 135">
            <a:extLst>
              <a:ext uri="{FF2B5EF4-FFF2-40B4-BE49-F238E27FC236}">
                <a16:creationId xmlns:a16="http://schemas.microsoft.com/office/drawing/2014/main" id="{ECA0B0BD-B298-E699-FEB0-BAF3ED1FA66C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DB931665-7308-9F29-B2B2-22CFC3EDD05B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8" name="타원 137">
            <a:extLst>
              <a:ext uri="{FF2B5EF4-FFF2-40B4-BE49-F238E27FC236}">
                <a16:creationId xmlns:a16="http://schemas.microsoft.com/office/drawing/2014/main" id="{7B7E5A61-E649-28EE-B592-B626719613E0}"/>
              </a:ext>
            </a:extLst>
          </p:cNvPr>
          <p:cNvSpPr>
            <a:spLocks noChangeAspect="1"/>
          </p:cNvSpPr>
          <p:nvPr/>
        </p:nvSpPr>
        <p:spPr>
          <a:xfrm>
            <a:off x="9664830" y="3864159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EA0FB3DC-179D-B5B1-AA1B-C827ACB02284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0" name="타원 139">
            <a:extLst>
              <a:ext uri="{FF2B5EF4-FFF2-40B4-BE49-F238E27FC236}">
                <a16:creationId xmlns:a16="http://schemas.microsoft.com/office/drawing/2014/main" id="{92529474-728A-3067-2D11-5811896B2101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1" name="타원 140">
            <a:extLst>
              <a:ext uri="{FF2B5EF4-FFF2-40B4-BE49-F238E27FC236}">
                <a16:creationId xmlns:a16="http://schemas.microsoft.com/office/drawing/2014/main" id="{0062990C-FE9C-8CC9-3DEF-4BE5463BF719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AF539912-E770-B70B-6C15-23D943DB2EAF}"/>
              </a:ext>
            </a:extLst>
          </p:cNvPr>
          <p:cNvSpPr txBox="1"/>
          <p:nvPr/>
        </p:nvSpPr>
        <p:spPr>
          <a:xfrm>
            <a:off x="657598" y="1021976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은하 병원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BF0FAEE-CB18-6416-2206-E70D02520E95}"/>
              </a:ext>
            </a:extLst>
          </p:cNvPr>
          <p:cNvSpPr txBox="1"/>
          <p:nvPr/>
        </p:nvSpPr>
        <p:spPr>
          <a:xfrm>
            <a:off x="6570195" y="1021976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변이자</a:t>
            </a:r>
            <a:endParaRPr lang="ko-KR" altLang="en-US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152" name="그림 151">
            <a:extLst>
              <a:ext uri="{FF2B5EF4-FFF2-40B4-BE49-F238E27FC236}">
                <a16:creationId xmlns:a16="http://schemas.microsoft.com/office/drawing/2014/main" id="{A6FDE98E-36C0-9190-25F4-83084CA1A6A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657598" y="2600013"/>
            <a:ext cx="1264588" cy="401994"/>
          </a:xfrm>
          <a:prstGeom prst="rect">
            <a:avLst/>
          </a:prstGeom>
        </p:spPr>
      </p:pic>
      <p:pic>
        <p:nvPicPr>
          <p:cNvPr id="153" name="그림 152">
            <a:extLst>
              <a:ext uri="{FF2B5EF4-FFF2-40B4-BE49-F238E27FC236}">
                <a16:creationId xmlns:a16="http://schemas.microsoft.com/office/drawing/2014/main" id="{73186442-37C8-15E2-B665-0A9058F4A0AF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3819262" y="4028039"/>
            <a:ext cx="1264588" cy="401994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9BC572F6-776B-544A-9BFC-EB0F52C9D9CA}"/>
              </a:ext>
            </a:extLst>
          </p:cNvPr>
          <p:cNvSpPr txBox="1"/>
          <p:nvPr/>
        </p:nvSpPr>
        <p:spPr>
          <a:xfrm>
            <a:off x="880503" y="2667381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윤선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98E6BE4-396E-6C7D-C392-254DC9F3A220}"/>
              </a:ext>
            </a:extLst>
          </p:cNvPr>
          <p:cNvSpPr txBox="1"/>
          <p:nvPr/>
        </p:nvSpPr>
        <p:spPr>
          <a:xfrm>
            <a:off x="4051692" y="4098230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차한혜</a:t>
            </a:r>
            <a:endParaRPr lang="ko-KR" altLang="en-US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CD8BEE97-770E-AA0F-00B3-0862A3159419}"/>
              </a:ext>
            </a:extLst>
          </p:cNvPr>
          <p:cNvGrpSpPr/>
          <p:nvPr/>
        </p:nvGrpSpPr>
        <p:grpSpPr>
          <a:xfrm>
            <a:off x="5003591" y="1630036"/>
            <a:ext cx="1264588" cy="1111950"/>
            <a:chOff x="2423361" y="1472956"/>
            <a:chExt cx="1264588" cy="1111950"/>
          </a:xfrm>
        </p:grpSpPr>
        <p:pic>
          <p:nvPicPr>
            <p:cNvPr id="132" name="그림 131">
              <a:extLst>
                <a:ext uri="{FF2B5EF4-FFF2-40B4-BE49-F238E27FC236}">
                  <a16:creationId xmlns:a16="http://schemas.microsoft.com/office/drawing/2014/main" id="{71B893E2-0FBD-1332-FC0E-89345D808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ackgroundRemoval t="3457" b="96296" l="9735" r="89381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812" t="-6382" r="10812" b="6382"/>
            <a:stretch>
              <a:fillRect/>
            </a:stretch>
          </p:blipFill>
          <p:spPr>
            <a:xfrm>
              <a:off x="2700684" y="1472956"/>
              <a:ext cx="715671" cy="913114"/>
            </a:xfrm>
            <a:prstGeom prst="snip2DiagRect">
              <a:avLst/>
            </a:prstGeom>
            <a:solidFill>
              <a:srgbClr val="B6BFC6"/>
            </a:solidFill>
            <a:ln w="38100" cap="sq">
              <a:solidFill>
                <a:srgbClr val="FFFFFF"/>
              </a:solidFill>
              <a:miter lim="800000"/>
            </a:ln>
            <a:effectLst>
              <a:outerShdw blurRad="88900" algn="tl" rotWithShape="0">
                <a:srgbClr val="000000">
                  <a:alpha val="45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151" name="그림 150">
              <a:extLst>
                <a:ext uri="{FF2B5EF4-FFF2-40B4-BE49-F238E27FC236}">
                  <a16:creationId xmlns:a16="http://schemas.microsoft.com/office/drawing/2014/main" id="{DFA109AF-73ED-CAB0-A339-EE39F989A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41563" y1="33900" x2="58082" y2="33700"/>
                          <a14:foregroundMark x1="58082" y1="33700" x2="64476" y2="34200"/>
                          <a14:foregroundMark x1="39432" y1="32400" x2="52398" y2="32700"/>
                          <a14:foregroundMark x1="52398" y1="32700" x2="65187" y2="32600"/>
                          <a14:foregroundMark x1="65187" y1="32600" x2="65364" y2="32600"/>
                          <a14:foregroundMark x1="65542" y1="34400" x2="69449" y2="34600"/>
                        </a14:backgroundRemoval>
                      </a14:imgEffect>
                      <a14:imgEffect>
                        <a14:brightnessContrast bright="-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848" t="31128" r="29606" b="63835"/>
            <a:stretch>
              <a:fillRect/>
            </a:stretch>
          </p:blipFill>
          <p:spPr>
            <a:xfrm>
              <a:off x="2423361" y="2182912"/>
              <a:ext cx="1264588" cy="401994"/>
            </a:xfrm>
            <a:prstGeom prst="rect">
              <a:avLst/>
            </a:prstGeom>
          </p:spPr>
        </p:pic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6217BF74-C59C-F842-5CC0-D20BD70C7841}"/>
                </a:ext>
              </a:extLst>
            </p:cNvPr>
            <p:cNvSpPr txBox="1"/>
            <p:nvPr/>
          </p:nvSpPr>
          <p:spPr>
            <a:xfrm>
              <a:off x="2655791" y="2262957"/>
              <a:ext cx="81877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ECEDF1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서도이</a:t>
              </a:r>
            </a:p>
          </p:txBody>
        </p: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BE327F54-E60D-CAF5-D329-5FEB573D960B}"/>
              </a:ext>
            </a:extLst>
          </p:cNvPr>
          <p:cNvGrpSpPr/>
          <p:nvPr/>
        </p:nvGrpSpPr>
        <p:grpSpPr>
          <a:xfrm>
            <a:off x="3824833" y="5060533"/>
            <a:ext cx="1264588" cy="1114111"/>
            <a:chOff x="3544132" y="5086623"/>
            <a:chExt cx="1264588" cy="1114111"/>
          </a:xfrm>
        </p:grpSpPr>
        <p:pic>
          <p:nvPicPr>
            <p:cNvPr id="130" name="그림 129">
              <a:extLst>
                <a:ext uri="{FF2B5EF4-FFF2-40B4-BE49-F238E27FC236}">
                  <a16:creationId xmlns:a16="http://schemas.microsoft.com/office/drawing/2014/main" id="{E87131B3-D532-A234-44D8-4AB619B626B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3457" b="96296" l="9735" r="89381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133" t="-6358" r="10491" b="6358"/>
            <a:stretch>
              <a:fillRect/>
            </a:stretch>
          </p:blipFill>
          <p:spPr>
            <a:xfrm>
              <a:off x="3818591" y="5086623"/>
              <a:ext cx="715671" cy="913114"/>
            </a:xfrm>
            <a:prstGeom prst="snip2DiagRect">
              <a:avLst/>
            </a:prstGeom>
            <a:solidFill>
              <a:srgbClr val="B6BFC6"/>
            </a:solidFill>
            <a:ln w="38100" cap="sq">
              <a:solidFill>
                <a:srgbClr val="FFFFFF"/>
              </a:solidFill>
              <a:miter lim="800000"/>
            </a:ln>
            <a:effectLst>
              <a:outerShdw blurRad="88900" algn="tl" rotWithShape="0">
                <a:srgbClr val="000000">
                  <a:alpha val="45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154" name="그림 153">
              <a:extLst>
                <a:ext uri="{FF2B5EF4-FFF2-40B4-BE49-F238E27FC236}">
                  <a16:creationId xmlns:a16="http://schemas.microsoft.com/office/drawing/2014/main" id="{05D1C81F-D101-FA3B-8D4B-64921602C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41563" y1="33900" x2="58082" y2="33700"/>
                          <a14:foregroundMark x1="58082" y1="33700" x2="64476" y2="34200"/>
                          <a14:foregroundMark x1="39432" y1="32400" x2="52398" y2="32700"/>
                          <a14:foregroundMark x1="52398" y1="32700" x2="65187" y2="32600"/>
                          <a14:foregroundMark x1="65187" y1="32600" x2="65364" y2="32600"/>
                          <a14:foregroundMark x1="65542" y1="34400" x2="69449" y2="34600"/>
                        </a14:backgroundRemoval>
                      </a14:imgEffect>
                      <a14:imgEffect>
                        <a14:brightnessContrast bright="-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848" t="31128" r="29606" b="63835"/>
            <a:stretch>
              <a:fillRect/>
            </a:stretch>
          </p:blipFill>
          <p:spPr>
            <a:xfrm>
              <a:off x="3544132" y="5798740"/>
              <a:ext cx="1264588" cy="401994"/>
            </a:xfrm>
            <a:prstGeom prst="rect">
              <a:avLst/>
            </a:prstGeom>
          </p:spPr>
        </p:pic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74301DE-1522-1F79-14B3-C1E991A7A48F}"/>
                </a:ext>
              </a:extLst>
            </p:cNvPr>
            <p:cNvSpPr txBox="1"/>
            <p:nvPr/>
          </p:nvSpPr>
          <p:spPr>
            <a:xfrm>
              <a:off x="3767037" y="5878162"/>
              <a:ext cx="81877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ECEDF1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기대한</a:t>
              </a:r>
            </a:p>
          </p:txBody>
        </p:sp>
      </p:grpSp>
      <p:pic>
        <p:nvPicPr>
          <p:cNvPr id="161" name="그림 160">
            <a:extLst>
              <a:ext uri="{FF2B5EF4-FFF2-40B4-BE49-F238E27FC236}">
                <a16:creationId xmlns:a16="http://schemas.microsoft.com/office/drawing/2014/main" id="{342AE6C9-F081-5B0A-94BA-37029D99FEE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362050" y="2332615"/>
            <a:ext cx="715671" cy="913114"/>
          </a:xfrm>
          <a:prstGeom prst="snip2DiagRect">
            <a:avLst/>
          </a:prstGeom>
          <a:solidFill>
            <a:srgbClr val="B6BFC6"/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68" name="그림 167">
            <a:extLst>
              <a:ext uri="{FF2B5EF4-FFF2-40B4-BE49-F238E27FC236}">
                <a16:creationId xmlns:a16="http://schemas.microsoft.com/office/drawing/2014/main" id="{628BBA81-F2DA-BD56-818D-E3A6643A08E4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backgroundRemoval t="49533" b="100000" l="23430" r="100000">
                        <a14:foregroundMark x1="34783" y1="55374" x2="36473" y2="93224"/>
                        <a14:foregroundMark x1="32609" y1="56075" x2="31401" y2="80374"/>
                        <a14:foregroundMark x1="35749" y1="55607" x2="42995" y2="57009"/>
                        <a14:foregroundMark x1="42995" y1="60981" x2="42995" y2="78738"/>
                        <a14:foregroundMark x1="32850" y1="91822" x2="38164" y2="92991"/>
                        <a14:foregroundMark x1="29952" y1="74766" x2="33816" y2="73364"/>
                        <a14:foregroundMark x1="41304" y1="84579" x2="41063" y2="87150"/>
                        <a14:foregroundMark x1="29710" y1="92056" x2="43961" y2="92523"/>
                        <a14:foregroundMark x1="26570" y1="92991" x2="33816" y2="89019"/>
                        <a14:foregroundMark x1="28019" y1="92991" x2="35990" y2="96963"/>
                        <a14:foregroundMark x1="37198" y1="96963" x2="46377" y2="92523"/>
                        <a14:foregroundMark x1="46618" y1="92757" x2="48068" y2="92757"/>
                        <a14:foregroundMark x1="80918" y1="85047" x2="82126" y2="93925"/>
                        <a14:foregroundMark x1="77778" y1="92757" x2="81159" y2="91121"/>
                        <a14:foregroundMark x1="76087" y1="92290" x2="86232" y2="97196"/>
                        <a14:foregroundMark x1="95411" y1="92523" x2="89130" y2="95093"/>
                        <a14:foregroundMark x1="93961" y1="91121" x2="96618" y2="92523"/>
                        <a14:foregroundMark x1="96377" y1="93224" x2="98551" y2="92523"/>
                        <a14:backgroundMark x1="90097" y1="98598" x2="97585" y2="95794"/>
                        <a14:backgroundMark x1="97826" y1="83645" x2="98068" y2="89252"/>
                      </a14:backgroundRemoval>
                    </a14:imgEffect>
                  </a14:imgLayer>
                </a14:imgProps>
              </a:ext>
            </a:extLst>
          </a:blip>
          <a:srcRect l="24339" t="49728" r="48341" b="193"/>
          <a:stretch/>
        </p:blipFill>
        <p:spPr>
          <a:xfrm>
            <a:off x="1011743" y="4732803"/>
            <a:ext cx="566039" cy="1072686"/>
          </a:xfrm>
          <a:prstGeom prst="rect">
            <a:avLst/>
          </a:prstGeom>
        </p:spPr>
      </p:pic>
      <p:pic>
        <p:nvPicPr>
          <p:cNvPr id="155" name="그림 154">
            <a:extLst>
              <a:ext uri="{FF2B5EF4-FFF2-40B4-BE49-F238E27FC236}">
                <a16:creationId xmlns:a16="http://schemas.microsoft.com/office/drawing/2014/main" id="{AA41BA42-80F4-6707-9514-EBBA5A3536CB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657598" y="5481878"/>
            <a:ext cx="1264588" cy="401994"/>
          </a:xfrm>
          <a:prstGeom prst="rect">
            <a:avLst/>
          </a:prstGeom>
        </p:spPr>
      </p:pic>
      <p:sp>
        <p:nvSpPr>
          <p:cNvPr id="160" name="TextBox 159">
            <a:extLst>
              <a:ext uri="{FF2B5EF4-FFF2-40B4-BE49-F238E27FC236}">
                <a16:creationId xmlns:a16="http://schemas.microsoft.com/office/drawing/2014/main" id="{EE601906-3CCE-C7F3-7B12-EF96E4394E14}"/>
              </a:ext>
            </a:extLst>
          </p:cNvPr>
          <p:cNvSpPr txBox="1"/>
          <p:nvPr/>
        </p:nvSpPr>
        <p:spPr>
          <a:xfrm>
            <a:off x="880503" y="5564077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박성과</a:t>
            </a:r>
            <a:endParaRPr lang="ko-KR" altLang="en-US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93219A7D-B63B-4EDC-BCD0-D823F55929E0}"/>
              </a:ext>
            </a:extLst>
          </p:cNvPr>
          <p:cNvCxnSpPr>
            <a:cxnSpLocks/>
          </p:cNvCxnSpPr>
          <p:nvPr/>
        </p:nvCxnSpPr>
        <p:spPr>
          <a:xfrm flipV="1">
            <a:off x="4414370" y="4491013"/>
            <a:ext cx="0" cy="430872"/>
          </a:xfrm>
          <a:prstGeom prst="straightConnector1">
            <a:avLst/>
          </a:prstGeom>
          <a:ln w="25400">
            <a:solidFill>
              <a:srgbClr val="496F7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직선 화살표 연결선 182">
            <a:extLst>
              <a:ext uri="{FF2B5EF4-FFF2-40B4-BE49-F238E27FC236}">
                <a16:creationId xmlns:a16="http://schemas.microsoft.com/office/drawing/2014/main" id="{16C4BD4F-8F77-BC04-E43D-1CA4BE906CDE}"/>
              </a:ext>
            </a:extLst>
          </p:cNvPr>
          <p:cNvCxnSpPr>
            <a:cxnSpLocks/>
          </p:cNvCxnSpPr>
          <p:nvPr/>
        </p:nvCxnSpPr>
        <p:spPr>
          <a:xfrm flipV="1">
            <a:off x="1820849" y="4000225"/>
            <a:ext cx="2084401" cy="1239520"/>
          </a:xfrm>
          <a:prstGeom prst="straightConnector1">
            <a:avLst/>
          </a:prstGeom>
          <a:ln w="25400">
            <a:solidFill>
              <a:srgbClr val="EB657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43F7614A-6568-D409-0076-EAEC9F424C45}"/>
              </a:ext>
            </a:extLst>
          </p:cNvPr>
          <p:cNvCxnSpPr>
            <a:cxnSpLocks/>
          </p:cNvCxnSpPr>
          <p:nvPr/>
        </p:nvCxnSpPr>
        <p:spPr>
          <a:xfrm>
            <a:off x="4451556" y="2798186"/>
            <a:ext cx="0" cy="369436"/>
          </a:xfrm>
          <a:prstGeom prst="straightConnector1">
            <a:avLst/>
          </a:prstGeom>
          <a:ln w="25400">
            <a:solidFill>
              <a:srgbClr val="FCE8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90CCF5BF-0A47-8FCF-5ED0-49A101B39411}"/>
              </a:ext>
            </a:extLst>
          </p:cNvPr>
          <p:cNvCxnSpPr>
            <a:cxnSpLocks/>
          </p:cNvCxnSpPr>
          <p:nvPr/>
        </p:nvCxnSpPr>
        <p:spPr>
          <a:xfrm flipH="1">
            <a:off x="5003591" y="2780565"/>
            <a:ext cx="1989112" cy="930457"/>
          </a:xfrm>
          <a:prstGeom prst="straightConnector1">
            <a:avLst/>
          </a:prstGeom>
          <a:ln w="25400">
            <a:solidFill>
              <a:srgbClr val="EB657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그림 191">
            <a:extLst>
              <a:ext uri="{FF2B5EF4-FFF2-40B4-BE49-F238E27FC236}">
                <a16:creationId xmlns:a16="http://schemas.microsoft.com/office/drawing/2014/main" id="{9EED9DAD-37A5-60CC-1840-D8DF6AA5C68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383154" y="3765866"/>
            <a:ext cx="715671" cy="913114"/>
          </a:xfrm>
          <a:prstGeom prst="snip2DiagRect">
            <a:avLst/>
          </a:prstGeom>
          <a:solidFill>
            <a:srgbClr val="B6BFC6"/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96" name="그림 195">
            <a:extLst>
              <a:ext uri="{FF2B5EF4-FFF2-40B4-BE49-F238E27FC236}">
                <a16:creationId xmlns:a16="http://schemas.microsoft.com/office/drawing/2014/main" id="{8548D212-2DFF-0876-41D0-6156EE51AD2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388047" y="5204683"/>
            <a:ext cx="715671" cy="913114"/>
          </a:xfrm>
          <a:prstGeom prst="snip2DiagRect">
            <a:avLst/>
          </a:prstGeom>
          <a:solidFill>
            <a:srgbClr val="B6BFC6"/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01" name="그림 200">
            <a:extLst>
              <a:ext uri="{FF2B5EF4-FFF2-40B4-BE49-F238E27FC236}">
                <a16:creationId xmlns:a16="http://schemas.microsoft.com/office/drawing/2014/main" id="{A555DC6F-F28C-BDDC-2689-B3F90E27F45B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2600" b="27200" l="17000" r="89600">
                        <a14:foregroundMark x1="19600" y1="11800" x2="19600" y2="23200"/>
                        <a14:foregroundMark x1="20000" y1="9800" x2="20000" y2="14200"/>
                        <a14:foregroundMark x1="17000" y1="23200" x2="17000" y2="27200"/>
                        <a14:foregroundMark x1="34200" y1="9000" x2="32200" y2="24600"/>
                        <a14:foregroundMark x1="85200" y1="10200" x2="89600" y2="27000"/>
                        <a14:foregroundMark x1="89600" y1="27000" x2="89000" y2="236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265" t="6758" r="60109" b="70825"/>
          <a:stretch>
            <a:fillRect/>
          </a:stretch>
        </p:blipFill>
        <p:spPr>
          <a:xfrm>
            <a:off x="7721057" y="2458075"/>
            <a:ext cx="360865" cy="76135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EABC2FC-8C35-BA6E-B469-A8FC5BD5ACDD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40600" b="61800" l="83800" r="94200">
                        <a14:foregroundMark x1="91400" y1="40600" x2="88200" y2="41600"/>
                        <a14:foregroundMark x1="93600" y1="52000" x2="93800" y2="56800"/>
                        <a14:foregroundMark x1="90060" y1="61800" x2="94200" y2="61800"/>
                        <a14:foregroundMark x1="89606" y1="61800" x2="89945" y2="61800"/>
                        <a14:foregroundMark x1="86000" y1="61800" x2="89260" y2="61800"/>
                        <a14:backgroundMark x1="89600" y1="61000" x2="90200" y2="60400"/>
                        <a14:backgroundMark x1="90200" y1="61200" x2="90400" y2="61000"/>
                        <a14:backgroundMark x1="90600" y1="60800" x2="90600" y2="60800"/>
                        <a14:backgroundMark x1="90600" y1="60800" x2="90600" y2="608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2526" t="39199" r="4519" b="36829"/>
          <a:stretch>
            <a:fillRect/>
          </a:stretch>
        </p:blipFill>
        <p:spPr>
          <a:xfrm>
            <a:off x="7701339" y="3929458"/>
            <a:ext cx="371092" cy="68668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32FF9DA-2801-CD39-0F71-87C8EA0E3505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2600" b="27200" l="17000" r="89600">
                        <a14:foregroundMark x1="19600" y1="11800" x2="19600" y2="23200"/>
                        <a14:foregroundMark x1="20000" y1="9800" x2="20000" y2="14200"/>
                        <a14:foregroundMark x1="17000" y1="23200" x2="17000" y2="27200"/>
                        <a14:foregroundMark x1="34200" y1="9000" x2="32200" y2="24600"/>
                        <a14:foregroundMark x1="85200" y1="10200" x2="89600" y2="27000"/>
                        <a14:foregroundMark x1="89600" y1="27000" x2="89000" y2="236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5601" t="6132" r="20888" b="72564"/>
          <a:stretch>
            <a:fillRect/>
          </a:stretch>
        </p:blipFill>
        <p:spPr>
          <a:xfrm>
            <a:off x="7362682" y="2491926"/>
            <a:ext cx="445848" cy="702992"/>
          </a:xfrm>
          <a:prstGeom prst="rect">
            <a:avLst/>
          </a:prstGeom>
        </p:spPr>
      </p:pic>
      <p:pic>
        <p:nvPicPr>
          <p:cNvPr id="162" name="그림 161">
            <a:extLst>
              <a:ext uri="{FF2B5EF4-FFF2-40B4-BE49-F238E27FC236}">
                <a16:creationId xmlns:a16="http://schemas.microsoft.com/office/drawing/2014/main" id="{0401A44F-2588-612A-BAC0-750EB40B2C0C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7084726" y="3052421"/>
            <a:ext cx="1264588" cy="401994"/>
          </a:xfrm>
          <a:prstGeom prst="rect">
            <a:avLst/>
          </a:prstGeom>
        </p:spPr>
      </p:pic>
      <p:sp>
        <p:nvSpPr>
          <p:cNvPr id="163" name="TextBox 162">
            <a:extLst>
              <a:ext uri="{FF2B5EF4-FFF2-40B4-BE49-F238E27FC236}">
                <a16:creationId xmlns:a16="http://schemas.microsoft.com/office/drawing/2014/main" id="{928BD98D-B373-9387-96CD-94A98AE2DBA6}"/>
              </a:ext>
            </a:extLst>
          </p:cNvPr>
          <p:cNvSpPr txBox="1"/>
          <p:nvPr/>
        </p:nvSpPr>
        <p:spPr>
          <a:xfrm>
            <a:off x="7257847" y="3134620"/>
            <a:ext cx="918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일반 </a:t>
            </a:r>
            <a:r>
              <a:rPr lang="ko-KR" altLang="en-US" sz="10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변이자</a:t>
            </a:r>
            <a:endParaRPr lang="ko-KR" altLang="en-US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ABE3634-E424-F00E-A1E1-68DB22B8926C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BEBA8EAE-BF5A-486C-A8C5-ECC9F3942E4B}">
                <a14:imgProps xmlns:a14="http://schemas.microsoft.com/office/drawing/2010/main">
                  <a14:imgLayer r:embed="rId23">
                    <a14:imgEffect>
                      <a14:backgroundRemoval t="5109" b="92336" l="8939" r="92737">
                        <a14:foregroundMark x1="48603" y1="9854" x2="64804" y2="9854"/>
                        <a14:foregroundMark x1="41899" y1="7664" x2="66480" y2="6934"/>
                        <a14:foregroundMark x1="55875" y1="91824" x2="68715" y2="92336"/>
                        <a14:foregroundMark x1="38175" y1="91119" x2="41230" y2="91241"/>
                        <a14:foregroundMark x1="29584" y1="90777" x2="35943" y2="91030"/>
                        <a14:foregroundMark x1="68715" y1="92336" x2="78771" y2="90511"/>
                        <a14:foregroundMark x1="87709" y1="50730" x2="87151" y2="70073"/>
                        <a14:foregroundMark x1="87151" y1="70073" x2="86836" y2="70587"/>
                        <a14:foregroundMark x1="11732" y1="62409" x2="10768" y2="71858"/>
                        <a14:foregroundMark x1="59218" y1="27372" x2="62570" y2="26277"/>
                        <a14:foregroundMark x1="56425" y1="26277" x2="62570" y2="29562"/>
                        <a14:foregroundMark x1="91620" y1="53285" x2="93296" y2="64234"/>
                        <a14:foregroundMark x1="44693" y1="5109" x2="67598" y2="5839"/>
                        <a14:backgroundMark x1="10056" y1="74453" x2="10056" y2="74453"/>
                        <a14:backgroundMark x1="8380" y1="74088" x2="12291" y2="74453"/>
                        <a14:backgroundMark x1="84358" y1="71168" x2="86034" y2="74088"/>
                        <a14:backgroundMark x1="21229" y1="91241" x2="23464" y2="92336"/>
                        <a14:backgroundMark x1="26816" y1="91606" x2="27933" y2="91971"/>
                        <a14:backgroundMark x1="27374" y1="91241" x2="28492" y2="91241"/>
                        <a14:backgroundMark x1="27933" y1="91241" x2="26816" y2="91241"/>
                        <a14:backgroundMark x1="36872" y1="91241" x2="36872" y2="92701"/>
                        <a14:backgroundMark x1="35754" y1="91241" x2="36872" y2="91606"/>
                        <a14:backgroundMark x1="37430" y1="90511" x2="35754" y2="90876"/>
                        <a14:backgroundMark x1="26816" y1="90876" x2="28492" y2="9087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595078" y="5312942"/>
            <a:ext cx="500492" cy="76611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EE20EE9-1D3C-503A-E9CA-8BD98067146E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BEBA8EAE-BF5A-486C-A8C5-ECC9F3942E4B}">
                <a14:imgProps xmlns:a14="http://schemas.microsoft.com/office/drawing/2010/main">
                  <a14:imgLayer r:embed="rId2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83154" y="5315543"/>
            <a:ext cx="421854" cy="803383"/>
          </a:xfrm>
          <a:prstGeom prst="rect">
            <a:avLst/>
          </a:prstGeom>
        </p:spPr>
      </p:pic>
      <p:pic>
        <p:nvPicPr>
          <p:cNvPr id="198" name="그림 197">
            <a:extLst>
              <a:ext uri="{FF2B5EF4-FFF2-40B4-BE49-F238E27FC236}">
                <a16:creationId xmlns:a16="http://schemas.microsoft.com/office/drawing/2014/main" id="{F197C0CB-13D2-F179-5350-0AF43059B1DD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7110723" y="5924489"/>
            <a:ext cx="1264588" cy="401994"/>
          </a:xfrm>
          <a:prstGeom prst="rect">
            <a:avLst/>
          </a:prstGeom>
        </p:spPr>
      </p:pic>
      <p:sp>
        <p:nvSpPr>
          <p:cNvPr id="199" name="TextBox 198">
            <a:extLst>
              <a:ext uri="{FF2B5EF4-FFF2-40B4-BE49-F238E27FC236}">
                <a16:creationId xmlns:a16="http://schemas.microsoft.com/office/drawing/2014/main" id="{5846928E-BEBA-B5F1-C634-8A493CFD18B2}"/>
              </a:ext>
            </a:extLst>
          </p:cNvPr>
          <p:cNvSpPr txBox="1"/>
          <p:nvPr/>
        </p:nvSpPr>
        <p:spPr>
          <a:xfrm>
            <a:off x="7283844" y="6006688"/>
            <a:ext cx="918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적응체</a:t>
            </a:r>
            <a:endParaRPr lang="ko-KR" altLang="en-US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6D71537-B767-15BD-765B-FECA990EFC0D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40000" b="61200" l="34600" r="44400">
                        <a14:foregroundMark x1="40200" y1="40000" x2="37600" y2="40600"/>
                        <a14:foregroundMark x1="37000" y1="59000" x2="37912" y2="59107"/>
                        <a14:foregroundMark x1="38211" y1="61116" x2="41000" y2="61000"/>
                        <a14:foregroundMark x1="36200" y1="61200" x2="36401" y2="61192"/>
                        <a14:foregroundMark x1="36200" y1="50200" x2="37200" y2="54800"/>
                        <a14:backgroundMark x1="41600" y1="61000" x2="42000" y2="61800"/>
                        <a14:backgroundMark x1="35400" y1="61400" x2="35400" y2="61400"/>
                        <a14:backgroundMark x1="35400" y1="61200" x2="35400" y2="61200"/>
                        <a14:backgroundMark x1="35400" y1="61200" x2="35400" y2="61200"/>
                        <a14:backgroundMark x1="38200" y1="59200" x2="39400" y2="59800"/>
                        <a14:backgroundMark x1="38000" y1="59000" x2="38000" y2="59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3409" t="38416" r="54373" b="37925"/>
          <a:stretch>
            <a:fillRect/>
          </a:stretch>
        </p:blipFill>
        <p:spPr>
          <a:xfrm>
            <a:off x="7413351" y="3932799"/>
            <a:ext cx="349995" cy="677721"/>
          </a:xfrm>
          <a:prstGeom prst="rect">
            <a:avLst/>
          </a:prstGeom>
        </p:spPr>
      </p:pic>
      <p:pic>
        <p:nvPicPr>
          <p:cNvPr id="194" name="그림 193">
            <a:extLst>
              <a:ext uri="{FF2B5EF4-FFF2-40B4-BE49-F238E27FC236}">
                <a16:creationId xmlns:a16="http://schemas.microsoft.com/office/drawing/2014/main" id="{1E96EB3F-EF3F-C57F-B341-3267D20EAF43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7105830" y="4485672"/>
            <a:ext cx="1264588" cy="401994"/>
          </a:xfrm>
          <a:prstGeom prst="rect">
            <a:avLst/>
          </a:prstGeom>
        </p:spPr>
      </p:pic>
      <p:sp>
        <p:nvSpPr>
          <p:cNvPr id="195" name="TextBox 194">
            <a:extLst>
              <a:ext uri="{FF2B5EF4-FFF2-40B4-BE49-F238E27FC236}">
                <a16:creationId xmlns:a16="http://schemas.microsoft.com/office/drawing/2014/main" id="{65B5B11D-F2A0-8778-6911-0C5A41405928}"/>
              </a:ext>
            </a:extLst>
          </p:cNvPr>
          <p:cNvSpPr txBox="1"/>
          <p:nvPr/>
        </p:nvSpPr>
        <p:spPr>
          <a:xfrm>
            <a:off x="7278951" y="4567871"/>
            <a:ext cx="918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정예 </a:t>
            </a:r>
            <a:r>
              <a:rPr lang="ko-KR" altLang="en-US" sz="10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변이자</a:t>
            </a:r>
            <a:endParaRPr lang="ko-KR" altLang="en-US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D23269C6-722E-5145-37F8-C8ABF1F2D415}"/>
              </a:ext>
            </a:extLst>
          </p:cNvPr>
          <p:cNvCxnSpPr>
            <a:cxnSpLocks/>
          </p:cNvCxnSpPr>
          <p:nvPr/>
        </p:nvCxnSpPr>
        <p:spPr>
          <a:xfrm flipH="1" flipV="1">
            <a:off x="4983822" y="3874145"/>
            <a:ext cx="1972360" cy="398657"/>
          </a:xfrm>
          <a:prstGeom prst="straightConnector1">
            <a:avLst/>
          </a:prstGeom>
          <a:ln w="25400">
            <a:solidFill>
              <a:srgbClr val="EB657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47EAF63-FD76-B632-9FE6-085C614EE19B}"/>
              </a:ext>
            </a:extLst>
          </p:cNvPr>
          <p:cNvCxnSpPr>
            <a:cxnSpLocks/>
          </p:cNvCxnSpPr>
          <p:nvPr/>
        </p:nvCxnSpPr>
        <p:spPr>
          <a:xfrm flipH="1" flipV="1">
            <a:off x="4995205" y="4028039"/>
            <a:ext cx="2043333" cy="1639936"/>
          </a:xfrm>
          <a:prstGeom prst="straightConnector1">
            <a:avLst/>
          </a:prstGeom>
          <a:ln w="25400">
            <a:solidFill>
              <a:srgbClr val="EB657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B57F931-333E-9D8B-554F-2B5881420028}"/>
              </a:ext>
            </a:extLst>
          </p:cNvPr>
          <p:cNvSpPr txBox="1"/>
          <p:nvPr/>
        </p:nvSpPr>
        <p:spPr>
          <a:xfrm>
            <a:off x="2408997" y="2730497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협력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B0A98E3-17EA-B6AC-7987-7916F0B567FA}"/>
              </a:ext>
            </a:extLst>
          </p:cNvPr>
          <p:cNvSpPr txBox="1"/>
          <p:nvPr/>
        </p:nvSpPr>
        <p:spPr>
          <a:xfrm>
            <a:off x="3916633" y="4596281"/>
            <a:ext cx="5509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협력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9BEFF-0866-E451-AA0D-30AB2E15E68A}"/>
              </a:ext>
            </a:extLst>
          </p:cNvPr>
          <p:cNvSpPr txBox="1"/>
          <p:nvPr/>
        </p:nvSpPr>
        <p:spPr>
          <a:xfrm>
            <a:off x="2408997" y="4313759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C0DB3D-3896-F7D8-1003-B7E7A51D2952}"/>
              </a:ext>
            </a:extLst>
          </p:cNvPr>
          <p:cNvSpPr txBox="1"/>
          <p:nvPr/>
        </p:nvSpPr>
        <p:spPr>
          <a:xfrm>
            <a:off x="5409151" y="4858123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E4F4FC-8FF3-2BFB-2A43-7FEDC2FABB01}"/>
              </a:ext>
            </a:extLst>
          </p:cNvPr>
          <p:cNvSpPr txBox="1"/>
          <p:nvPr/>
        </p:nvSpPr>
        <p:spPr>
          <a:xfrm>
            <a:off x="5607482" y="3335149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04D581-2F92-7785-88AB-52B45C3EE8D4}"/>
              </a:ext>
            </a:extLst>
          </p:cNvPr>
          <p:cNvSpPr txBox="1"/>
          <p:nvPr/>
        </p:nvSpPr>
        <p:spPr>
          <a:xfrm>
            <a:off x="5544793" y="4134329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62668B4-0EE3-4F10-8CD0-E93D05F44223}"/>
              </a:ext>
            </a:extLst>
          </p:cNvPr>
          <p:cNvSpPr txBox="1"/>
          <p:nvPr/>
        </p:nvSpPr>
        <p:spPr>
          <a:xfrm>
            <a:off x="3814473" y="2834149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기대</a:t>
            </a: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7E732B33-782B-BE58-BD49-2914E7308BCB}"/>
              </a:ext>
            </a:extLst>
          </p:cNvPr>
          <p:cNvGrpSpPr/>
          <p:nvPr/>
        </p:nvGrpSpPr>
        <p:grpSpPr>
          <a:xfrm>
            <a:off x="3664521" y="1626641"/>
            <a:ext cx="1264588" cy="1121800"/>
            <a:chOff x="2434362" y="1319827"/>
            <a:chExt cx="1264588" cy="1121800"/>
          </a:xfrm>
        </p:grpSpPr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5D8039FB-69C4-CC7C-058D-26A8C2F139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3457" b="96296" l="9735" r="89381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4084" b="14084"/>
            <a:stretch/>
          </p:blipFill>
          <p:spPr>
            <a:xfrm>
              <a:off x="2711686" y="1319827"/>
              <a:ext cx="715671" cy="913114"/>
            </a:xfrm>
            <a:prstGeom prst="snip2DiagRect">
              <a:avLst/>
            </a:prstGeom>
            <a:solidFill>
              <a:srgbClr val="B6BFC6"/>
            </a:solidFill>
            <a:ln w="38100" cap="sq">
              <a:solidFill>
                <a:srgbClr val="FFFFFF"/>
              </a:solidFill>
              <a:miter lim="800000"/>
            </a:ln>
            <a:effectLst>
              <a:outerShdw blurRad="88900" algn="tl" rotWithShape="0">
                <a:srgbClr val="000000">
                  <a:alpha val="45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6076F7E2-0F66-1C9D-2DB3-223DA4769E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BEBA8EAE-BF5A-486C-A8C5-ECC9F3942E4B}">
                  <a14:imgProps xmlns:a14="http://schemas.microsoft.com/office/drawing/2010/main">
                    <a14:imgLayer r:embed="rId28">
                      <a14:imgEffect>
                        <a14:backgroundRemoval t="8025" b="92593" l="2032" r="89842">
                          <a14:foregroundMark x1="8578" y1="11111" x2="7901" y2="35185"/>
                          <a14:foregroundMark x1="7901" y1="35185" x2="11738" y2="20062"/>
                          <a14:foregroundMark x1="11738" y1="20062" x2="8352" y2="12346"/>
                          <a14:foregroundMark x1="22303" y1="12654" x2="21445" y2="36420"/>
                          <a14:foregroundMark x1="22348" y1="11420" x2="22303" y2="12654"/>
                          <a14:foregroundMark x1="21445" y1="36420" x2="20767" y2="16049"/>
                          <a14:foregroundMark x1="10270" y1="12654" x2="13093" y2="13889"/>
                          <a14:foregroundMark x1="7449" y1="11420" x2="10270" y2="12654"/>
                          <a14:foregroundMark x1="13544" y1="24383" x2="11061" y2="34259"/>
                          <a14:foregroundMark x1="17607" y1="25926" x2="17381" y2="32099"/>
                          <a14:foregroundMark x1="20457" y1="43519" x2="20316" y2="46605"/>
                          <a14:foregroundMark x1="20767" y1="36728" x2="20682" y2="38580"/>
                          <a14:foregroundMark x1="22700" y1="43519" x2="22573" y2="45679"/>
                          <a14:foregroundMark x1="23025" y1="37963" x2="22989" y2="38580"/>
                          <a14:foregroundMark x1="33822" y1="43827" x2="33860" y2="44136"/>
                          <a14:foregroundMark x1="33384" y1="40228" x2="33409" y2="40432"/>
                          <a14:foregroundMark x1="31415" y1="24074" x2="32943" y2="36613"/>
                          <a14:foregroundMark x1="30625" y1="17593" x2="31415" y2="24074"/>
                          <a14:foregroundMark x1="30324" y1="15123" x2="30625" y2="17593"/>
                          <a14:foregroundMark x1="29797" y1="10802" x2="30324" y2="15123"/>
                          <a14:foregroundMark x1="30474" y1="43827" x2="30474" y2="45062"/>
                          <a14:foregroundMark x1="34312" y1="43827" x2="34312" y2="44136"/>
                          <a14:foregroundMark x1="34312" y1="39786" x2="34312" y2="40432"/>
                          <a14:foregroundMark x1="34312" y1="35494" x2="34312" y2="35960"/>
                          <a14:foregroundMark x1="34379" y1="15123" x2="34537" y2="15432"/>
                          <a14:foregroundMark x1="32957" y1="12346" x2="34379" y2="15123"/>
                          <a14:foregroundMark x1="41967" y1="26687" x2="41535" y2="43827"/>
                          <a14:foregroundMark x1="42088" y1="21914" x2="42085" y2="22021"/>
                          <a14:foregroundMark x1="42119" y1="20679" x2="42088" y2="21914"/>
                          <a14:foregroundMark x1="42197" y1="17593" x2="42119" y2="20679"/>
                          <a14:foregroundMark x1="42251" y1="15432" x2="42197" y2="17593"/>
                          <a14:foregroundMark x1="42259" y1="15123" x2="42251" y2="15432"/>
                          <a14:foregroundMark x1="42438" y1="8025" x2="42259" y2="15123"/>
                          <a14:foregroundMark x1="40406" y1="9259" x2="44018" y2="15123"/>
                          <a14:foregroundMark x1="43567" y1="8025" x2="44244" y2="11420"/>
                          <a14:foregroundMark x1="50339" y1="28775" x2="50339" y2="46605"/>
                          <a14:foregroundMark x1="50339" y1="22523" x2="50339" y2="26010"/>
                          <a14:foregroundMark x1="50339" y1="16160" x2="50339" y2="17452"/>
                          <a14:foregroundMark x1="50339" y1="13272" x2="50339" y2="13956"/>
                          <a14:foregroundMark x1="50482" y1="16006" x2="49278" y2="18039"/>
                          <a14:foregroundMark x1="43567" y1="31790" x2="46050" y2="45062"/>
                          <a14:foregroundMark x1="9318" y1="69201" x2="9227" y2="76691"/>
                          <a14:foregroundMark x1="9481" y1="55864" x2="9414" y2="61352"/>
                          <a14:foregroundMark x1="7449" y1="68210" x2="6601" y2="73788"/>
                          <a14:foregroundMark x1="2483" y1="72840" x2="2483" y2="72840"/>
                          <a14:foregroundMark x1="10835" y1="53086" x2="11875" y2="60084"/>
                          <a14:foregroundMark x1="22252" y1="71761" x2="25056" y2="90432"/>
                          <a14:foregroundMark x1="19865" y1="55864" x2="19879" y2="55959"/>
                          <a14:foregroundMark x1="25056" y1="90432" x2="25056" y2="90432"/>
                          <a14:foregroundMark x1="24379" y1="61420" x2="23726" y2="61390"/>
                          <a14:foregroundMark x1="22386" y1="56764" x2="24605" y2="58642"/>
                          <a14:foregroundMark x1="19865" y1="54630" x2="20846" y2="55460"/>
                          <a14:foregroundMark x1="21896" y1="54630" x2="23025" y2="55864"/>
                          <a14:foregroundMark x1="23928" y1="58025" x2="23928" y2="58025"/>
                          <a14:foregroundMark x1="23928" y1="58025" x2="23928" y2="58025"/>
                          <a14:foregroundMark x1="23928" y1="56173" x2="23928" y2="56173"/>
                          <a14:foregroundMark x1="23928" y1="56173" x2="23928" y2="56173"/>
                          <a14:foregroundMark x1="33634" y1="55864" x2="37472" y2="88272"/>
                          <a14:foregroundMark x1="33860" y1="56173" x2="37472" y2="60802"/>
                          <a14:foregroundMark x1="36343" y1="57407" x2="36343" y2="57407"/>
                          <a14:foregroundMark x1="36343" y1="57407" x2="36343" y2="57407"/>
                          <a14:foregroundMark x1="36343" y1="56173" x2="36343" y2="56173"/>
                          <a14:foregroundMark x1="36343" y1="56173" x2="36343" y2="56173"/>
                          <a14:foregroundMark x1="33634" y1="55864" x2="33634" y2="55864"/>
                          <a14:foregroundMark x1="33634" y1="55864" x2="33634" y2="55864"/>
                          <a14:foregroundMark x1="38149" y1="68210" x2="38149" y2="68210"/>
                          <a14:foregroundMark x1="38149" y1="68210" x2="38149" y2="68210"/>
                          <a14:foregroundMark x1="39052" y1="68210" x2="39052" y2="68210"/>
                          <a14:foregroundMark x1="39052" y1="68210" x2="39052" y2="68210"/>
                          <a14:foregroundMark x1="39052" y1="70370" x2="39052" y2="70370"/>
                          <a14:foregroundMark x1="39052" y1="70370" x2="39052" y2="70370"/>
                          <a14:foregroundMark x1="39052" y1="73148" x2="39052" y2="73148"/>
                          <a14:foregroundMark x1="39052" y1="73148" x2="39052" y2="73148"/>
                          <a14:foregroundMark x1="39503" y1="75000" x2="39503" y2="75000"/>
                          <a14:foregroundMark x1="39503" y1="75000" x2="39503" y2="75000"/>
                          <a14:foregroundMark x1="32280" y1="76852" x2="32280" y2="76852"/>
                          <a14:foregroundMark x1="32280" y1="76852" x2="32280" y2="76852"/>
                          <a14:foregroundMark x1="32280" y1="71605" x2="32280" y2="71605"/>
                          <a14:foregroundMark x1="32280" y1="71605" x2="32280" y2="71605"/>
                          <a14:foregroundMark x1="32280" y1="73765" x2="32280" y2="73765"/>
                          <a14:foregroundMark x1="32280" y1="73765" x2="32280" y2="73765"/>
                          <a14:foregroundMark x1="32280" y1="75000" x2="32280" y2="75000"/>
                          <a14:foregroundMark x1="32280" y1="75000" x2="32280" y2="75000"/>
                          <a14:foregroundMark x1="32054" y1="68519" x2="32054" y2="68519"/>
                          <a14:foregroundMark x1="32054" y1="68519" x2="32054" y2="68519"/>
                          <a14:foregroundMark x1="32280" y1="66667" x2="32280" y2="66667"/>
                          <a14:foregroundMark x1="32280" y1="66667" x2="32280" y2="66667"/>
                          <a14:foregroundMark x1="44921" y1="54938" x2="42664" y2="78086"/>
                          <a14:foregroundMark x1="42664" y1="78086" x2="48984" y2="63889"/>
                          <a14:foregroundMark x1="48984" y1="63889" x2="44695" y2="54630"/>
                          <a14:foregroundMark x1="45598" y1="54938" x2="47178" y2="60802"/>
                          <a14:foregroundMark x1="46501" y1="55556" x2="46501" y2="55556"/>
                          <a14:foregroundMark x1="46501" y1="55556" x2="48081" y2="60185"/>
                          <a14:foregroundMark x1="43567" y1="57716" x2="43567" y2="65123"/>
                          <a14:foregroundMark x1="2032" y1="75309" x2="3612" y2="90741"/>
                          <a14:foregroundMark x1="13093" y1="66358" x2="13544" y2="72840"/>
                          <a14:foregroundMark x1="51919" y1="13580" x2="51467" y2="17284"/>
                          <a14:foregroundMark x1="46501" y1="23765" x2="49436" y2="27469"/>
                          <a14:foregroundMark x1="44695" y1="83025" x2="44695" y2="91667"/>
                          <a14:foregroundMark x1="17833" y1="57716" x2="19413" y2="64815"/>
                          <a14:foregroundMark x1="18059" y1="71605" x2="18059" y2="75617"/>
                          <a14:foregroundMark x1="15124" y1="71296" x2="15124" y2="76852"/>
                          <a14:foregroundMark x1="50790" y1="16667" x2="50790" y2="20679"/>
                          <a14:backgroundMark x1="37923" y1="15123" x2="37923" y2="15123"/>
                          <a14:backgroundMark x1="37923" y1="15123" x2="37923" y2="15123"/>
                          <a14:backgroundMark x1="35892" y1="17593" x2="35892" y2="17593"/>
                          <a14:backgroundMark x1="35892" y1="17593" x2="35892" y2="17593"/>
                          <a14:backgroundMark x1="37698" y1="24074" x2="37698" y2="24074"/>
                          <a14:backgroundMark x1="37698" y1="24074" x2="37698" y2="24074"/>
                          <a14:backgroundMark x1="16930" y1="12654" x2="16930" y2="12654"/>
                          <a14:backgroundMark x1="16930" y1="12654" x2="16930" y2="12654"/>
                          <a14:backgroundMark x1="48436" y1="20679" x2="48645" y2="21345"/>
                          <a14:backgroundMark x1="32957" y1="40432" x2="32957" y2="43827"/>
                          <a14:backgroundMark x1="32054" y1="37037" x2="32957" y2="40432"/>
                          <a14:backgroundMark x1="21219" y1="38580" x2="21219" y2="43519"/>
                          <a14:backgroundMark x1="14673" y1="58642" x2="14764" y2="58956"/>
                          <a14:backgroundMark x1="5121" y1="90453" x2="4966" y2="92284"/>
                          <a14:backgroundMark x1="6490" y1="74461" x2="7060" y2="73681"/>
                          <a14:backgroundMark x1="49661" y1="23765" x2="48081" y2="21296"/>
                        </a14:backgroundRemoval>
                      </a14:imgEffect>
                    </a14:imgLayer>
                  </a14:imgProps>
                </a:ext>
              </a:extLst>
            </a:blip>
            <a:srcRect l="1226" t="3563" r="47321" b="2414"/>
            <a:stretch>
              <a:fillRect/>
            </a:stretch>
          </p:blipFill>
          <p:spPr>
            <a:xfrm>
              <a:off x="2730568" y="1340860"/>
              <a:ext cx="664064" cy="887507"/>
            </a:xfrm>
            <a:prstGeom prst="rect">
              <a:avLst/>
            </a:prstGeom>
          </p:spPr>
        </p:pic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7411D4E9-7D93-8486-6040-53F7A45CC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41563" y1="33900" x2="58082" y2="33700"/>
                          <a14:foregroundMark x1="58082" y1="33700" x2="64476" y2="34200"/>
                          <a14:foregroundMark x1="39432" y1="32400" x2="52398" y2="32700"/>
                          <a14:foregroundMark x1="52398" y1="32700" x2="65187" y2="32600"/>
                          <a14:foregroundMark x1="65187" y1="32600" x2="65364" y2="32600"/>
                          <a14:foregroundMark x1="65542" y1="34400" x2="69449" y2="34600"/>
                        </a14:backgroundRemoval>
                      </a14:imgEffect>
                      <a14:imgEffect>
                        <a14:brightnessContrast bright="-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848" t="31128" r="29606" b="63835"/>
            <a:stretch>
              <a:fillRect/>
            </a:stretch>
          </p:blipFill>
          <p:spPr>
            <a:xfrm>
              <a:off x="2434362" y="2039633"/>
              <a:ext cx="1264588" cy="401994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2938F1A-FFCE-92C7-7492-7CD557EF21A5}"/>
                </a:ext>
              </a:extLst>
            </p:cNvPr>
            <p:cNvSpPr txBox="1"/>
            <p:nvPr/>
          </p:nvSpPr>
          <p:spPr>
            <a:xfrm>
              <a:off x="2607483" y="2121832"/>
              <a:ext cx="91834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ECEDF1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마을 사람들</a:t>
              </a:r>
            </a:p>
          </p:txBody>
        </p:sp>
      </p:grp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E14DD9F5-1D8D-4628-3C68-A47F38C1E0FA}"/>
              </a:ext>
            </a:extLst>
          </p:cNvPr>
          <p:cNvCxnSpPr/>
          <p:nvPr/>
        </p:nvCxnSpPr>
        <p:spPr>
          <a:xfrm>
            <a:off x="1798870" y="2366859"/>
            <a:ext cx="2072703" cy="1445499"/>
          </a:xfrm>
          <a:prstGeom prst="straightConnector1">
            <a:avLst/>
          </a:prstGeom>
          <a:ln w="25400">
            <a:solidFill>
              <a:srgbClr val="496F78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D916A41D-774E-2F2A-3751-9D1BC7969F08}"/>
              </a:ext>
            </a:extLst>
          </p:cNvPr>
          <p:cNvCxnSpPr>
            <a:cxnSpLocks/>
            <a:stCxn id="151" idx="2"/>
          </p:cNvCxnSpPr>
          <p:nvPr/>
        </p:nvCxnSpPr>
        <p:spPr>
          <a:xfrm flipH="1">
            <a:off x="4870469" y="2741986"/>
            <a:ext cx="765416" cy="517575"/>
          </a:xfrm>
          <a:prstGeom prst="straightConnector1">
            <a:avLst/>
          </a:prstGeom>
          <a:ln w="25400">
            <a:solidFill>
              <a:srgbClr val="FCE8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31711B58-6025-C0A4-24C2-94F7006DBCA4}"/>
              </a:ext>
            </a:extLst>
          </p:cNvPr>
          <p:cNvSpPr txBox="1"/>
          <p:nvPr/>
        </p:nvSpPr>
        <p:spPr>
          <a:xfrm>
            <a:off x="5113054" y="2952836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선동</a:t>
            </a:r>
          </a:p>
        </p:txBody>
      </p:sp>
      <p:cxnSp>
        <p:nvCxnSpPr>
          <p:cNvPr id="56" name="연결선: 꺾임 55">
            <a:extLst>
              <a:ext uri="{FF2B5EF4-FFF2-40B4-BE49-F238E27FC236}">
                <a16:creationId xmlns:a16="http://schemas.microsoft.com/office/drawing/2014/main" id="{BBBB0AC8-74AC-D3E7-D57B-59776147BE01}"/>
              </a:ext>
            </a:extLst>
          </p:cNvPr>
          <p:cNvCxnSpPr>
            <a:cxnSpLocks/>
            <a:stCxn id="29" idx="0"/>
            <a:endCxn id="161" idx="3"/>
          </p:cNvCxnSpPr>
          <p:nvPr/>
        </p:nvCxnSpPr>
        <p:spPr>
          <a:xfrm rot="16200000" flipH="1">
            <a:off x="5663851" y="276581"/>
            <a:ext cx="684941" cy="3427127"/>
          </a:xfrm>
          <a:prstGeom prst="bentConnector3">
            <a:avLst>
              <a:gd name="adj1" fmla="val -33375"/>
            </a:avLst>
          </a:prstGeom>
          <a:ln w="25400">
            <a:solidFill>
              <a:srgbClr val="ECEDF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E5D1068C-F867-B2D8-615F-5C3884A3AB17}"/>
              </a:ext>
            </a:extLst>
          </p:cNvPr>
          <p:cNvSpPr txBox="1"/>
          <p:nvPr/>
        </p:nvSpPr>
        <p:spPr>
          <a:xfrm>
            <a:off x="8375311" y="3864159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</a:t>
            </a:r>
          </a:p>
        </p:txBody>
      </p:sp>
      <p:cxnSp>
        <p:nvCxnSpPr>
          <p:cNvPr id="65" name="연결선: 꺾임 64">
            <a:extLst>
              <a:ext uri="{FF2B5EF4-FFF2-40B4-BE49-F238E27FC236}">
                <a16:creationId xmlns:a16="http://schemas.microsoft.com/office/drawing/2014/main" id="{B2C13818-3CC4-9EB2-185C-CAB0F008DCC8}"/>
              </a:ext>
            </a:extLst>
          </p:cNvPr>
          <p:cNvCxnSpPr>
            <a:cxnSpLocks/>
            <a:stCxn id="31" idx="3"/>
            <a:endCxn id="192" idx="0"/>
          </p:cNvCxnSpPr>
          <p:nvPr/>
        </p:nvCxnSpPr>
        <p:spPr>
          <a:xfrm rot="16200000" flipH="1">
            <a:off x="4901362" y="1024960"/>
            <a:ext cx="2595782" cy="3799144"/>
          </a:xfrm>
          <a:prstGeom prst="bentConnector4">
            <a:avLst>
              <a:gd name="adj1" fmla="val -8544"/>
              <a:gd name="adj2" fmla="val 111226"/>
            </a:avLst>
          </a:prstGeom>
          <a:ln w="25400">
            <a:solidFill>
              <a:srgbClr val="ECEDF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연결선: 꺾임 67">
            <a:extLst>
              <a:ext uri="{FF2B5EF4-FFF2-40B4-BE49-F238E27FC236}">
                <a16:creationId xmlns:a16="http://schemas.microsoft.com/office/drawing/2014/main" id="{3E4797F7-5CF7-63B5-7142-7F8B09D19DC6}"/>
              </a:ext>
            </a:extLst>
          </p:cNvPr>
          <p:cNvCxnSpPr>
            <a:cxnSpLocks/>
            <a:endCxn id="196" idx="0"/>
          </p:cNvCxnSpPr>
          <p:nvPr/>
        </p:nvCxnSpPr>
        <p:spPr>
          <a:xfrm rot="16200000" flipH="1">
            <a:off x="4186671" y="1744193"/>
            <a:ext cx="4025502" cy="3808592"/>
          </a:xfrm>
          <a:prstGeom prst="bentConnector4">
            <a:avLst>
              <a:gd name="adj1" fmla="val -5678"/>
              <a:gd name="adj2" fmla="val 106002"/>
            </a:avLst>
          </a:prstGeom>
          <a:ln w="25400">
            <a:solidFill>
              <a:srgbClr val="ECEDF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F0B9115E-6666-88FB-0C52-99088388B212}"/>
              </a:ext>
            </a:extLst>
          </p:cNvPr>
          <p:cNvSpPr txBox="1"/>
          <p:nvPr/>
        </p:nvSpPr>
        <p:spPr>
          <a:xfrm>
            <a:off x="8226919" y="5255480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01E6617-FB9F-54C3-A67F-4995FFAA3A39}"/>
              </a:ext>
            </a:extLst>
          </p:cNvPr>
          <p:cNvSpPr txBox="1"/>
          <p:nvPr/>
        </p:nvSpPr>
        <p:spPr>
          <a:xfrm>
            <a:off x="7080026" y="1761955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</a:t>
            </a:r>
          </a:p>
        </p:txBody>
      </p:sp>
    </p:spTree>
    <p:extLst>
      <p:ext uri="{BB962C8B-B14F-4D97-AF65-F5344CB8AC3E}">
        <p14:creationId xmlns:p14="http://schemas.microsoft.com/office/powerpoint/2010/main" val="3022186069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t="2438" b="1"/>
          <a:stretch/>
        </p:blipFill>
        <p:spPr>
          <a:xfrm>
            <a:off x="0" y="-1557"/>
            <a:ext cx="9144000" cy="6859557"/>
          </a:xfrm>
          <a:prstGeom prst="rect">
            <a:avLst/>
          </a:prstGeom>
        </p:spPr>
      </p:pic>
      <p:grpSp>
        <p:nvGrpSpPr>
          <p:cNvPr id="10" name="그룹 9"/>
          <p:cNvGrpSpPr/>
          <p:nvPr/>
        </p:nvGrpSpPr>
        <p:grpSpPr>
          <a:xfrm>
            <a:off x="4933950" y="3767135"/>
            <a:ext cx="400050" cy="200025"/>
            <a:chOff x="4933950" y="3767135"/>
            <a:chExt cx="400050" cy="200025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86185"/>
              <a:ext cx="171450" cy="180975"/>
            </a:xfrm>
            <a:prstGeom prst="rect">
              <a:avLst/>
            </a:prstGeom>
          </p:spPr>
        </p:pic>
        <p:pic>
          <p:nvPicPr>
            <p:cNvPr id="8" name="그림 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9" name="그림 8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11" name="그룹 10"/>
          <p:cNvGrpSpPr/>
          <p:nvPr/>
        </p:nvGrpSpPr>
        <p:grpSpPr>
          <a:xfrm>
            <a:off x="2019300" y="3757609"/>
            <a:ext cx="400050" cy="200025"/>
            <a:chOff x="4933950" y="3767135"/>
            <a:chExt cx="400050" cy="200025"/>
          </a:xfrm>
        </p:grpSpPr>
        <p:pic>
          <p:nvPicPr>
            <p:cNvPr id="12" name="그림 11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86185"/>
              <a:ext cx="171450" cy="180975"/>
            </a:xfrm>
            <a:prstGeom prst="rect">
              <a:avLst/>
            </a:prstGeom>
          </p:spPr>
        </p:pic>
        <p:pic>
          <p:nvPicPr>
            <p:cNvPr id="13" name="그림 1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14" name="그림 13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15" name="그룹 14"/>
          <p:cNvGrpSpPr/>
          <p:nvPr/>
        </p:nvGrpSpPr>
        <p:grpSpPr>
          <a:xfrm>
            <a:off x="7648575" y="3767135"/>
            <a:ext cx="400050" cy="200025"/>
            <a:chOff x="4933950" y="3767135"/>
            <a:chExt cx="400050" cy="200025"/>
          </a:xfrm>
        </p:grpSpPr>
        <p:pic>
          <p:nvPicPr>
            <p:cNvPr id="16" name="그림 15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86185"/>
              <a:ext cx="171450" cy="180975"/>
            </a:xfrm>
            <a:prstGeom prst="rect">
              <a:avLst/>
            </a:prstGeom>
          </p:spPr>
        </p:pic>
        <p:pic>
          <p:nvPicPr>
            <p:cNvPr id="17" name="그림 1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18" name="그림 1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19" name="그룹 18"/>
          <p:cNvGrpSpPr/>
          <p:nvPr/>
        </p:nvGrpSpPr>
        <p:grpSpPr>
          <a:xfrm>
            <a:off x="2028825" y="5414960"/>
            <a:ext cx="400050" cy="200025"/>
            <a:chOff x="4933950" y="3767135"/>
            <a:chExt cx="400050" cy="200025"/>
          </a:xfrm>
        </p:grpSpPr>
        <p:pic>
          <p:nvPicPr>
            <p:cNvPr id="20" name="그림 19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86185"/>
              <a:ext cx="171450" cy="180975"/>
            </a:xfrm>
            <a:prstGeom prst="rect">
              <a:avLst/>
            </a:prstGeom>
          </p:spPr>
        </p:pic>
        <p:pic>
          <p:nvPicPr>
            <p:cNvPr id="21" name="그림 20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22" name="그림 21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23" name="그룹 22"/>
          <p:cNvGrpSpPr/>
          <p:nvPr/>
        </p:nvGrpSpPr>
        <p:grpSpPr>
          <a:xfrm>
            <a:off x="2019300" y="2271704"/>
            <a:ext cx="400050" cy="200025"/>
            <a:chOff x="4933950" y="3767135"/>
            <a:chExt cx="400050" cy="200025"/>
          </a:xfrm>
        </p:grpSpPr>
        <p:pic>
          <p:nvPicPr>
            <p:cNvPr id="24" name="그림 23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86185"/>
              <a:ext cx="171450" cy="180975"/>
            </a:xfrm>
            <a:prstGeom prst="rect">
              <a:avLst/>
            </a:prstGeom>
          </p:spPr>
        </p:pic>
        <p:pic>
          <p:nvPicPr>
            <p:cNvPr id="25" name="그림 24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26" name="그림 25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27" name="그룹 26"/>
          <p:cNvGrpSpPr/>
          <p:nvPr/>
        </p:nvGrpSpPr>
        <p:grpSpPr>
          <a:xfrm>
            <a:off x="3448050" y="2828922"/>
            <a:ext cx="400050" cy="180975"/>
            <a:chOff x="4933950" y="3767135"/>
            <a:chExt cx="400050" cy="180975"/>
          </a:xfrm>
        </p:grpSpPr>
        <p:pic>
          <p:nvPicPr>
            <p:cNvPr id="28" name="그림 2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29" name="그림 28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30" name="그림 29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37" name="그룹 36"/>
          <p:cNvGrpSpPr/>
          <p:nvPr/>
        </p:nvGrpSpPr>
        <p:grpSpPr>
          <a:xfrm>
            <a:off x="6715125" y="2271702"/>
            <a:ext cx="647700" cy="180977"/>
            <a:chOff x="6715125" y="2271702"/>
            <a:chExt cx="647700" cy="180977"/>
          </a:xfrm>
        </p:grpSpPr>
        <p:grpSp>
          <p:nvGrpSpPr>
            <p:cNvPr id="31" name="그룹 30"/>
            <p:cNvGrpSpPr/>
            <p:nvPr/>
          </p:nvGrpSpPr>
          <p:grpSpPr>
            <a:xfrm>
              <a:off x="6867525" y="2271704"/>
              <a:ext cx="400050" cy="180975"/>
              <a:chOff x="4933950" y="3767135"/>
              <a:chExt cx="400050" cy="180975"/>
            </a:xfrm>
          </p:grpSpPr>
          <p:pic>
            <p:nvPicPr>
              <p:cNvPr id="32" name="그림 31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49339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33" name="그림 32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0863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34" name="그림 33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162550" y="3767135"/>
                <a:ext cx="171450" cy="180975"/>
              </a:xfrm>
              <a:prstGeom prst="rect">
                <a:avLst/>
              </a:prstGeom>
            </p:spPr>
          </p:pic>
        </p:grpSp>
        <p:pic>
          <p:nvPicPr>
            <p:cNvPr id="35" name="그림 34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6715125" y="2271703"/>
              <a:ext cx="171450" cy="180975"/>
            </a:xfrm>
            <a:prstGeom prst="rect">
              <a:avLst/>
            </a:prstGeom>
          </p:spPr>
        </p:pic>
        <p:pic>
          <p:nvPicPr>
            <p:cNvPr id="36" name="그림 35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7191375" y="2271702"/>
              <a:ext cx="171450" cy="180975"/>
            </a:xfrm>
            <a:prstGeom prst="rect">
              <a:avLst/>
            </a:prstGeom>
          </p:spPr>
        </p:pic>
      </p:grpSp>
      <p:grpSp>
        <p:nvGrpSpPr>
          <p:cNvPr id="38" name="그룹 37"/>
          <p:cNvGrpSpPr/>
          <p:nvPr/>
        </p:nvGrpSpPr>
        <p:grpSpPr>
          <a:xfrm>
            <a:off x="8134350" y="2271702"/>
            <a:ext cx="647700" cy="180977"/>
            <a:chOff x="6715125" y="2271702"/>
            <a:chExt cx="647700" cy="180977"/>
          </a:xfrm>
        </p:grpSpPr>
        <p:grpSp>
          <p:nvGrpSpPr>
            <p:cNvPr id="39" name="그룹 38"/>
            <p:cNvGrpSpPr/>
            <p:nvPr/>
          </p:nvGrpSpPr>
          <p:grpSpPr>
            <a:xfrm>
              <a:off x="6867525" y="2271704"/>
              <a:ext cx="400050" cy="180975"/>
              <a:chOff x="4933950" y="3767135"/>
              <a:chExt cx="400050" cy="180975"/>
            </a:xfrm>
          </p:grpSpPr>
          <p:pic>
            <p:nvPicPr>
              <p:cNvPr id="42" name="그림 41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49339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43" name="그림 42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0863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44" name="그림 43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162550" y="3767135"/>
                <a:ext cx="171450" cy="180975"/>
              </a:xfrm>
              <a:prstGeom prst="rect">
                <a:avLst/>
              </a:prstGeom>
            </p:spPr>
          </p:pic>
        </p:grpSp>
        <p:pic>
          <p:nvPicPr>
            <p:cNvPr id="40" name="그림 39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6715125" y="2271703"/>
              <a:ext cx="171450" cy="180975"/>
            </a:xfrm>
            <a:prstGeom prst="rect">
              <a:avLst/>
            </a:prstGeom>
          </p:spPr>
        </p:pic>
        <p:pic>
          <p:nvPicPr>
            <p:cNvPr id="41" name="그림 40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7191375" y="2271702"/>
              <a:ext cx="171450" cy="180975"/>
            </a:xfrm>
            <a:prstGeom prst="rect">
              <a:avLst/>
            </a:prstGeom>
          </p:spPr>
        </p:pic>
      </p:grpSp>
      <p:grpSp>
        <p:nvGrpSpPr>
          <p:cNvPr id="45" name="그룹 44"/>
          <p:cNvGrpSpPr/>
          <p:nvPr/>
        </p:nvGrpSpPr>
        <p:grpSpPr>
          <a:xfrm>
            <a:off x="7981950" y="5107768"/>
            <a:ext cx="647700" cy="180977"/>
            <a:chOff x="6715125" y="2271702"/>
            <a:chExt cx="647700" cy="180977"/>
          </a:xfrm>
        </p:grpSpPr>
        <p:grpSp>
          <p:nvGrpSpPr>
            <p:cNvPr id="46" name="그룹 45"/>
            <p:cNvGrpSpPr/>
            <p:nvPr/>
          </p:nvGrpSpPr>
          <p:grpSpPr>
            <a:xfrm>
              <a:off x="6867525" y="2271704"/>
              <a:ext cx="400050" cy="180975"/>
              <a:chOff x="4933950" y="3767135"/>
              <a:chExt cx="400050" cy="180975"/>
            </a:xfrm>
          </p:grpSpPr>
          <p:pic>
            <p:nvPicPr>
              <p:cNvPr id="49" name="그림 48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49339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50" name="그림 49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0863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51" name="그림 50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162550" y="3767135"/>
                <a:ext cx="171450" cy="180975"/>
              </a:xfrm>
              <a:prstGeom prst="rect">
                <a:avLst/>
              </a:prstGeom>
            </p:spPr>
          </p:pic>
        </p:grpSp>
        <p:pic>
          <p:nvPicPr>
            <p:cNvPr id="47" name="그림 4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6715125" y="2271703"/>
              <a:ext cx="171450" cy="180975"/>
            </a:xfrm>
            <a:prstGeom prst="rect">
              <a:avLst/>
            </a:prstGeom>
          </p:spPr>
        </p:pic>
        <p:pic>
          <p:nvPicPr>
            <p:cNvPr id="48" name="그림 4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7191375" y="2271702"/>
              <a:ext cx="171450" cy="180975"/>
            </a:xfrm>
            <a:prstGeom prst="rect">
              <a:avLst/>
            </a:prstGeom>
          </p:spPr>
        </p:pic>
      </p:grpSp>
      <p:grpSp>
        <p:nvGrpSpPr>
          <p:cNvPr id="52" name="그룹 51"/>
          <p:cNvGrpSpPr/>
          <p:nvPr/>
        </p:nvGrpSpPr>
        <p:grpSpPr>
          <a:xfrm>
            <a:off x="7086600" y="5107767"/>
            <a:ext cx="400050" cy="180975"/>
            <a:chOff x="4933950" y="3767135"/>
            <a:chExt cx="400050" cy="180975"/>
          </a:xfrm>
        </p:grpSpPr>
        <p:pic>
          <p:nvPicPr>
            <p:cNvPr id="53" name="그림 5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54" name="그림 53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55" name="그림 54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56" name="그룹 55"/>
          <p:cNvGrpSpPr/>
          <p:nvPr/>
        </p:nvGrpSpPr>
        <p:grpSpPr>
          <a:xfrm>
            <a:off x="7105650" y="6143622"/>
            <a:ext cx="400050" cy="180975"/>
            <a:chOff x="4933950" y="3767135"/>
            <a:chExt cx="400050" cy="180975"/>
          </a:xfrm>
        </p:grpSpPr>
        <p:pic>
          <p:nvPicPr>
            <p:cNvPr id="57" name="그림 5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58" name="그림 5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59" name="그림 58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60" name="그룹 59"/>
          <p:cNvGrpSpPr/>
          <p:nvPr/>
        </p:nvGrpSpPr>
        <p:grpSpPr>
          <a:xfrm>
            <a:off x="5781675" y="5848347"/>
            <a:ext cx="400050" cy="180975"/>
            <a:chOff x="4933950" y="3767135"/>
            <a:chExt cx="400050" cy="180975"/>
          </a:xfrm>
        </p:grpSpPr>
        <p:pic>
          <p:nvPicPr>
            <p:cNvPr id="61" name="그림 60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62" name="그림 61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63" name="그림 6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64" name="그룹 63"/>
          <p:cNvGrpSpPr/>
          <p:nvPr/>
        </p:nvGrpSpPr>
        <p:grpSpPr>
          <a:xfrm>
            <a:off x="4905375" y="6234109"/>
            <a:ext cx="400050" cy="180975"/>
            <a:chOff x="4933950" y="3767135"/>
            <a:chExt cx="400050" cy="180975"/>
          </a:xfrm>
        </p:grpSpPr>
        <p:pic>
          <p:nvPicPr>
            <p:cNvPr id="65" name="그림 64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66" name="그림 65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67" name="그림 6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68" name="그룹 67"/>
          <p:cNvGrpSpPr/>
          <p:nvPr/>
        </p:nvGrpSpPr>
        <p:grpSpPr>
          <a:xfrm>
            <a:off x="4067175" y="5848347"/>
            <a:ext cx="400050" cy="180975"/>
            <a:chOff x="4933950" y="3767135"/>
            <a:chExt cx="400050" cy="180975"/>
          </a:xfrm>
        </p:grpSpPr>
        <p:pic>
          <p:nvPicPr>
            <p:cNvPr id="69" name="그림 68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70" name="그림 69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71" name="그림 70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72" name="그룹 71"/>
          <p:cNvGrpSpPr/>
          <p:nvPr/>
        </p:nvGrpSpPr>
        <p:grpSpPr>
          <a:xfrm>
            <a:off x="2981325" y="4926789"/>
            <a:ext cx="400050" cy="180975"/>
            <a:chOff x="4933950" y="3767135"/>
            <a:chExt cx="400050" cy="180975"/>
          </a:xfrm>
        </p:grpSpPr>
        <p:pic>
          <p:nvPicPr>
            <p:cNvPr id="73" name="그림 7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74" name="그림 73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75" name="그림 74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76" name="그룹 75"/>
          <p:cNvGrpSpPr/>
          <p:nvPr/>
        </p:nvGrpSpPr>
        <p:grpSpPr>
          <a:xfrm>
            <a:off x="1019175" y="4893448"/>
            <a:ext cx="400050" cy="180975"/>
            <a:chOff x="4933950" y="3767135"/>
            <a:chExt cx="400050" cy="180975"/>
          </a:xfrm>
        </p:grpSpPr>
        <p:pic>
          <p:nvPicPr>
            <p:cNvPr id="77" name="그림 7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78" name="그림 7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79" name="그림 78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80" name="그룹 79"/>
          <p:cNvGrpSpPr/>
          <p:nvPr/>
        </p:nvGrpSpPr>
        <p:grpSpPr>
          <a:xfrm>
            <a:off x="4957762" y="4900609"/>
            <a:ext cx="400050" cy="180975"/>
            <a:chOff x="4933950" y="3767135"/>
            <a:chExt cx="400050" cy="180975"/>
          </a:xfrm>
        </p:grpSpPr>
        <p:pic>
          <p:nvPicPr>
            <p:cNvPr id="81" name="그림 80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82" name="그림 81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83" name="그림 8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84" name="그룹 83"/>
          <p:cNvGrpSpPr/>
          <p:nvPr/>
        </p:nvGrpSpPr>
        <p:grpSpPr>
          <a:xfrm>
            <a:off x="747713" y="2262166"/>
            <a:ext cx="647700" cy="180977"/>
            <a:chOff x="6715125" y="2271702"/>
            <a:chExt cx="647700" cy="180977"/>
          </a:xfrm>
        </p:grpSpPr>
        <p:grpSp>
          <p:nvGrpSpPr>
            <p:cNvPr id="85" name="그룹 84"/>
            <p:cNvGrpSpPr/>
            <p:nvPr/>
          </p:nvGrpSpPr>
          <p:grpSpPr>
            <a:xfrm>
              <a:off x="6867525" y="2271704"/>
              <a:ext cx="400050" cy="180975"/>
              <a:chOff x="4933950" y="3767135"/>
              <a:chExt cx="400050" cy="180975"/>
            </a:xfrm>
          </p:grpSpPr>
          <p:pic>
            <p:nvPicPr>
              <p:cNvPr id="88" name="그림 87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49339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89" name="그림 88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0863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90" name="그림 89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162550" y="3767135"/>
                <a:ext cx="171450" cy="180975"/>
              </a:xfrm>
              <a:prstGeom prst="rect">
                <a:avLst/>
              </a:prstGeom>
            </p:spPr>
          </p:pic>
        </p:grpSp>
        <p:pic>
          <p:nvPicPr>
            <p:cNvPr id="86" name="그림 85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6715125" y="2271703"/>
              <a:ext cx="171450" cy="180975"/>
            </a:xfrm>
            <a:prstGeom prst="rect">
              <a:avLst/>
            </a:prstGeom>
          </p:spPr>
        </p:pic>
        <p:pic>
          <p:nvPicPr>
            <p:cNvPr id="87" name="그림 8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7191375" y="2271702"/>
              <a:ext cx="171450" cy="180975"/>
            </a:xfrm>
            <a:prstGeom prst="rect">
              <a:avLst/>
            </a:prstGeom>
          </p:spPr>
        </p:pic>
      </p:grpSp>
      <p:grpSp>
        <p:nvGrpSpPr>
          <p:cNvPr id="91" name="그룹 90"/>
          <p:cNvGrpSpPr/>
          <p:nvPr/>
        </p:nvGrpSpPr>
        <p:grpSpPr>
          <a:xfrm>
            <a:off x="652463" y="3487316"/>
            <a:ext cx="647700" cy="180977"/>
            <a:chOff x="6715125" y="2271702"/>
            <a:chExt cx="647700" cy="180977"/>
          </a:xfrm>
        </p:grpSpPr>
        <p:grpSp>
          <p:nvGrpSpPr>
            <p:cNvPr id="92" name="그룹 91"/>
            <p:cNvGrpSpPr/>
            <p:nvPr/>
          </p:nvGrpSpPr>
          <p:grpSpPr>
            <a:xfrm>
              <a:off x="6867525" y="2271704"/>
              <a:ext cx="400050" cy="180975"/>
              <a:chOff x="4933950" y="3767135"/>
              <a:chExt cx="400050" cy="180975"/>
            </a:xfrm>
          </p:grpSpPr>
          <p:pic>
            <p:nvPicPr>
              <p:cNvPr id="95" name="그림 94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49339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96" name="그림 95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0863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97" name="그림 96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162550" y="3767135"/>
                <a:ext cx="171450" cy="180975"/>
              </a:xfrm>
              <a:prstGeom prst="rect">
                <a:avLst/>
              </a:prstGeom>
            </p:spPr>
          </p:pic>
        </p:grpSp>
        <p:pic>
          <p:nvPicPr>
            <p:cNvPr id="93" name="그림 9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6715125" y="2271703"/>
              <a:ext cx="171450" cy="180975"/>
            </a:xfrm>
            <a:prstGeom prst="rect">
              <a:avLst/>
            </a:prstGeom>
          </p:spPr>
        </p:pic>
        <p:pic>
          <p:nvPicPr>
            <p:cNvPr id="94" name="그림 93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7191375" y="2271702"/>
              <a:ext cx="171450" cy="180975"/>
            </a:xfrm>
            <a:prstGeom prst="rect">
              <a:avLst/>
            </a:prstGeom>
          </p:spPr>
        </p:pic>
      </p:grpSp>
      <p:pic>
        <p:nvPicPr>
          <p:cNvPr id="98" name="그림 97"/>
          <p:cNvPicPr>
            <a:picLocks noChangeAspect="1"/>
          </p:cNvPicPr>
          <p:nvPr/>
        </p:nvPicPr>
        <p:blipFill rotWithShape="1">
          <a:blip r:embed="rId2"/>
          <a:srcRect l="58358" t="56112" r="39767" b="41314"/>
          <a:stretch/>
        </p:blipFill>
        <p:spPr>
          <a:xfrm>
            <a:off x="614363" y="2262158"/>
            <a:ext cx="171450" cy="180975"/>
          </a:xfrm>
          <a:prstGeom prst="rect">
            <a:avLst/>
          </a:prstGeom>
        </p:spPr>
      </p:pic>
      <p:sp>
        <p:nvSpPr>
          <p:cNvPr id="99" name="직사각형 98"/>
          <p:cNvSpPr/>
          <p:nvPr/>
        </p:nvSpPr>
        <p:spPr>
          <a:xfrm>
            <a:off x="4724399" y="2858663"/>
            <a:ext cx="806400" cy="908471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직사각형 99"/>
          <p:cNvSpPr/>
          <p:nvPr/>
        </p:nvSpPr>
        <p:spPr>
          <a:xfrm>
            <a:off x="7410450" y="2858663"/>
            <a:ext cx="806400" cy="908471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직사각형 100"/>
          <p:cNvSpPr/>
          <p:nvPr/>
        </p:nvSpPr>
        <p:spPr>
          <a:xfrm>
            <a:off x="1819351" y="2849138"/>
            <a:ext cx="806400" cy="908471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/>
          <p:cNvSpPr/>
          <p:nvPr/>
        </p:nvSpPr>
        <p:spPr>
          <a:xfrm>
            <a:off x="1809826" y="1344181"/>
            <a:ext cx="806400" cy="908471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직사각형 102"/>
          <p:cNvSpPr/>
          <p:nvPr/>
        </p:nvSpPr>
        <p:spPr>
          <a:xfrm>
            <a:off x="1818507" y="4487439"/>
            <a:ext cx="806400" cy="908471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직사각형 103"/>
          <p:cNvSpPr/>
          <p:nvPr/>
        </p:nvSpPr>
        <p:spPr>
          <a:xfrm>
            <a:off x="667632" y="2849139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직사각형 104"/>
          <p:cNvSpPr/>
          <p:nvPr/>
        </p:nvSpPr>
        <p:spPr>
          <a:xfrm>
            <a:off x="677157" y="1607918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직사각형 105"/>
          <p:cNvSpPr/>
          <p:nvPr/>
        </p:nvSpPr>
        <p:spPr>
          <a:xfrm>
            <a:off x="919163" y="4245755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직사각형 106"/>
          <p:cNvSpPr/>
          <p:nvPr/>
        </p:nvSpPr>
        <p:spPr>
          <a:xfrm>
            <a:off x="2888015" y="4251688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직사각형 108"/>
          <p:cNvSpPr/>
          <p:nvPr/>
        </p:nvSpPr>
        <p:spPr>
          <a:xfrm>
            <a:off x="4808184" y="5553072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0" name="그림 109"/>
          <p:cNvPicPr>
            <a:picLocks noChangeAspect="1"/>
          </p:cNvPicPr>
          <p:nvPr/>
        </p:nvPicPr>
        <p:blipFill rotWithShape="1">
          <a:blip r:embed="rId2"/>
          <a:srcRect l="58358" t="56112" r="39767" b="41314"/>
          <a:stretch/>
        </p:blipFill>
        <p:spPr>
          <a:xfrm>
            <a:off x="4895850" y="6205534"/>
            <a:ext cx="171450" cy="180975"/>
          </a:xfrm>
          <a:prstGeom prst="rect">
            <a:avLst/>
          </a:prstGeom>
        </p:spPr>
      </p:pic>
      <p:pic>
        <p:nvPicPr>
          <p:cNvPr id="111" name="그림 110"/>
          <p:cNvPicPr>
            <a:picLocks noChangeAspect="1"/>
          </p:cNvPicPr>
          <p:nvPr/>
        </p:nvPicPr>
        <p:blipFill rotWithShape="1">
          <a:blip r:embed="rId2"/>
          <a:srcRect l="58358" t="56112" r="39767" b="41314"/>
          <a:stretch/>
        </p:blipFill>
        <p:spPr>
          <a:xfrm>
            <a:off x="4171950" y="5828086"/>
            <a:ext cx="171450" cy="180975"/>
          </a:xfrm>
          <a:prstGeom prst="rect">
            <a:avLst/>
          </a:prstGeom>
        </p:spPr>
      </p:pic>
      <p:pic>
        <p:nvPicPr>
          <p:cNvPr id="112" name="그림 111"/>
          <p:cNvPicPr>
            <a:picLocks noChangeAspect="1"/>
          </p:cNvPicPr>
          <p:nvPr/>
        </p:nvPicPr>
        <p:blipFill rotWithShape="1">
          <a:blip r:embed="rId2"/>
          <a:srcRect l="58358" t="56112" r="39767" b="41314"/>
          <a:stretch/>
        </p:blipFill>
        <p:spPr>
          <a:xfrm>
            <a:off x="4295775" y="5829296"/>
            <a:ext cx="171450" cy="180975"/>
          </a:xfrm>
          <a:prstGeom prst="rect">
            <a:avLst/>
          </a:prstGeom>
        </p:spPr>
      </p:pic>
      <p:pic>
        <p:nvPicPr>
          <p:cNvPr id="113" name="그림 112"/>
          <p:cNvPicPr>
            <a:picLocks noChangeAspect="1"/>
          </p:cNvPicPr>
          <p:nvPr/>
        </p:nvPicPr>
        <p:blipFill rotWithShape="1">
          <a:blip r:embed="rId2"/>
          <a:srcRect l="58358" t="56112" r="39767" b="41314"/>
          <a:stretch/>
        </p:blipFill>
        <p:spPr>
          <a:xfrm>
            <a:off x="4371975" y="5847137"/>
            <a:ext cx="171450" cy="180975"/>
          </a:xfrm>
          <a:prstGeom prst="rect">
            <a:avLst/>
          </a:prstGeom>
        </p:spPr>
      </p:pic>
      <p:pic>
        <p:nvPicPr>
          <p:cNvPr id="114" name="그림 113"/>
          <p:cNvPicPr>
            <a:picLocks noChangeAspect="1"/>
          </p:cNvPicPr>
          <p:nvPr/>
        </p:nvPicPr>
        <p:blipFill rotWithShape="1">
          <a:blip r:embed="rId2"/>
          <a:srcRect l="43021" t="89817" r="48541" b="8964"/>
          <a:stretch/>
        </p:blipFill>
        <p:spPr>
          <a:xfrm>
            <a:off x="3777543" y="6029322"/>
            <a:ext cx="1028700" cy="114300"/>
          </a:xfrm>
          <a:prstGeom prst="rect">
            <a:avLst/>
          </a:prstGeom>
        </p:spPr>
      </p:pic>
      <p:pic>
        <p:nvPicPr>
          <p:cNvPr id="115" name="그림 114"/>
          <p:cNvPicPr>
            <a:picLocks noChangeAspect="1"/>
          </p:cNvPicPr>
          <p:nvPr/>
        </p:nvPicPr>
        <p:blipFill rotWithShape="1">
          <a:blip r:embed="rId2"/>
          <a:srcRect l="52083" t="77511" r="45834" b="19102"/>
          <a:stretch/>
        </p:blipFill>
        <p:spPr>
          <a:xfrm>
            <a:off x="4572000" y="5629266"/>
            <a:ext cx="236183" cy="238125"/>
          </a:xfrm>
          <a:prstGeom prst="rect">
            <a:avLst/>
          </a:prstGeom>
        </p:spPr>
      </p:pic>
      <p:pic>
        <p:nvPicPr>
          <p:cNvPr id="116" name="그림 115"/>
          <p:cNvPicPr>
            <a:picLocks noChangeAspect="1"/>
          </p:cNvPicPr>
          <p:nvPr/>
        </p:nvPicPr>
        <p:blipFill rotWithShape="1">
          <a:blip r:embed="rId2"/>
          <a:srcRect l="52083" t="77511" r="45834" b="19102"/>
          <a:stretch/>
        </p:blipFill>
        <p:spPr>
          <a:xfrm>
            <a:off x="4579584" y="5799510"/>
            <a:ext cx="229571" cy="238125"/>
          </a:xfrm>
          <a:prstGeom prst="rect">
            <a:avLst/>
          </a:prstGeom>
        </p:spPr>
      </p:pic>
      <p:pic>
        <p:nvPicPr>
          <p:cNvPr id="117" name="그림 116"/>
          <p:cNvPicPr>
            <a:picLocks noChangeAspect="1"/>
          </p:cNvPicPr>
          <p:nvPr/>
        </p:nvPicPr>
        <p:blipFill rotWithShape="1">
          <a:blip r:embed="rId2"/>
          <a:srcRect l="68126" t="85368" r="29895" b="11516"/>
          <a:stretch/>
        </p:blipFill>
        <p:spPr>
          <a:xfrm>
            <a:off x="4477721" y="5819771"/>
            <a:ext cx="180975" cy="219075"/>
          </a:xfrm>
          <a:prstGeom prst="rect">
            <a:avLst/>
          </a:prstGeom>
        </p:spPr>
      </p:pic>
      <p:sp>
        <p:nvSpPr>
          <p:cNvPr id="108" name="직사각형 107"/>
          <p:cNvSpPr/>
          <p:nvPr/>
        </p:nvSpPr>
        <p:spPr>
          <a:xfrm>
            <a:off x="3939469" y="5189918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직사각형 117"/>
          <p:cNvSpPr/>
          <p:nvPr/>
        </p:nvSpPr>
        <p:spPr>
          <a:xfrm>
            <a:off x="5674959" y="5191128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직사각형 118"/>
          <p:cNvSpPr/>
          <p:nvPr/>
        </p:nvSpPr>
        <p:spPr>
          <a:xfrm>
            <a:off x="4808184" y="4246940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직사각형 119"/>
          <p:cNvSpPr/>
          <p:nvPr/>
        </p:nvSpPr>
        <p:spPr>
          <a:xfrm>
            <a:off x="3323166" y="2153237"/>
            <a:ext cx="632531" cy="655423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직사각형 120"/>
          <p:cNvSpPr/>
          <p:nvPr/>
        </p:nvSpPr>
        <p:spPr>
          <a:xfrm>
            <a:off x="6692194" y="1598390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직사각형 121"/>
          <p:cNvSpPr/>
          <p:nvPr/>
        </p:nvSpPr>
        <p:spPr>
          <a:xfrm>
            <a:off x="8141934" y="1607918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직사각형 122"/>
          <p:cNvSpPr/>
          <p:nvPr/>
        </p:nvSpPr>
        <p:spPr>
          <a:xfrm>
            <a:off x="6998934" y="4425902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직사각형 123"/>
          <p:cNvSpPr/>
          <p:nvPr/>
        </p:nvSpPr>
        <p:spPr>
          <a:xfrm>
            <a:off x="7989534" y="4432703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직사각형 124"/>
          <p:cNvSpPr/>
          <p:nvPr/>
        </p:nvSpPr>
        <p:spPr>
          <a:xfrm>
            <a:off x="6998934" y="5495929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직사각형 125"/>
          <p:cNvSpPr/>
          <p:nvPr/>
        </p:nvSpPr>
        <p:spPr>
          <a:xfrm>
            <a:off x="3791" y="0"/>
            <a:ext cx="9149734" cy="766717"/>
          </a:xfrm>
          <a:prstGeom prst="rect">
            <a:avLst/>
          </a:prstGeom>
          <a:solidFill>
            <a:srgbClr val="1F28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TextBox 127"/>
          <p:cNvSpPr txBox="1"/>
          <p:nvPr/>
        </p:nvSpPr>
        <p:spPr>
          <a:xfrm>
            <a:off x="61911" y="67048"/>
            <a:ext cx="397668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500">
                <a:solidFill>
                  <a:srgbClr val="ECEDF1"/>
                </a:solidFill>
                <a:latin typeface="KoddiUD 온고딕 Regular"/>
              </a:rPr>
              <a:t>인물 관계도</a:t>
            </a:r>
          </a:p>
        </p:txBody>
      </p:sp>
      <p:pic>
        <p:nvPicPr>
          <p:cNvPr id="129" name="그림 128">
            <a:extLst>
              <a:ext uri="{FF2B5EF4-FFF2-40B4-BE49-F238E27FC236}">
                <a16:creationId xmlns:a16="http://schemas.microsoft.com/office/drawing/2014/main" id="{B98B4BE3-7DA2-92D9-82A6-DFEE6FC24F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457" b="96296" l="9735" r="89381"/>
                    </a14:imgEffect>
                  </a14:imgLayer>
                </a14:imgProps>
              </a:ext>
            </a:extLst>
          </a:blip>
          <a:srcRect b="28802"/>
          <a:stretch/>
        </p:blipFill>
        <p:spPr>
          <a:xfrm>
            <a:off x="4763465" y="2849139"/>
            <a:ext cx="715671" cy="91311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34798469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그림 51"/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2952"/>
                    </a14:imgEffect>
                    <a14:imgEffect>
                      <a14:saturation sat="107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11" y="3478396"/>
            <a:ext cx="1261981" cy="524301"/>
          </a:xfrm>
          <a:prstGeom prst="rect">
            <a:avLst/>
          </a:prstGeom>
        </p:spPr>
      </p:pic>
      <p:pic>
        <p:nvPicPr>
          <p:cNvPr id="160" name="그림 159">
            <a:extLst>
              <a:ext uri="{FF2B5EF4-FFF2-40B4-BE49-F238E27FC236}">
                <a16:creationId xmlns:a16="http://schemas.microsoft.com/office/drawing/2014/main" id="{A6FDE98E-36C0-9190-25F4-83084CA1A6A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685711" y="4509332"/>
            <a:ext cx="1264588" cy="525266"/>
          </a:xfrm>
          <a:prstGeom prst="rect">
            <a:avLst/>
          </a:prstGeom>
        </p:spPr>
      </p:pic>
      <p:pic>
        <p:nvPicPr>
          <p:cNvPr id="156" name="그림 155">
            <a:extLst>
              <a:ext uri="{FF2B5EF4-FFF2-40B4-BE49-F238E27FC236}">
                <a16:creationId xmlns:a16="http://schemas.microsoft.com/office/drawing/2014/main" id="{A6FDE98E-36C0-9190-25F4-83084CA1A6A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2742086" y="1576278"/>
            <a:ext cx="1264588" cy="525266"/>
          </a:xfrm>
          <a:prstGeom prst="rect">
            <a:avLst/>
          </a:prstGeom>
        </p:spPr>
      </p:pic>
      <p:pic>
        <p:nvPicPr>
          <p:cNvPr id="154" name="그림 153">
            <a:extLst>
              <a:ext uri="{FF2B5EF4-FFF2-40B4-BE49-F238E27FC236}">
                <a16:creationId xmlns:a16="http://schemas.microsoft.com/office/drawing/2014/main" id="{342AE6C9-F081-5B0A-94BA-37029D99FEE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853983" y="1357814"/>
            <a:ext cx="1469640" cy="1875092"/>
          </a:xfrm>
          <a:prstGeom prst="snip2DiagRect">
            <a:avLst/>
          </a:prstGeom>
          <a:solidFill>
            <a:srgbClr val="B6BFC6">
              <a:alpha val="15000"/>
            </a:srgbClr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1457269" cy="1164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KoddiUD 온고딕 Regular" panose="020B0503000000000000"/>
              </a:rPr>
              <a:t>글자 크기</a:t>
            </a:r>
            <a:endParaRPr lang="ko-KR" altLang="en-US">
              <a:latin typeface="충북대70주년체 Regular"/>
              <a:ea typeface="KoddiUD 온고딕 Regular" panose="020B0503000000000000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KoddiUD 온고딕 Regular" panose="020B0503000000000000"/>
              </a:rPr>
              <a:t>ㄱ </a:t>
            </a:r>
            <a:r>
              <a:rPr lang="en-US" altLang="ko-KR" sz="2600">
                <a:latin typeface="충북대70주년체 Regular"/>
                <a:ea typeface="KoddiUD 온고딕 Regular" panose="020B0503000000000000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KoddiUD 온고딕 Regular" panose="020B0503000000000000"/>
              </a:rPr>
              <a:t>ㄱ </a:t>
            </a:r>
            <a:r>
              <a:rPr lang="en-US" altLang="ko-KR" sz="1400">
                <a:latin typeface="충북대70주년체 Regular"/>
                <a:ea typeface="KoddiUD 온고딕 Regular" panose="020B0503000000000000"/>
              </a:rPr>
              <a:t>(19)</a:t>
            </a:r>
          </a:p>
          <a:p>
            <a:pPr lvl="0">
              <a:defRPr/>
            </a:pPr>
            <a:r>
              <a:rPr lang="ko-KR" altLang="en-US" sz="1000">
                <a:latin typeface="충북대70주년체 Regular"/>
                <a:ea typeface="KoddiUD 온고딕 Regular" panose="020B0503000000000000"/>
              </a:rPr>
              <a:t>ㄱ </a:t>
            </a:r>
            <a:r>
              <a:rPr lang="en-US" altLang="ko-KR" sz="1000">
                <a:latin typeface="충북대70주년체 Regular"/>
                <a:ea typeface="KoddiUD 온고딕 Regular" panose="020B0503000000000000"/>
              </a:rPr>
              <a:t>(</a:t>
            </a:r>
            <a:r>
              <a:rPr lang="en-US" altLang="ko-KR" sz="1000" smtClean="0">
                <a:latin typeface="충북대70주년체 Regular"/>
                <a:ea typeface="KoddiUD 온고딕 Regular" panose="020B0503000000000000"/>
              </a:rPr>
              <a:t>10)</a:t>
            </a:r>
            <a:endParaRPr lang="en-US" altLang="ko-KR" sz="1000">
              <a:latin typeface="충북대70주년체 Regular"/>
              <a:ea typeface="KoddiUD 온고딕 Regular" panose="020B0503000000000000"/>
            </a:endParaRP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16166" y="1301432"/>
            <a:ext cx="2347099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dirty="0">
                <a:latin typeface="충북대70주년체 Regular"/>
                <a:ea typeface="KoddiUD 온고딕 Regular" panose="020B0503000000000000"/>
              </a:rPr>
              <a:t>글꼴</a:t>
            </a:r>
          </a:p>
          <a:p>
            <a:pPr lvl="0">
              <a:defRPr/>
            </a:pPr>
            <a:r>
              <a:rPr lang="en-US" altLang="ko-KR" sz="1900" dirty="0" err="1">
                <a:latin typeface="충북대70주년체 Regular"/>
                <a:ea typeface="KoddiUD 온고딕 Regular" panose="020B0503000000000000"/>
              </a:rPr>
              <a:t>KoddiUD</a:t>
            </a:r>
            <a:r>
              <a:rPr lang="en-US" altLang="ko-KR" sz="1900" dirty="0">
                <a:latin typeface="충북대70주년체 Regular"/>
                <a:ea typeface="KoddiUD 온고딕 Regular" panose="020B0503000000000000"/>
              </a:rPr>
              <a:t> </a:t>
            </a:r>
            <a:r>
              <a:rPr lang="ko-KR" altLang="en-US" sz="1900" dirty="0" err="1">
                <a:latin typeface="충북대70주년체 Regular"/>
                <a:ea typeface="KoddiUD 온고딕 Regular" panose="020B0503000000000000"/>
              </a:rPr>
              <a:t>온고딕</a:t>
            </a:r>
            <a:r>
              <a:rPr lang="en-US" altLang="ko-KR" sz="1900">
                <a:latin typeface="충북대70주년체 Regular"/>
                <a:ea typeface="KoddiUD 온고딕 Regular" panose="020B0503000000000000"/>
              </a:rPr>
              <a:t> Regular</a:t>
            </a:r>
            <a:endParaRPr lang="ko-KR" altLang="en-US" sz="1900" dirty="0">
              <a:latin typeface="충북대70주년체 Regular"/>
              <a:ea typeface="KoddiUD 온고딕 Regular" panose="020B0503000000000000"/>
            </a:endParaRPr>
          </a:p>
        </p:txBody>
      </p:sp>
      <p:sp>
        <p:nvSpPr>
          <p:cNvPr id="4" name="가로 글상자 69">
            <a:extLst>
              <a:ext uri="{FF2B5EF4-FFF2-40B4-BE49-F238E27FC236}">
                <a16:creationId xmlns:a16="http://schemas.microsoft.com/office/drawing/2014/main" id="{3D3A791E-A7CA-28E4-0A55-FA7AA967C4B5}"/>
              </a:ext>
            </a:extLst>
          </p:cNvPr>
          <p:cNvSpPr txBox="1"/>
          <p:nvPr/>
        </p:nvSpPr>
        <p:spPr>
          <a:xfrm>
            <a:off x="334928" y="385984"/>
            <a:ext cx="3354865" cy="63094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  <a:reflection blurRad="6350" stA="52000" endA="300" endPos="35000" dir="5400000" sy="-100000" algn="bl" rotWithShape="0"/>
          </a:effectLst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smtClean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주인공</a:t>
            </a:r>
            <a:endParaRPr lang="ko-KR" altLang="en-US" sz="3500" b="1" dirty="0">
              <a:solidFill>
                <a:srgbClr val="ECEDF1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cxnSp>
        <p:nvCxnSpPr>
          <p:cNvPr id="5" name="선 102">
            <a:extLst>
              <a:ext uri="{FF2B5EF4-FFF2-40B4-BE49-F238E27FC236}">
                <a16:creationId xmlns:a16="http://schemas.microsoft.com/office/drawing/2014/main" id="{CBE2A100-56F5-F617-2A5A-C4C810766680}"/>
              </a:ext>
            </a:extLst>
          </p:cNvPr>
          <p:cNvCxnSpPr>
            <a:cxnSpLocks/>
          </p:cNvCxnSpPr>
          <p:nvPr/>
        </p:nvCxnSpPr>
        <p:spPr>
          <a:xfrm>
            <a:off x="386089" y="1003621"/>
            <a:ext cx="2911556" cy="0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958CCD5F-0A1D-98AF-CB85-4218EE456C61}"/>
              </a:ext>
            </a:extLst>
          </p:cNvPr>
          <p:cNvSpPr txBox="1"/>
          <p:nvPr/>
        </p:nvSpPr>
        <p:spPr>
          <a:xfrm>
            <a:off x="-1183321" y="50452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20EFAF18-ABCA-1D71-D109-AA558EACBF20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EC3A9DD1-E83D-3918-EFE8-F32E67CA7308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pic>
        <p:nvPicPr>
          <p:cNvPr id="134" name="그림 133">
            <a:extLst>
              <a:ext uri="{FF2B5EF4-FFF2-40B4-BE49-F238E27FC236}">
                <a16:creationId xmlns:a16="http://schemas.microsoft.com/office/drawing/2014/main" id="{B98B4BE3-7DA2-92D9-82A6-DFEE6FC24F4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3457" b="96296" l="9735" r="89381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1775285" y="238648"/>
            <a:ext cx="434128" cy="751669"/>
          </a:xfrm>
          <a:prstGeom prst="rect">
            <a:avLst/>
          </a:prstGeom>
          <a:ln>
            <a:noFill/>
          </a:ln>
        </p:spPr>
      </p:pic>
      <p:pic>
        <p:nvPicPr>
          <p:cNvPr id="48" name="그림 47"/>
          <p:cNvPicPr>
            <a:picLocks noChangeAspect="1"/>
          </p:cNvPicPr>
          <p:nvPr/>
        </p:nvPicPr>
        <p:blipFill rotWithShape="1">
          <a:blip r:embed="rId12" cstate="print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0" b="100000" l="61" r="100000">
                        <a14:foregroundMark x1="34303" y1="33030" x2="40545" y2="37212"/>
                        <a14:foregroundMark x1="55273" y1="31515" x2="64848" y2="38727"/>
                        <a14:foregroundMark x1="25455" y1="1697" x2="19091" y2="18182"/>
                        <a14:foregroundMark x1="32000" y1="2727" x2="19758" y2="27697"/>
                        <a14:foregroundMark x1="18667" y1="31333" x2="21455" y2="40848"/>
                        <a14:foregroundMark x1="32424" y1="2121" x2="69030" y2="2121"/>
                        <a14:foregroundMark x1="68848" y1="1273" x2="76242" y2="17152"/>
                        <a14:foregroundMark x1="77091" y1="14182" x2="76848" y2="37273"/>
                        <a14:foregroundMark x1="24364" y1="48061" x2="23515" y2="60121"/>
                        <a14:foregroundMark x1="25455" y1="58848" x2="26303" y2="82727"/>
                        <a14:foregroundMark x1="75394" y1="43394" x2="69455" y2="77879"/>
                        <a14:foregroundMark x1="76061" y1="44424" x2="76061" y2="56909"/>
                        <a14:foregroundMark x1="30970" y1="81455" x2="2182" y2="89939"/>
                        <a14:foregroundMark x1="30121" y1="78303" x2="37939" y2="97576"/>
                        <a14:foregroundMark x1="67333" y1="75758" x2="61212" y2="95030"/>
                        <a14:foregroundMark x1="73273" y1="77030" x2="90848" y2="91030"/>
                        <a14:foregroundMark x1="83879" y1="85939" x2="98061" y2="89333"/>
                        <a14:foregroundMark x1="1333" y1="89515" x2="909" y2="96727"/>
                        <a14:foregroundMark x1="1515" y1="98606" x2="98909" y2="990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389" t="-1957" r="11097" b="-89"/>
          <a:stretch/>
        </p:blipFill>
        <p:spPr>
          <a:xfrm>
            <a:off x="871537" y="1342728"/>
            <a:ext cx="1427215" cy="1869577"/>
          </a:xfrm>
          <a:prstGeom prst="rect">
            <a:avLst/>
          </a:prstGeom>
        </p:spPr>
      </p:pic>
      <p:sp>
        <p:nvSpPr>
          <p:cNvPr id="155" name="직각 삼각형 154"/>
          <p:cNvSpPr/>
          <p:nvPr/>
        </p:nvSpPr>
        <p:spPr>
          <a:xfrm>
            <a:off x="838473" y="2945606"/>
            <a:ext cx="302386" cy="302386"/>
          </a:xfrm>
          <a:prstGeom prst="rtTriangl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각 삼각형 48"/>
          <p:cNvSpPr/>
          <p:nvPr/>
        </p:nvSpPr>
        <p:spPr>
          <a:xfrm>
            <a:off x="825977" y="2985283"/>
            <a:ext cx="412702" cy="412702"/>
          </a:xfrm>
          <a:prstGeom prst="rtTriangl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/>
          <p:cNvSpPr txBox="1"/>
          <p:nvPr/>
        </p:nvSpPr>
        <p:spPr>
          <a:xfrm>
            <a:off x="2933700" y="1647554"/>
            <a:ext cx="554277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b="1" smtClean="0">
                <a:solidFill>
                  <a:srgbClr val="ECEDF1"/>
                </a:solidFill>
              </a:rPr>
              <a:t>차한해</a:t>
            </a:r>
            <a:endParaRPr lang="en-US" altLang="ko-KR" sz="1900" b="1" smtClean="0">
              <a:solidFill>
                <a:srgbClr val="ECEDF1"/>
              </a:solidFill>
            </a:endParaRPr>
          </a:p>
          <a:p>
            <a:endParaRPr lang="en-US" altLang="ko-KR" sz="1900">
              <a:solidFill>
                <a:srgbClr val="ECEDF1"/>
              </a:solidFill>
            </a:endParaRPr>
          </a:p>
          <a:p>
            <a:r>
              <a:rPr lang="ko-KR" altLang="en-US" sz="1000" smtClean="0">
                <a:solidFill>
                  <a:srgbClr val="ECEDF1"/>
                </a:solidFill>
              </a:rPr>
              <a:t>일상 속에서 자연스럽게 선행을 해오던 인물</a:t>
            </a:r>
            <a:r>
              <a:rPr lang="en-US" altLang="ko-KR" sz="1000" smtClean="0">
                <a:solidFill>
                  <a:srgbClr val="ECEDF1"/>
                </a:solidFill>
              </a:rPr>
              <a:t>.</a:t>
            </a:r>
          </a:p>
          <a:p>
            <a:endParaRPr lang="en-US" altLang="ko-KR" sz="1000">
              <a:solidFill>
                <a:srgbClr val="ECEDF1"/>
              </a:solidFill>
            </a:endParaRPr>
          </a:p>
          <a:p>
            <a:r>
              <a:rPr lang="ko-KR" altLang="en-US" sz="1000" smtClean="0">
                <a:solidFill>
                  <a:srgbClr val="ECEDF1"/>
                </a:solidFill>
              </a:rPr>
              <a:t>스스로를 특별히 착하다고 여기지 않지만</a:t>
            </a:r>
            <a:r>
              <a:rPr lang="en-US" altLang="ko-KR" sz="1000" smtClean="0">
                <a:solidFill>
                  <a:srgbClr val="ECEDF1"/>
                </a:solidFill>
              </a:rPr>
              <a:t>, </a:t>
            </a:r>
            <a:r>
              <a:rPr lang="ko-KR" altLang="en-US" sz="1000" smtClean="0">
                <a:solidFill>
                  <a:srgbClr val="ECEDF1"/>
                </a:solidFill>
              </a:rPr>
              <a:t>주변 사람들은 그녀를 </a:t>
            </a:r>
            <a:r>
              <a:rPr lang="en-US" altLang="ko-KR" sz="1000" smtClean="0">
                <a:solidFill>
                  <a:srgbClr val="ECEDF1"/>
                </a:solidFill>
              </a:rPr>
              <a:t>‘</a:t>
            </a:r>
            <a:r>
              <a:rPr lang="ko-KR" altLang="en-US" sz="1000" smtClean="0">
                <a:solidFill>
                  <a:srgbClr val="ECEDF1"/>
                </a:solidFill>
              </a:rPr>
              <a:t>가장 착한 사람</a:t>
            </a:r>
            <a:r>
              <a:rPr lang="en-US" altLang="ko-KR" sz="1000" smtClean="0">
                <a:solidFill>
                  <a:srgbClr val="ECEDF1"/>
                </a:solidFill>
              </a:rPr>
              <a:t>’</a:t>
            </a:r>
            <a:r>
              <a:rPr lang="ko-KR" altLang="en-US" sz="1000" smtClean="0">
                <a:solidFill>
                  <a:srgbClr val="ECEDF1"/>
                </a:solidFill>
              </a:rPr>
              <a:t>으로 규정한다</a:t>
            </a:r>
            <a:r>
              <a:rPr lang="en-US" altLang="ko-KR" sz="1000" smtClean="0">
                <a:solidFill>
                  <a:srgbClr val="ECEDF1"/>
                </a:solidFill>
              </a:rPr>
              <a:t>.</a:t>
            </a:r>
          </a:p>
          <a:p>
            <a:endParaRPr lang="en-US" altLang="ko-KR" sz="1000">
              <a:solidFill>
                <a:srgbClr val="ECEDF1"/>
              </a:solidFill>
            </a:endParaRPr>
          </a:p>
          <a:p>
            <a:r>
              <a:rPr lang="ko-KR" altLang="en-US" sz="1000" smtClean="0">
                <a:solidFill>
                  <a:srgbClr val="ECEDF1"/>
                </a:solidFill>
              </a:rPr>
              <a:t>세계가 붕괴돌수록 그녀의 선의는 선택이 아닌 역할로 굳어간다</a:t>
            </a:r>
            <a:r>
              <a:rPr lang="en-US" altLang="ko-KR" sz="1000" smtClean="0">
                <a:solidFill>
                  <a:srgbClr val="ECEDF1"/>
                </a:solidFill>
              </a:rPr>
              <a:t>.</a:t>
            </a:r>
            <a:endParaRPr lang="ko-KR" altLang="en-US" sz="1000">
              <a:solidFill>
                <a:srgbClr val="ECEDF1"/>
              </a:solidFill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978377" y="3568178"/>
            <a:ext cx="5542778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smtClean="0">
                <a:solidFill>
                  <a:srgbClr val="ECEDF1"/>
                </a:solidFill>
              </a:rPr>
              <a:t>성격</a:t>
            </a:r>
            <a:endParaRPr lang="en-US" altLang="ko-KR" sz="1900" smtClean="0">
              <a:solidFill>
                <a:srgbClr val="ECEDF1"/>
              </a:solidFill>
            </a:endParaRPr>
          </a:p>
          <a:p>
            <a:endParaRPr lang="en-US" altLang="ko-KR" sz="1100" smtClean="0">
              <a:solidFill>
                <a:srgbClr val="ECEDF1"/>
              </a:solidFill>
            </a:endParaRPr>
          </a:p>
          <a:p>
            <a:r>
              <a:rPr lang="ko-KR" altLang="en-US" sz="1100" smtClean="0">
                <a:solidFill>
                  <a:srgbClr val="496F78"/>
                </a:solidFill>
              </a:rPr>
              <a:t>온화하고 책임감이 강하지만</a:t>
            </a:r>
            <a:r>
              <a:rPr lang="en-US" altLang="ko-KR" sz="1100" smtClean="0">
                <a:solidFill>
                  <a:srgbClr val="496F78"/>
                </a:solidFill>
              </a:rPr>
              <a:t>, </a:t>
            </a:r>
            <a:r>
              <a:rPr lang="ko-KR" altLang="en-US" sz="1100" smtClean="0">
                <a:solidFill>
                  <a:srgbClr val="496F78"/>
                </a:solidFill>
              </a:rPr>
              <a:t>자기 자신을 앞세우는 데 서툴다</a:t>
            </a:r>
            <a:r>
              <a:rPr lang="en-US" altLang="ko-KR" sz="1100" smtClean="0">
                <a:solidFill>
                  <a:srgbClr val="496F78"/>
                </a:solidFill>
              </a:rPr>
              <a:t>.</a:t>
            </a:r>
            <a:endParaRPr lang="ko-KR" altLang="en-US" sz="1100">
              <a:solidFill>
                <a:srgbClr val="496F78"/>
              </a:solidFill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978377" y="4596498"/>
            <a:ext cx="693513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smtClean="0">
                <a:solidFill>
                  <a:srgbClr val="ECEDF1"/>
                </a:solidFill>
              </a:rPr>
              <a:t>목적</a:t>
            </a:r>
            <a:endParaRPr lang="en-US" altLang="ko-KR" sz="1900" smtClean="0">
              <a:solidFill>
                <a:srgbClr val="ECEDF1"/>
              </a:solidFill>
            </a:endParaRPr>
          </a:p>
          <a:p>
            <a:endParaRPr lang="en-US" altLang="ko-KR" sz="1100" smtClean="0">
              <a:solidFill>
                <a:srgbClr val="ECEDF1"/>
              </a:solidFill>
            </a:endParaRPr>
          </a:p>
          <a:p>
            <a:r>
              <a:rPr lang="ko-KR" altLang="en-US" sz="1100" smtClean="0">
                <a:solidFill>
                  <a:srgbClr val="ECEDF1"/>
                </a:solidFill>
              </a:rPr>
              <a:t>붕괴되어가는 세계를 탐색하며 조사하고 주변 인물들과 상호작용하며</a:t>
            </a:r>
            <a:r>
              <a:rPr lang="en-US" altLang="ko-KR" sz="1100" smtClean="0">
                <a:solidFill>
                  <a:srgbClr val="ECEDF1"/>
                </a:solidFill>
              </a:rPr>
              <a:t>, </a:t>
            </a:r>
            <a:r>
              <a:rPr lang="ko-KR" altLang="en-US" sz="1100" smtClean="0">
                <a:solidFill>
                  <a:srgbClr val="ECEDF1"/>
                </a:solidFill>
              </a:rPr>
              <a:t>몬스터와 전투하고 퍼즐을 해결하면서 이야기를 진행한다</a:t>
            </a:r>
            <a:r>
              <a:rPr lang="en-US" altLang="ko-KR" sz="1100" smtClean="0">
                <a:solidFill>
                  <a:srgbClr val="ECEDF1"/>
                </a:solidFill>
              </a:rPr>
              <a:t>.</a:t>
            </a:r>
          </a:p>
          <a:p>
            <a:endParaRPr lang="en-US" altLang="ko-KR" sz="1100">
              <a:solidFill>
                <a:srgbClr val="ECEDF1"/>
              </a:solidFill>
            </a:endParaRPr>
          </a:p>
          <a:p>
            <a:r>
              <a:rPr lang="ko-KR" altLang="en-US" sz="1100" smtClean="0">
                <a:solidFill>
                  <a:srgbClr val="ECEDF1"/>
                </a:solidFill>
              </a:rPr>
              <a:t>반복되는 선택 속에서 선행은 점점 역할이 되고</a:t>
            </a:r>
            <a:r>
              <a:rPr lang="en-US" altLang="ko-KR" sz="1100" smtClean="0">
                <a:solidFill>
                  <a:srgbClr val="ECEDF1"/>
                </a:solidFill>
              </a:rPr>
              <a:t>, </a:t>
            </a:r>
            <a:r>
              <a:rPr lang="ko-KR" altLang="en-US" sz="1100" smtClean="0">
                <a:solidFill>
                  <a:srgbClr val="ECEDF1"/>
                </a:solidFill>
              </a:rPr>
              <a:t>마지막에는 자신의 희생을 요구받는 상황에 이르게 된다</a:t>
            </a:r>
            <a:r>
              <a:rPr lang="en-US" altLang="ko-KR" sz="1100" smtClean="0">
                <a:solidFill>
                  <a:srgbClr val="ECEDF1"/>
                </a:solidFill>
              </a:rPr>
              <a:t>.</a:t>
            </a:r>
          </a:p>
          <a:p>
            <a:endParaRPr lang="en-US" altLang="ko-KR" sz="1100">
              <a:solidFill>
                <a:srgbClr val="ECEDF1"/>
              </a:solidFill>
            </a:endParaRPr>
          </a:p>
          <a:p>
            <a:r>
              <a:rPr lang="ko-KR" altLang="en-US" sz="1100" smtClean="0">
                <a:solidFill>
                  <a:srgbClr val="ECEDF1"/>
                </a:solidFill>
              </a:rPr>
              <a:t>플레이어는 그 과정에서 </a:t>
            </a:r>
            <a:r>
              <a:rPr lang="en-US" altLang="ko-KR" sz="1100" smtClean="0">
                <a:solidFill>
                  <a:srgbClr val="FCE891"/>
                </a:solidFill>
              </a:rPr>
              <a:t>‘</a:t>
            </a:r>
            <a:r>
              <a:rPr lang="ko-KR" altLang="en-US" sz="1100" smtClean="0">
                <a:solidFill>
                  <a:srgbClr val="FCE891"/>
                </a:solidFill>
              </a:rPr>
              <a:t>선택한다는 것</a:t>
            </a:r>
            <a:r>
              <a:rPr lang="en-US" altLang="ko-KR" sz="1100" smtClean="0">
                <a:solidFill>
                  <a:srgbClr val="FCE891"/>
                </a:solidFill>
              </a:rPr>
              <a:t>’</a:t>
            </a:r>
            <a:r>
              <a:rPr lang="ko-KR" altLang="en-US" sz="1100" smtClean="0">
                <a:solidFill>
                  <a:srgbClr val="ECEDF1"/>
                </a:solidFill>
              </a:rPr>
              <a:t>의 의미를 마주하게 된다</a:t>
            </a:r>
            <a:r>
              <a:rPr lang="en-US" altLang="ko-KR" sz="1100" smtClean="0">
                <a:solidFill>
                  <a:srgbClr val="ECEDF1"/>
                </a:solidFill>
              </a:rPr>
              <a:t>.</a:t>
            </a:r>
            <a:endParaRPr lang="ko-KR" altLang="en-US" sz="1100">
              <a:solidFill>
                <a:srgbClr val="ECEDF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16003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98B4BE3-7DA2-92D9-82A6-DFEE6FC24F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457" b="96296" l="9735" r="89381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03563" y="3077770"/>
            <a:ext cx="602667" cy="108000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76070825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뺄셈 기호 3"/>
          <p:cNvSpPr/>
          <p:nvPr/>
        </p:nvSpPr>
        <p:spPr>
          <a:xfrm>
            <a:off x="287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뺄셈 기호 4"/>
          <p:cNvSpPr/>
          <p:nvPr/>
        </p:nvSpPr>
        <p:spPr>
          <a:xfrm>
            <a:off x="224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뺄셈 기호 5"/>
          <p:cNvSpPr/>
          <p:nvPr/>
        </p:nvSpPr>
        <p:spPr>
          <a:xfrm>
            <a:off x="255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" name="뺄셈 기호 6"/>
          <p:cNvSpPr/>
          <p:nvPr/>
        </p:nvSpPr>
        <p:spPr>
          <a:xfrm>
            <a:off x="192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뺄셈 기호 7"/>
          <p:cNvSpPr/>
          <p:nvPr/>
        </p:nvSpPr>
        <p:spPr>
          <a:xfrm>
            <a:off x="160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뺄셈 기호 8"/>
          <p:cNvSpPr/>
          <p:nvPr/>
        </p:nvSpPr>
        <p:spPr>
          <a:xfrm>
            <a:off x="128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뺄셈 기호 9"/>
          <p:cNvSpPr/>
          <p:nvPr/>
        </p:nvSpPr>
        <p:spPr>
          <a:xfrm>
            <a:off x="97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뺄셈 기호 10"/>
          <p:cNvSpPr/>
          <p:nvPr/>
        </p:nvSpPr>
        <p:spPr>
          <a:xfrm>
            <a:off x="319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뺄셈 기호 11"/>
          <p:cNvSpPr/>
          <p:nvPr/>
        </p:nvSpPr>
        <p:spPr>
          <a:xfrm>
            <a:off x="65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뺄셈 기호 12"/>
          <p:cNvSpPr/>
          <p:nvPr/>
        </p:nvSpPr>
        <p:spPr>
          <a:xfrm>
            <a:off x="33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뺄셈 기호 13"/>
          <p:cNvSpPr/>
          <p:nvPr/>
        </p:nvSpPr>
        <p:spPr>
          <a:xfrm>
            <a:off x="351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1457269" cy="1164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16166" y="1301432"/>
            <a:ext cx="1965269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</p:spTree>
    <p:extLst>
      <p:ext uri="{BB962C8B-B14F-4D97-AF65-F5344CB8AC3E}">
        <p14:creationId xmlns:p14="http://schemas.microsoft.com/office/powerpoint/2010/main" val="28457148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980</TotalTime>
  <Words>719</Words>
  <Application>Microsoft Office PowerPoint</Application>
  <PresentationFormat>화면 슬라이드 쇼(4:3)</PresentationFormat>
  <Paragraphs>222</Paragraphs>
  <Slides>13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2" baseType="lpstr">
      <vt:lpstr>맑은 고딕</vt:lpstr>
      <vt:lpstr>KoddiUD 온고딕 Regular</vt:lpstr>
      <vt:lpstr>Yu Gothic UI</vt:lpstr>
      <vt:lpstr>GalmuriMono7 Regular</vt:lpstr>
      <vt:lpstr>넥슨Lv2고딕 OTF Light</vt:lpstr>
      <vt:lpstr>Arial</vt:lpstr>
      <vt:lpstr>Calibri</vt:lpstr>
      <vt:lpstr>충북대70주년체 Regular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</dc:creator>
  <cp:lastModifiedBy>FullName</cp:lastModifiedBy>
  <cp:revision>201</cp:revision>
  <dcterms:created xsi:type="dcterms:W3CDTF">2026-01-12T05:12:27Z</dcterms:created>
  <dcterms:modified xsi:type="dcterms:W3CDTF">2026-01-22T06:51:00Z</dcterms:modified>
  <cp:version/>
</cp:coreProperties>
</file>