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299" r:id="rId9"/>
  </p:sldIdLst>
  <p:sldSz cx="9144000" cy="6858000" type="screen4x3"/>
  <p:notesSz cx="6858000" cy="9144000"/>
  <p:embeddedFontLst>
    <p:embeddedFont>
      <p:font typeface="GalmuriMono7 Regular" panose="020B0503020202000000" pitchFamily="50" charset="-127"/>
      <p:regular r:id="rId11"/>
    </p:embeddedFont>
    <p:embeddedFont>
      <p:font typeface="맑은 고딕" panose="020B0503020000020004" pitchFamily="50" charset="-127"/>
      <p:regular r:id="rId12"/>
      <p:bold r:id="rId13"/>
    </p:embeddedFont>
    <p:embeddedFont>
      <p:font typeface="충북대70주년체 Regular" panose="020B0000000000000000" pitchFamily="50" charset="-127"/>
      <p:regular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4540"/>
    <a:srgbClr val="483430"/>
    <a:srgbClr val="1E0D20"/>
    <a:srgbClr val="FFFFFF"/>
    <a:srgbClr val="8E8690"/>
    <a:srgbClr val="B7AD7C"/>
    <a:srgbClr val="947E4C"/>
    <a:srgbClr val="FCE891"/>
    <a:srgbClr val="ECE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149" dt="2026-01-19T14:49:19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477" y="42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19T14:50:05.102" v="1842" actId="478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del mod">
          <ac:chgData name="musukie52@gmail.com" userId="017bd91f96aa8751" providerId="LiveId" clId="{5B2C3894-F97E-4CAB-8812-5BB4D83AAC6A}" dt="2026-01-19T10:04:25.102" v="403" actId="478"/>
          <ac:spMkLst>
            <pc:docMk/>
            <pc:sldMk cId="761492686" sldId="296"/>
            <ac:spMk id="2" creationId="{7E460248-77F7-C9DA-A5C8-BC8CD242285B}"/>
          </ac:spMkLst>
        </pc:spChg>
        <pc:spChg chg="add del mod">
          <ac:chgData name="musukie52@gmail.com" userId="017bd91f96aa8751" providerId="LiveId" clId="{5B2C3894-F97E-4CAB-8812-5BB4D83AAC6A}" dt="2026-01-19T10:05:07.303" v="436" actId="478"/>
          <ac:spMkLst>
            <pc:docMk/>
            <pc:sldMk cId="761492686" sldId="296"/>
            <ac:spMk id="3" creationId="{E26FAD52-67A1-7C19-64F5-3B48502B8036}"/>
          </ac:spMkLst>
        </pc:spChg>
        <pc:spChg chg="add del mod ord">
          <ac:chgData name="musukie52@gmail.com" userId="017bd91f96aa8751" providerId="LiveId" clId="{5B2C3894-F97E-4CAB-8812-5BB4D83AAC6A}" dt="2026-01-19T10:06:19.573" v="545" actId="478"/>
          <ac:spMkLst>
            <pc:docMk/>
            <pc:sldMk cId="761492686" sldId="296"/>
            <ac:spMk id="5" creationId="{7626696D-4DFE-B8AA-92D8-C63D05C02452}"/>
          </ac:spMkLst>
        </pc:spChg>
        <pc:spChg chg="add mod">
          <ac:chgData name="musukie52@gmail.com" userId="017bd91f96aa8751" providerId="LiveId" clId="{5B2C3894-F97E-4CAB-8812-5BB4D83AAC6A}" dt="2026-01-19T10:04:35.649" v="429" actId="122"/>
          <ac:spMkLst>
            <pc:docMk/>
            <pc:sldMk cId="761492686" sldId="296"/>
            <ac:spMk id="6" creationId="{6A08E2DD-842E-F7A4-42D1-0477A57288AB}"/>
          </ac:spMkLst>
        </pc:spChg>
        <pc:spChg chg="add del mod ord">
          <ac:chgData name="musukie52@gmail.com" userId="017bd91f96aa8751" providerId="LiveId" clId="{5B2C3894-F97E-4CAB-8812-5BB4D83AAC6A}" dt="2026-01-19T10:07:32.302" v="602" actId="478"/>
          <ac:spMkLst>
            <pc:docMk/>
            <pc:sldMk cId="761492686" sldId="296"/>
            <ac:spMk id="7" creationId="{19E13054-AB71-84D5-D98A-E24632CC08F6}"/>
          </ac:spMkLst>
        </pc:spChg>
        <pc:spChg chg="add del mod ord">
          <ac:chgData name="musukie52@gmail.com" userId="017bd91f96aa8751" providerId="LiveId" clId="{5B2C3894-F97E-4CAB-8812-5BB4D83AAC6A}" dt="2026-01-19T10:06:50.854" v="578" actId="478"/>
          <ac:spMkLst>
            <pc:docMk/>
            <pc:sldMk cId="761492686" sldId="296"/>
            <ac:spMk id="8" creationId="{7DC1FFB7-9F45-4312-977A-C442C77D9B4E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9" creationId="{EF0782FA-CDD1-8048-98EB-6BFEA83F9618}"/>
          </ac:spMkLst>
        </pc:spChg>
        <pc:spChg chg="add mod">
          <ac:chgData name="musukie52@gmail.com" userId="017bd91f96aa8751" providerId="LiveId" clId="{5B2C3894-F97E-4CAB-8812-5BB4D83AAC6A}" dt="2026-01-19T09:52:27.408" v="272" actId="1076"/>
          <ac:spMkLst>
            <pc:docMk/>
            <pc:sldMk cId="761492686" sldId="296"/>
            <ac:spMk id="10" creationId="{A36D49DF-1561-B345-DD6B-C0117F7A46AD}"/>
          </ac:spMkLst>
        </pc:spChg>
        <pc:spChg chg="add mod">
          <ac:chgData name="musukie52@gmail.com" userId="017bd91f96aa8751" providerId="LiveId" clId="{5B2C3894-F97E-4CAB-8812-5BB4D83AAC6A}" dt="2026-01-19T09:52:31.303" v="274" actId="1076"/>
          <ac:spMkLst>
            <pc:docMk/>
            <pc:sldMk cId="761492686" sldId="296"/>
            <ac:spMk id="11" creationId="{0E841352-18C6-102B-6D94-DF4B80ECD52B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2" creationId="{8F354DB6-03CF-7D76-06AD-D957427E5A00}"/>
          </ac:spMkLst>
        </pc:spChg>
        <pc:spChg chg="add mod">
          <ac:chgData name="musukie52@gmail.com" userId="017bd91f96aa8751" providerId="LiveId" clId="{5B2C3894-F97E-4CAB-8812-5BB4D83AAC6A}" dt="2026-01-19T09:53:11.301" v="281" actId="1076"/>
          <ac:spMkLst>
            <pc:docMk/>
            <pc:sldMk cId="761492686" sldId="296"/>
            <ac:spMk id="13" creationId="{D65B2D55-DD39-719C-5603-41E66EFAC2BC}"/>
          </ac:spMkLst>
        </pc:spChg>
        <pc:spChg chg="add mod">
          <ac:chgData name="musukie52@gmail.com" userId="017bd91f96aa8751" providerId="LiveId" clId="{5B2C3894-F97E-4CAB-8812-5BB4D83AAC6A}" dt="2026-01-19T09:53:08.113" v="280" actId="1076"/>
          <ac:spMkLst>
            <pc:docMk/>
            <pc:sldMk cId="761492686" sldId="296"/>
            <ac:spMk id="14" creationId="{5F5EEFB5-55D6-D64F-D794-8FD1F6E99153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5" creationId="{E010CE59-F309-12EE-F7BD-679861918776}"/>
          </ac:spMkLst>
        </pc:spChg>
        <pc:spChg chg="add mod">
          <ac:chgData name="musukie52@gmail.com" userId="017bd91f96aa8751" providerId="LiveId" clId="{5B2C3894-F97E-4CAB-8812-5BB4D83AAC6A}" dt="2026-01-19T09:53:45.346" v="285" actId="1076"/>
          <ac:spMkLst>
            <pc:docMk/>
            <pc:sldMk cId="761492686" sldId="296"/>
            <ac:spMk id="16" creationId="{D856C02E-AFC1-6E99-17DE-2EDA597260DA}"/>
          </ac:spMkLst>
        </pc:spChg>
        <pc:spChg chg="add mod">
          <ac:chgData name="musukie52@gmail.com" userId="017bd91f96aa8751" providerId="LiveId" clId="{5B2C3894-F97E-4CAB-8812-5BB4D83AAC6A}" dt="2026-01-19T09:54:38.890" v="289" actId="207"/>
          <ac:spMkLst>
            <pc:docMk/>
            <pc:sldMk cId="761492686" sldId="296"/>
            <ac:spMk id="17" creationId="{E195459B-8BF4-A361-3194-6C16C9CC9982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8" creationId="{A015BE95-DF84-B4AD-998D-006473670CCF}"/>
          </ac:spMkLst>
        </pc:spChg>
        <pc:spChg chg="add mod">
          <ac:chgData name="musukie52@gmail.com" userId="017bd91f96aa8751" providerId="LiveId" clId="{5B2C3894-F97E-4CAB-8812-5BB4D83AAC6A}" dt="2026-01-19T09:54:58.311" v="293" actId="1076"/>
          <ac:spMkLst>
            <pc:docMk/>
            <pc:sldMk cId="761492686" sldId="296"/>
            <ac:spMk id="19" creationId="{F051A929-FC85-6BE3-3DBD-083F30D4130D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2" creationId="{3678F973-B895-D0E2-8E66-8EF5F155FD10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3" creationId="{6A99C126-255B-3559-4283-F1A3C0DCC254}"/>
          </ac:spMkLst>
        </pc:spChg>
        <pc:spChg chg="add mod">
          <ac:chgData name="musukie52@gmail.com" userId="017bd91f96aa8751" providerId="LiveId" clId="{5B2C3894-F97E-4CAB-8812-5BB4D83AAC6A}" dt="2026-01-19T10:02:07.797" v="383" actId="1076"/>
          <ac:spMkLst>
            <pc:docMk/>
            <pc:sldMk cId="761492686" sldId="296"/>
            <ac:spMk id="24" creationId="{15BB6873-4DF1-041D-A8DC-F0D408BD5093}"/>
          </ac:spMkLst>
        </pc:spChg>
        <pc:spChg chg="add mod">
          <ac:chgData name="musukie52@gmail.com" userId="017bd91f96aa8751" providerId="LiveId" clId="{5B2C3894-F97E-4CAB-8812-5BB4D83AAC6A}" dt="2026-01-19T10:01:24.279" v="373" actId="1076"/>
          <ac:spMkLst>
            <pc:docMk/>
            <pc:sldMk cId="761492686" sldId="296"/>
            <ac:spMk id="25" creationId="{1DA93A5B-C907-0CBB-8276-321BFA7C9F7B}"/>
          </ac:spMkLst>
        </pc:spChg>
        <pc:spChg chg="add del mod">
          <ac:chgData name="musukie52@gmail.com" userId="017bd91f96aa8751" providerId="LiveId" clId="{5B2C3894-F97E-4CAB-8812-5BB4D83AAC6A}" dt="2026-01-19T09:55:37.672" v="305" actId="478"/>
          <ac:spMkLst>
            <pc:docMk/>
            <pc:sldMk cId="761492686" sldId="296"/>
            <ac:spMk id="26" creationId="{178270BF-15A4-B702-CDC4-6A6E0C848A09}"/>
          </ac:spMkLst>
        </pc:spChg>
        <pc:spChg chg="add mod">
          <ac:chgData name="musukie52@gmail.com" userId="017bd91f96aa8751" providerId="LiveId" clId="{5B2C3894-F97E-4CAB-8812-5BB4D83AAC6A}" dt="2026-01-19T10:01:43.846" v="379" actId="1035"/>
          <ac:spMkLst>
            <pc:docMk/>
            <pc:sldMk cId="761492686" sldId="296"/>
            <ac:spMk id="27" creationId="{B5A3528E-442E-A34F-0B8B-D5B03E837EA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8" creationId="{B949E56F-E485-BE0F-EDF1-61EE6855B255}"/>
          </ac:spMkLst>
        </pc:spChg>
        <pc:spChg chg="add mod">
          <ac:chgData name="musukie52@gmail.com" userId="017bd91f96aa8751" providerId="LiveId" clId="{5B2C3894-F97E-4CAB-8812-5BB4D83AAC6A}" dt="2026-01-19T10:03:37.382" v="396" actId="1035"/>
          <ac:spMkLst>
            <pc:docMk/>
            <pc:sldMk cId="761492686" sldId="296"/>
            <ac:spMk id="29" creationId="{F3CA1A1A-BD13-9771-0555-31983DA33834}"/>
          </ac:spMkLst>
        </pc:spChg>
        <pc:spChg chg="add mod">
          <ac:chgData name="musukie52@gmail.com" userId="017bd91f96aa8751" providerId="LiveId" clId="{5B2C3894-F97E-4CAB-8812-5BB4D83AAC6A}" dt="2026-01-19T09:56:39.735" v="317" actId="1076"/>
          <ac:spMkLst>
            <pc:docMk/>
            <pc:sldMk cId="761492686" sldId="296"/>
            <ac:spMk id="30" creationId="{071204C7-16D6-E165-F9D8-68A64DA904D4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31" creationId="{B91D7B22-3055-2060-EE1A-1F18761B34C5}"/>
          </ac:spMkLst>
        </pc:spChg>
        <pc:spChg chg="add del mod">
          <ac:chgData name="musukie52@gmail.com" userId="017bd91f96aa8751" providerId="LiveId" clId="{5B2C3894-F97E-4CAB-8812-5BB4D83AAC6A}" dt="2026-01-19T10:00:24.369" v="362" actId="478"/>
          <ac:spMkLst>
            <pc:docMk/>
            <pc:sldMk cId="761492686" sldId="296"/>
            <ac:spMk id="33" creationId="{EF4160F5-887C-C4AC-F513-305B02B02244}"/>
          </ac:spMkLst>
        </pc:spChg>
        <pc:spChg chg="add del mod">
          <ac:chgData name="musukie52@gmail.com" userId="017bd91f96aa8751" providerId="LiveId" clId="{5B2C3894-F97E-4CAB-8812-5BB4D83AAC6A}" dt="2026-01-19T10:01:17.109" v="372" actId="478"/>
          <ac:spMkLst>
            <pc:docMk/>
            <pc:sldMk cId="761492686" sldId="296"/>
            <ac:spMk id="34" creationId="{200F16A9-36AE-DC73-796B-796E443BCA14}"/>
          </ac:spMkLst>
        </pc:spChg>
        <pc:spChg chg="add mod">
          <ac:chgData name="musukie52@gmail.com" userId="017bd91f96aa8751" providerId="LiveId" clId="{5B2C3894-F97E-4CAB-8812-5BB4D83AAC6A}" dt="2026-01-19T09:57:30.890" v="325" actId="1076"/>
          <ac:spMkLst>
            <pc:docMk/>
            <pc:sldMk cId="761492686" sldId="296"/>
            <ac:spMk id="44" creationId="{E075C075-863D-4C94-4832-728605709C7C}"/>
          </ac:spMkLst>
        </pc:spChg>
        <pc:spChg chg="add mod">
          <ac:chgData name="musukie52@gmail.com" userId="017bd91f96aa8751" providerId="LiveId" clId="{5B2C3894-F97E-4CAB-8812-5BB4D83AAC6A}" dt="2026-01-19T09:57:50.596" v="331" actId="1038"/>
          <ac:spMkLst>
            <pc:docMk/>
            <pc:sldMk cId="761492686" sldId="296"/>
            <ac:spMk id="45" creationId="{8EB39C2F-9AEC-BF5B-6DD9-8A9A958BE704}"/>
          </ac:spMkLst>
        </pc:spChg>
        <pc:spChg chg="add mod">
          <ac:chgData name="musukie52@gmail.com" userId="017bd91f96aa8751" providerId="LiveId" clId="{5B2C3894-F97E-4CAB-8812-5BB4D83AAC6A}" dt="2026-01-19T10:00:59.256" v="368" actId="1035"/>
          <ac:spMkLst>
            <pc:docMk/>
            <pc:sldMk cId="761492686" sldId="296"/>
            <ac:spMk id="46" creationId="{745C4CB9-663A-D4EE-D1C7-5254CBC10BC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47" creationId="{8B0003D7-B9FE-9E27-DC11-4448F1EFCE9B}"/>
          </ac:spMkLst>
        </pc:spChg>
        <pc:spChg chg="add del mod">
          <ac:chgData name="musukie52@gmail.com" userId="017bd91f96aa8751" providerId="LiveId" clId="{5B2C3894-F97E-4CAB-8812-5BB4D83AAC6A}" dt="2026-01-19T10:00:23.054" v="361" actId="478"/>
          <ac:spMkLst>
            <pc:docMk/>
            <pc:sldMk cId="761492686" sldId="296"/>
            <ac:spMk id="48" creationId="{C591C77D-2403-7943-81FF-4708606036E6}"/>
          </ac:spMkLst>
        </pc:spChg>
        <pc:spChg chg="add mod">
          <ac:chgData name="musukie52@gmail.com" userId="017bd91f96aa8751" providerId="LiveId" clId="{5B2C3894-F97E-4CAB-8812-5BB4D83AAC6A}" dt="2026-01-19T09:59:48.330" v="354" actId="1076"/>
          <ac:spMkLst>
            <pc:docMk/>
            <pc:sldMk cId="761492686" sldId="296"/>
            <ac:spMk id="49" creationId="{D604580C-7B02-6525-6A2B-C8474BFB0259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51" creationId="{0BA42BE4-8555-45CA-64FB-38EDA60D3E22}"/>
          </ac:spMkLst>
        </pc:spChg>
        <pc:spChg chg="add mod">
          <ac:chgData name="musukie52@gmail.com" userId="017bd91f96aa8751" providerId="LiveId" clId="{5B2C3894-F97E-4CAB-8812-5BB4D83AAC6A}" dt="2026-01-19T10:02:15.953" v="385" actId="1076"/>
          <ac:spMkLst>
            <pc:docMk/>
            <pc:sldMk cId="761492686" sldId="296"/>
            <ac:spMk id="52" creationId="{221EC8A6-642F-25B2-F25C-D95F518626B4}"/>
          </ac:spMkLst>
        </pc:spChg>
        <pc:spChg chg="add mod">
          <ac:chgData name="musukie52@gmail.com" userId="017bd91f96aa8751" providerId="LiveId" clId="{5B2C3894-F97E-4CAB-8812-5BB4D83AAC6A}" dt="2026-01-19T10:02:27.673" v="388" actId="1076"/>
          <ac:spMkLst>
            <pc:docMk/>
            <pc:sldMk cId="761492686" sldId="296"/>
            <ac:spMk id="53" creationId="{3BC91559-FA44-EE6F-0211-BC3319ACF082}"/>
          </ac:spMkLst>
        </pc:spChg>
        <pc:spChg chg="add mod">
          <ac:chgData name="musukie52@gmail.com" userId="017bd91f96aa8751" providerId="LiveId" clId="{5B2C3894-F97E-4CAB-8812-5BB4D83AAC6A}" dt="2026-01-19T10:02:41.074" v="390" actId="1076"/>
          <ac:spMkLst>
            <pc:docMk/>
            <pc:sldMk cId="761492686" sldId="296"/>
            <ac:spMk id="54" creationId="{D33CE699-1A86-5CEE-5954-1FA4C0AB1AA8}"/>
          </ac:spMkLst>
        </pc:spChg>
        <pc:spChg chg="add mod">
          <ac:chgData name="musukie52@gmail.com" userId="017bd91f96aa8751" providerId="LiveId" clId="{5B2C3894-F97E-4CAB-8812-5BB4D83AAC6A}" dt="2026-01-19T10:02:58.126" v="393" actId="1076"/>
          <ac:spMkLst>
            <pc:docMk/>
            <pc:sldMk cId="761492686" sldId="296"/>
            <ac:spMk id="55" creationId="{13DE9BDD-97D1-8CD0-F5C2-9E699A4650D4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7" creationId="{FFE33DAA-5364-3E92-72FE-FB526DB58763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8" creationId="{FA5D8FEC-4ADE-3363-5DA4-7B1D3A8D8AC9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2" creationId="{9E09CD82-518F-F6F8-F4BD-406A8C85F1AF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3" creationId="{0F52318F-D4EB-7C96-BD12-C2CD83850858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5" creationId="{93CAAFCA-066D-E1EE-F6A7-189103B5E20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8" creationId="{A9EED15D-47B0-3C63-8323-EAEB722383B2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3" creationId="{EA0CFDEE-1ABC-9B2F-A875-4D0ABEB30B0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5" creationId="{207333A6-BBAB-862F-D4DA-AE5719E2CCE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8" creationId="{3AD9362F-958D-8F49-F73E-D343E3B7E37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83" creationId="{EB893E93-E7D3-6E42-E313-7875BA25604D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7" creationId="{906DE364-15D7-1642-381C-614D23785E0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8" creationId="{63C33AB2-9BFC-8BB2-EBFF-E27C4B0469CB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2" creationId="{EB264319-63D4-C3A3-E36A-FBA9A30C8F97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7" creationId="{C35C606C-68FA-39C3-2810-54AEC2FEE4A3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8" creationId="{8C5826E7-307C-1ADF-C46C-0EBCDB2F474E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0" creationId="{1235FDBD-4C16-7AFB-BE52-2F7112F7C614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6" creationId="{135E4E48-C653-0CA1-FE52-5ECB2FB7BB5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9" creationId="{9AC216E4-5C1E-3427-A311-B4FE196B5C3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0" creationId="{B4566968-9C91-B935-E848-C8F7D10A901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7" creationId="{1C73CFCF-02F4-757F-B210-CF7255EF5CD8}"/>
          </ac:spMkLst>
        </pc:spChg>
        <pc:spChg chg="mod">
          <ac:chgData name="musukie52@gmail.com" userId="017bd91f96aa8751" providerId="LiveId" clId="{5B2C3894-F97E-4CAB-8812-5BB4D83AAC6A}" dt="2026-01-19T10:04:31.612" v="428" actId="20577"/>
          <ac:spMkLst>
            <pc:docMk/>
            <pc:sldMk cId="761492686" sldId="296"/>
            <ac:spMk id="120" creationId="{2CCCEC11-0B33-7909-4BC6-C71C052D0FB1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2" creationId="{3FD2BC33-F286-FDBF-D8B7-B52E1F2B503D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4" creationId="{CEA7CFB9-7865-A493-C6D6-51793D738532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5" creationId="{DCAAF321-621F-E729-EF1D-20B35744C92F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7" creationId="{EE80BB42-A8E0-B3CC-5343-A92C555EB067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8" creationId="{578FB91E-CB76-E0CB-8779-A1B75F31B94C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5" creationId="{4A4EA7D7-0719-3C0B-C503-A83BEA93F354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6" creationId="{5DC83ABC-FEE6-2646-F253-48F074BFDA1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7" creationId="{F07426A2-A0F1-3E4B-FB48-9A93366472E3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6" creationId="{175E8A6D-F54C-889E-A201-0BF8C58ED26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8" creationId="{66A73602-EA6D-A1A5-9E85-38BDB2C7B60A}"/>
          </ac:spMkLst>
        </pc:spChg>
        <pc:spChg chg="mod">
          <ac:chgData name="musukie52@gmail.com" userId="017bd91f96aa8751" providerId="LiveId" clId="{5B2C3894-F97E-4CAB-8812-5BB4D83AAC6A}" dt="2026-01-19T10:05:41.238" v="506" actId="20577"/>
          <ac:spMkLst>
            <pc:docMk/>
            <pc:sldMk cId="761492686" sldId="296"/>
            <ac:spMk id="152" creationId="{F735A11B-06B1-CD7F-C8E7-DE7962CA0CA5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57" creationId="{7B92F1B6-3E1D-B667-5628-230F6C31507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3" creationId="{A4C39B4D-04DC-1754-1DD9-C05E9BE98354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5" creationId="{D451205B-7F74-13BB-ADF0-D90B905A0E2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6" creationId="{CD3F8002-48D0-4C5C-855B-DAE7630B28DE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8" creationId="{98230DBE-09C2-0E27-C022-E4036EA17197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3" creationId="{7B4B0C7D-518D-29E3-343A-0E07AE1C7E3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4" creationId="{ACF980C4-CA41-7C80-E0A3-659B65BA305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5" creationId="{66AEE36B-1638-A6A7-FD77-482117DA429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6" creationId="{DAB8E881-50FA-EB90-B849-AB6F0406582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81" creationId="{9A21DC17-7479-BDDC-F765-6826C853B216}"/>
          </ac:spMkLst>
        </pc:spChg>
        <pc:spChg chg="mod">
          <ac:chgData name="musukie52@gmail.com" userId="017bd91f96aa8751" providerId="LiveId" clId="{5B2C3894-F97E-4CAB-8812-5BB4D83AAC6A}" dt="2026-01-19T10:06:29.095" v="562" actId="20577"/>
          <ac:spMkLst>
            <pc:docMk/>
            <pc:sldMk cId="761492686" sldId="296"/>
            <ac:spMk id="184" creationId="{DC538617-AB0C-8D73-522F-8529332ED0C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7" creationId="{9E49D6FE-3E1A-2DDE-9C0B-2B96888E9E83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9" creationId="{1B0AD318-572F-3247-28CB-8574FEF0117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0" creationId="{13CF2E18-E4DD-572C-CF79-72165CADAAAA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3" creationId="{A14640D8-B63A-E026-3A56-D6A4D540830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7" creationId="{6CB2DEFB-9A3F-F02A-BC2D-BFC131BDD59F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0" creationId="{71E41996-BABA-281D-54C8-9D593865663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3" creationId="{8F2956E3-630E-2E50-C38D-AFA0AA622848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5" creationId="{A930CFE9-DFC1-F2F9-D9E9-4F0167F9526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6" creationId="{5DD11ADD-E2D4-AC34-B580-31FEEA370F7B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14" creationId="{5A07B1A3-F84C-3F5E-F48C-661A6B481A38}"/>
          </ac:spMkLst>
        </pc:spChg>
        <pc:spChg chg="mod">
          <ac:chgData name="musukie52@gmail.com" userId="017bd91f96aa8751" providerId="LiveId" clId="{5B2C3894-F97E-4CAB-8812-5BB4D83AAC6A}" dt="2026-01-19T10:06:42.934" v="576" actId="1076"/>
          <ac:spMkLst>
            <pc:docMk/>
            <pc:sldMk cId="761492686" sldId="296"/>
            <ac:spMk id="216" creationId="{6C007F75-318B-9121-C857-6339A71EB75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18" creationId="{C2CF363E-47AF-F47A-C76B-09535E6E05CD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0" creationId="{27E3F194-6797-70DB-252A-9607947CFF39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1" creationId="{82B6AC2D-1810-92A8-290C-860C9CEEE323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3" creationId="{882E0A29-73D2-D255-5D5F-13FF7E2A8B67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8" creationId="{F1E2B31B-FFAD-71E3-9E82-3C4AD902BFCA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7" creationId="{E04E01F2-5B64-3979-1E83-D74E95300394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9" creationId="{96FBA7E7-3662-265E-1A33-FB274B61BCE6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2" creationId="{8AC41316-DEE6-427C-FEB7-BBC1561BD53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5" creationId="{77DF9E2B-09BB-49E6-86E0-A99FD9093948}"/>
          </ac:spMkLst>
        </pc:spChg>
        <pc:spChg chg="mod">
          <ac:chgData name="musukie52@gmail.com" userId="017bd91f96aa8751" providerId="LiveId" clId="{5B2C3894-F97E-4CAB-8812-5BB4D83AAC6A}" dt="2026-01-19T10:07:24.827" v="598" actId="20577"/>
          <ac:spMkLst>
            <pc:docMk/>
            <pc:sldMk cId="761492686" sldId="296"/>
            <ac:spMk id="248" creationId="{DF1CABD8-95A0-4E45-AEF1-80BA18E4E2D6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4" creationId="{BE5FB123-5731-3A02-2A4D-FB81D069478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7" creationId="{6DB05C68-C5EC-207D-E1B0-DF64AC7E686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0" creationId="{A7824EB7-AC7A-9C9F-AAC7-893AD3B2E8F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1" creationId="{D463FC60-2DCA-0F0C-E884-A91DAEB992B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2" creationId="{C3352BF6-18B1-5DFC-E1DF-83208F08B958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5" creationId="{02C6F147-8488-7AF7-3BB1-AC3B9A95919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6" creationId="{0D55B8F8-E818-326D-4B29-D17864004D8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9" creationId="{C5F8E4AE-E437-05AC-7FD3-06C8FD917199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78" creationId="{1B220787-03C3-005C-AC31-7E5E3727516B}"/>
          </ac:spMkLst>
        </pc:spChg>
        <pc:grpChg chg="del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8" creationId="{7F2F4F76-AB3D-FCC9-1A33-A8B4386D64F8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9" creationId="{63E0C6C0-0023-4D01-BDD2-6DFE8A43A5ED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51" creationId="{E0AF33EE-2215-9891-5D1E-DD0CEB358506}"/>
          </ac:grpSpMkLst>
        </pc:grpChg>
        <pc:grpChg chg="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83" creationId="{E0E58F0B-9644-5474-A663-2C35D476439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15" creationId="{634BA8DB-363C-71FE-6539-A07092D2263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47" creationId="{C42BAEA6-F1B0-8DF0-7483-EF522AA97D09}"/>
          </ac:grpSpMkLst>
        </pc:gr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add del mod setBg">
        <pc:chgData name="musukie52@gmail.com" userId="017bd91f96aa8751" providerId="LiveId" clId="{5B2C3894-F97E-4CAB-8812-5BB4D83AAC6A}" dt="2026-01-19T14:11:39.378" v="1065" actId="47"/>
        <pc:sldMkLst>
          <pc:docMk/>
          <pc:sldMk cId="1966456886" sldId="302"/>
        </pc:sldMkLst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2" creationId="{EEA1174A-745F-CCFB-2A31-01FB753B41D8}"/>
          </ac:spMkLst>
        </pc:spChg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3" creationId="{0BCAB973-50AA-FE63-759A-8C6A2C622366}"/>
          </ac:spMkLst>
        </pc:spChg>
        <pc:spChg chg="add del mod topLvl">
          <ac:chgData name="musukie52@gmail.com" userId="017bd91f96aa8751" providerId="LiveId" clId="{5B2C3894-F97E-4CAB-8812-5BB4D83AAC6A}" dt="2026-01-19T13:58:27.851" v="840" actId="478"/>
          <ac:spMkLst>
            <pc:docMk/>
            <pc:sldMk cId="1966456886" sldId="302"/>
            <ac:spMk id="5" creationId="{BC0715E5-5B5F-6838-1608-ACD951E330D0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7" creationId="{AEFBB744-C1A2-BCF4-76A1-359AB23F401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0" creationId="{9EA2EB7A-3E21-4321-71B1-CC819A762D2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4" creationId="{FC4D4644-7B34-C40E-8A51-7226B376871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7" creationId="{35ADBE41-5762-0393-53CE-8BDDCF08980C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2" creationId="{5139F9B6-19FB-534E-1ADE-611B24D0608F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26" creationId="{6D0B75E7-847C-48F8-1002-72174A5BB6F9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7" creationId="{E4C6D1F7-16A2-601D-6511-EB68B9E5248D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9" creationId="{4FB746B3-599C-2A70-8DE2-CC8FFAC40F58}"/>
          </ac:spMkLst>
        </pc:spChg>
        <pc:spChg chg="mod topLvl">
          <ac:chgData name="musukie52@gmail.com" userId="017bd91f96aa8751" providerId="LiveId" clId="{5B2C3894-F97E-4CAB-8812-5BB4D83AAC6A}" dt="2026-01-19T10:13:49.828" v="692" actId="165"/>
          <ac:spMkLst>
            <pc:docMk/>
            <pc:sldMk cId="1966456886" sldId="302"/>
            <ac:spMk id="30" creationId="{BF9C88D3-7DE9-CC85-0FE0-91F1F22C87B2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3" creationId="{61A78A29-4A9E-5B37-4669-7E4D764E90D1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4" creationId="{545B4130-CFCA-5158-14DD-563B066D7A5A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46" creationId="{B8F62AFA-D24D-2365-ABEC-CC656491FB2C}"/>
          </ac:spMkLst>
        </pc:spChg>
        <pc:spChg chg="mod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0" creationId="{C951D300-6740-77C9-82B0-080A054E538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1" creationId="{087EBC05-79AF-AD65-7F34-39A826541C3E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5" creationId="{013EED9E-7E6D-49AF-7CAB-10A1F712489D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57" creationId="{7DB904E4-840D-E1E2-3F2E-FEDBDA37618C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8" creationId="{9AA3301F-31B8-F6EF-AFFA-2ACC3141BD98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9" creationId="{3C564E6C-802F-E51C-83A6-9EA10B38E420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0" creationId="{F816766F-634B-C9D5-8E95-1B79A1C6959F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1" creationId="{8F7557F5-EDC4-E22B-BCF4-B2963DEBEE5F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2" creationId="{37253F69-7695-86E8-F650-6C0485D52670}"/>
          </ac:spMkLst>
        </pc:spChg>
        <pc:spChg chg="add del mod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63" creationId="{5EEB5B08-94BE-EEAC-58CD-EF705EB20DE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4" creationId="{25CCBCBD-5F8D-732C-C8E8-FEFBF3A8DCED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5" creationId="{27347543-8876-3EBB-8EE1-AB7B565D8A2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6" creationId="{8A8A71D9-81C1-653C-66C8-0C63910A4052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7" creationId="{6DD79ECF-71D0-07AA-26DB-5834B925BC4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8" creationId="{2AB4EDDC-5676-BDC0-B05D-BE525E6C7680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9" creationId="{3A5020F7-FEB4-67A5-92A0-13B56559E973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0" creationId="{D918BDD5-1048-B7A7-FA00-E8AD3E48DD54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1" creationId="{C3BB4125-9D9F-7F5D-5467-E1F75AC067F7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2" creationId="{8DCA21FF-6BE2-7651-F4FB-31A74FA67A8E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3" creationId="{33A1624B-32BC-9C32-E328-2BDD8C0CB1C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5" creationId="{EC207C72-CC67-8ACA-E70D-4868274FAAE7}"/>
          </ac:spMkLst>
        </pc:spChg>
        <pc:spChg chg="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7" creationId="{C3925D48-EED6-39F5-D941-0827C1691644}"/>
          </ac:spMkLst>
        </pc:spChg>
        <pc:spChg chg="add del mod topLvl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78" creationId="{EDFEF800-03A2-E984-AC03-8020C856F02A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9" creationId="{4AF3A684-5EBD-1E3F-363A-9A26AC79C6C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0" creationId="{B27F1178-E99D-568C-18C3-54ED794679BE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1" creationId="{4BF57FB6-1E1E-1104-56C5-B57D7B946E93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2" creationId="{E39E5FA0-246E-42CF-D863-B43FF6DC11DD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3" creationId="{A7F6A96E-62A1-C96D-E856-AEA8D0FDA45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4" creationId="{D783D4F3-C236-7362-1EB9-ADAB670DF2AE}"/>
          </ac:spMkLst>
        </pc:spChg>
        <pc:spChg chg="add mod ord">
          <ac:chgData name="musukie52@gmail.com" userId="017bd91f96aa8751" providerId="LiveId" clId="{5B2C3894-F97E-4CAB-8812-5BB4D83AAC6A}" dt="2026-01-19T13:58:48.187" v="843" actId="14100"/>
          <ac:spMkLst>
            <pc:docMk/>
            <pc:sldMk cId="1966456886" sldId="302"/>
            <ac:spMk id="86" creationId="{4E8F1419-3022-7A92-F96C-C3E86CFBDC3B}"/>
          </ac:spMkLst>
        </pc:spChg>
        <pc:spChg chg="add mod">
          <ac:chgData name="musukie52@gmail.com" userId="017bd91f96aa8751" providerId="LiveId" clId="{5B2C3894-F97E-4CAB-8812-5BB4D83AAC6A}" dt="2026-01-19T13:59:03.887" v="845" actId="1076"/>
          <ac:spMkLst>
            <pc:docMk/>
            <pc:sldMk cId="1966456886" sldId="302"/>
            <ac:spMk id="87" creationId="{1914F096-5C50-55F6-C3CB-797D76D4DE8D}"/>
          </ac:spMkLst>
        </pc:spChg>
        <pc:spChg chg="add mod">
          <ac:chgData name="musukie52@gmail.com" userId="017bd91f96aa8751" providerId="LiveId" clId="{5B2C3894-F97E-4CAB-8812-5BB4D83AAC6A}" dt="2026-01-19T14:03:26.645" v="854" actId="1035"/>
          <ac:spMkLst>
            <pc:docMk/>
            <pc:sldMk cId="1966456886" sldId="302"/>
            <ac:spMk id="88" creationId="{FE20E533-93CA-761B-EC1B-8ADF0657F76B}"/>
          </ac:spMkLst>
        </pc:s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8" creationId="{A21D807A-0251-6F51-C7D6-1AECE9CE07D6}"/>
          </ac:grpSpMkLst>
        </pc:grpChg>
        <pc:grpChg chg="add del mod">
          <ac:chgData name="musukie52@gmail.com" userId="017bd91f96aa8751" providerId="LiveId" clId="{5B2C3894-F97E-4CAB-8812-5BB4D83AAC6A}" dt="2026-01-19T10:16:56.158" v="751" actId="165"/>
          <ac:grpSpMkLst>
            <pc:docMk/>
            <pc:sldMk cId="1966456886" sldId="302"/>
            <ac:grpSpMk id="48" creationId="{200D5ECE-96EA-AC0E-EBCC-FC489B4AE2F0}"/>
          </ac:grpSpMkLst>
        </pc:grpChg>
        <pc:grpChg chg="add del mod">
          <ac:chgData name="musukie52@gmail.com" userId="017bd91f96aa8751" providerId="LiveId" clId="{5B2C3894-F97E-4CAB-8812-5BB4D83AAC6A}" dt="2026-01-19T10:16:43.388" v="749" actId="165"/>
          <ac:grpSpMkLst>
            <pc:docMk/>
            <pc:sldMk cId="1966456886" sldId="302"/>
            <ac:grpSpMk id="56" creationId="{10B15DF7-8B61-9C87-A856-CAF4F2AB7F81}"/>
          </ac:grpSpMkLst>
        </pc:grpChg>
        <pc:grpChg chg="add mod">
          <ac:chgData name="musukie52@gmail.com" userId="017bd91f96aa8751" providerId="LiveId" clId="{5B2C3894-F97E-4CAB-8812-5BB4D83AAC6A}" dt="2026-01-19T10:20:55.146" v="806" actId="14100"/>
          <ac:grpSpMkLst>
            <pc:docMk/>
            <pc:sldMk cId="1966456886" sldId="302"/>
            <ac:grpSpMk id="74" creationId="{C181F3F6-04DB-7E8D-B3A6-5D230D31510F}"/>
          </ac:grpSpMkLst>
        </pc:grpChg>
        <pc:grpChg chg="add del mod">
          <ac:chgData name="musukie52@gmail.com" userId="017bd91f96aa8751" providerId="LiveId" clId="{5B2C3894-F97E-4CAB-8812-5BB4D83AAC6A}" dt="2026-01-19T10:22:24.913" v="817" actId="165"/>
          <ac:grpSpMkLst>
            <pc:docMk/>
            <pc:sldMk cId="1966456886" sldId="302"/>
            <ac:grpSpMk id="76" creationId="{D5B29102-D384-57B4-B66B-957BC5B70F16}"/>
          </ac:grpSpMkLst>
        </pc:grpChg>
        <pc:grpChg chg="mod">
          <ac:chgData name="musukie52@gmail.com" userId="017bd91f96aa8751" providerId="LiveId" clId="{5B2C3894-F97E-4CAB-8812-5BB4D83AAC6A}" dt="2026-01-19T10:23:06.256" v="823" actId="1076"/>
          <ac:grpSpMkLst>
            <pc:docMk/>
            <pc:sldMk cId="1966456886" sldId="302"/>
            <ac:grpSpMk id="85" creationId="{83508D19-9F26-FEAD-91E8-CCEE86EABEED}"/>
          </ac:grpSpMkLst>
        </pc:gr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119" creationId="{C0F59FF4-A998-13D2-E9FE-D549A0B80666}"/>
          </ac:grpSpMkLst>
        </pc:grpChg>
        <pc:picChg chg="del">
          <ac:chgData name="musukie52@gmail.com" userId="017bd91f96aa8751" providerId="LiveId" clId="{5B2C3894-F97E-4CAB-8812-5BB4D83AAC6A}" dt="2026-01-19T10:10:28.953" v="609" actId="478"/>
          <ac:picMkLst>
            <pc:docMk/>
            <pc:sldMk cId="1966456886" sldId="302"/>
            <ac:picMk id="20" creationId="{58757BB3-AEDC-46E4-B3B4-EE391D6FCE16}"/>
          </ac:picMkLst>
        </pc:picChg>
        <pc:picChg chg="del">
          <ac:chgData name="musukie52@gmail.com" userId="017bd91f96aa8751" providerId="LiveId" clId="{5B2C3894-F97E-4CAB-8812-5BB4D83AAC6A}" dt="2026-01-19T10:10:29.769" v="610" actId="478"/>
          <ac:picMkLst>
            <pc:docMk/>
            <pc:sldMk cId="1966456886" sldId="302"/>
            <ac:picMk id="21" creationId="{3304C5EB-8D22-21DF-905A-6463288E5094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7" creationId="{C5503FE5-E3BD-EA45-71E3-887AE07BF6AB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26" creationId="{C4B23D48-15F1-99B6-367D-609F898F687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3" creationId="{325E4C73-7FA6-D653-D607-F4BA4600236F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4" creationId="{FE1FBFC4-331B-1782-94BA-03861A6268A8}"/>
          </ac:spMkLst>
        </pc:spChg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6" creationId="{5BB12632-65F1-CF2E-00F9-8B88B7140E8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7" creationId="{1F43A857-000C-1976-ABA5-3FBC16BFAB74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8" creationId="{C363D6F4-D1E2-11C9-EFED-C7C563E1109A}"/>
          </ac:spMkLst>
        </pc:s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8" creationId="{8F4E73C8-F8A2-B91F-3BBA-07FC0796B6A9}"/>
          </ac:grpSpMkLst>
        </pc:gr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19T14:08:34.347" v="979" actId="165"/>
          <ac:grpSpMkLst>
            <pc:docMk/>
            <pc:sldMk cId="345221784" sldId="303"/>
            <ac:grpSpMk id="63" creationId="{B20C54A4-42C5-7E80-4FA4-5C995BB8CE3E}"/>
          </ac:grpSpMkLst>
        </pc:grpChg>
        <pc:grpChg chg="add del mod">
          <ac:chgData name="musukie52@gmail.com" userId="017bd91f96aa8751" providerId="LiveId" clId="{5B2C3894-F97E-4CAB-8812-5BB4D83AAC6A}" dt="2026-01-19T14:09:23.276" v="1021" actId="165"/>
          <ac:grpSpMkLst>
            <pc:docMk/>
            <pc:sldMk cId="345221784" sldId="303"/>
            <ac:grpSpMk id="66" creationId="{59A0578E-CC4A-73C1-3326-2D02898AFEDE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19" creationId="{F32CD518-7FAD-99DC-B328-C71EA1FB62F9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51" creationId="{4708DF45-44C0-A2E6-526C-2929C2467AE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83" creationId="{E8ED0597-5BA9-A28E-072F-1AE676F46D0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15" creationId="{4A4E9B7A-4C2C-5973-B6EA-0A423D7C4C13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47" creationId="{0F9C9F47-ECCA-C92A-E6E7-BCAD762CE899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del">
        <pc:chgData name="musukie52@gmail.com" userId="017bd91f96aa8751" providerId="LiveId" clId="{5B2C3894-F97E-4CAB-8812-5BB4D83AAC6A}" dt="2026-01-19T10:09:02.377" v="605" actId="47"/>
        <pc:sldMkLst>
          <pc:docMk/>
          <pc:sldMk cId="3497256962" sldId="303"/>
        </pc:sldMkLst>
      </pc:sldChg>
      <pc:sldChg chg="addSp delSp modSp del mod">
        <pc:chgData name="musukie52@gmail.com" userId="017bd91f96aa8751" providerId="LiveId" clId="{5B2C3894-F97E-4CAB-8812-5BB4D83AAC6A}" dt="2026-01-19T10:08:59.845" v="603" actId="47"/>
        <pc:sldMkLst>
          <pc:docMk/>
          <pc:sldMk cId="1977113132" sldId="304"/>
        </pc:sldMkLst>
        <pc:spChg chg="add mod">
          <ac:chgData name="musukie52@gmail.com" userId="017bd91f96aa8751" providerId="LiveId" clId="{5B2C3894-F97E-4CAB-8812-5BB4D83AAC6A}" dt="2026-01-19T09:39:34.826" v="72" actId="1076"/>
          <ac:spMkLst>
            <pc:docMk/>
            <pc:sldMk cId="1977113132" sldId="304"/>
            <ac:spMk id="2" creationId="{2BD89E94-2349-08EC-4B06-E5CB84A0E59E}"/>
          </ac:spMkLst>
        </pc:spChg>
        <pc:spChg chg="del">
          <ac:chgData name="musukie52@gmail.com" userId="017bd91f96aa8751" providerId="LiveId" clId="{5B2C3894-F97E-4CAB-8812-5BB4D83AAC6A}" dt="2026-01-19T09:39:31.428" v="71" actId="478"/>
          <ac:spMkLst>
            <pc:docMk/>
            <pc:sldMk cId="1977113132" sldId="304"/>
            <ac:spMk id="58" creationId="{00000000-0000-0000-0000-000000000000}"/>
          </ac:spMkLst>
        </pc:sp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spChg chg="del">
          <ac:chgData name="musukie52@gmail.com" userId="017bd91f96aa8751" providerId="LiveId" clId="{5B2C3894-F97E-4CAB-8812-5BB4D83AAC6A}" dt="2026-01-19T14:10:08.653" v="1029" actId="478"/>
          <ac:spMkLst>
            <pc:docMk/>
            <pc:sldMk cId="3964875354" sldId="304"/>
            <ac:spMk id="68" creationId="{588468AC-6649-39C1-7AE0-85C2B39B99A4}"/>
          </ac:spMkLst>
        </pc:s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56" creationId="{738CB9F6-ADA7-2CE8-5B64-146CE3D75477}"/>
          </ac:grpSpMkLst>
        </pc:gr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69" creationId="{BB45313A-EF4B-1CC6-6F43-278B8E5F91ED}"/>
          </ac:grpSpMkLst>
        </pc:grpChg>
        <pc:picChg chg="add mod">
          <ac:chgData name="musukie52@gmail.com" userId="017bd91f96aa8751" providerId="LiveId" clId="{5B2C3894-F97E-4CAB-8812-5BB4D83AAC6A}" dt="2026-01-19T14:17:54.008" v="1155"/>
          <ac:picMkLst>
            <pc:docMk/>
            <pc:sldMk cId="3964875354" sldId="304"/>
            <ac:picMk id="5" creationId="{CEA73522-B158-0876-DAF2-97F4CC0D1E24}"/>
          </ac:picMkLst>
        </pc:pic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  <pc:picChg chg="del">
          <ac:chgData name="musukie52@gmail.com" userId="017bd91f96aa8751" providerId="LiveId" clId="{5B2C3894-F97E-4CAB-8812-5BB4D83AAC6A}" dt="2026-01-19T14:10:05.746" v="1028" actId="478"/>
          <ac:picMkLst>
            <pc:docMk/>
            <pc:sldMk cId="3964875354" sldId="304"/>
            <ac:picMk id="67" creationId="{DA69F3C2-16F9-4CDC-F028-53CD7CCE0279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2" creationId="{E7685B1E-7090-48FD-2371-18BD82B759EB}"/>
          </ac:spMkLst>
        </pc:spChg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3" creationId="{BE851788-478F-866E-C87C-17428A6C81E6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3" creationId="{19C23C75-CEAD-1AB3-BC94-0D2985717796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del mod">
          <ac:chgData name="musukie52@gmail.com" userId="017bd91f96aa8751" providerId="LiveId" clId="{5B2C3894-F97E-4CAB-8812-5BB4D83AAC6A}" dt="2026-01-19T14:25:31.949" v="1307" actId="478"/>
          <ac:spMkLst>
            <pc:docMk/>
            <pc:sldMk cId="48787319" sldId="305"/>
            <ac:spMk id="22" creationId="{752B3958-BAF0-07B4-9239-DC487DEDC693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add del mod">
          <ac:chgData name="musukie52@gmail.com" userId="017bd91f96aa8751" providerId="LiveId" clId="{5B2C3894-F97E-4CAB-8812-5BB4D83AAC6A}" dt="2026-01-19T14:32:32.593" v="1425" actId="478"/>
          <ac:spMkLst>
            <pc:docMk/>
            <pc:sldMk cId="48787319" sldId="305"/>
            <ac:spMk id="28" creationId="{26F51605-51DF-B6CF-BAD6-06686AABF045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29" creationId="{BCB7BEBB-15A2-561D-F3C7-C5D3A9B99EBA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31" creationId="{5BED93C1-0180-45DA-10FB-BE194A038872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5" creationId="{3599E2CC-29C4-BC99-B0AF-7F5D6A2749B6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6" creationId="{7B1001BB-8717-E5EA-141B-A700181517E6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del">
          <ac:chgData name="musukie52@gmail.com" userId="017bd91f96aa8751" providerId="LiveId" clId="{5B2C3894-F97E-4CAB-8812-5BB4D83AAC6A}" dt="2026-01-19T14:13:36.088" v="1072" actId="478"/>
          <ac:spMkLst>
            <pc:docMk/>
            <pc:sldMk cId="48787319" sldId="305"/>
            <ac:spMk id="65" creationId="{53A798FB-8EB7-DFE0-DB6C-075CA8BD5A34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spChg chg="del mod topLvl">
          <ac:chgData name="musukie52@gmail.com" userId="017bd91f96aa8751" providerId="LiveId" clId="{5B2C3894-F97E-4CAB-8812-5BB4D83AAC6A}" dt="2026-01-19T14:42:43.378" v="1719" actId="478"/>
          <ac:spMkLst>
            <pc:docMk/>
            <pc:sldMk cId="48787319" sldId="305"/>
            <ac:spMk id="75" creationId="{DF27B239-4FC9-6FEB-E45E-A8763458610A}"/>
          </ac:spMkLst>
        </pc:spChg>
        <pc:spChg chg="del mod topLvl">
          <ac:chgData name="musukie52@gmail.com" userId="017bd91f96aa8751" providerId="LiveId" clId="{5B2C3894-F97E-4CAB-8812-5BB4D83AAC6A}" dt="2026-01-19T14:50:05.102" v="1842" actId="478"/>
          <ac:spMkLst>
            <pc:docMk/>
            <pc:sldMk cId="48787319" sldId="305"/>
            <ac:spMk id="79" creationId="{0F56FE6D-3568-727E-4578-01196AB559EC}"/>
          </ac:spMkLst>
        </pc:spChg>
        <pc:spChg chg="del mod topLvl">
          <ac:chgData name="musukie52@gmail.com" userId="017bd91f96aa8751" providerId="LiveId" clId="{5B2C3894-F97E-4CAB-8812-5BB4D83AAC6A}" dt="2026-01-19T14:50:03.129" v="1841" actId="478"/>
          <ac:spMkLst>
            <pc:docMk/>
            <pc:sldMk cId="48787319" sldId="305"/>
            <ac:spMk id="80" creationId="{9274901C-5FC0-5CCA-1A0D-1C8403CCBE6E}"/>
          </ac:spMkLst>
        </pc:spChg>
        <pc:grpChg chg="del mod">
          <ac:chgData name="musukie52@gmail.com" userId="017bd91f96aa8751" providerId="LiveId" clId="{5B2C3894-F97E-4CAB-8812-5BB4D83AAC6A}" dt="2026-01-19T14:25:48.414" v="1310" actId="478"/>
          <ac:grpSpMkLst>
            <pc:docMk/>
            <pc:sldMk cId="48787319" sldId="305"/>
            <ac:grpSpMk id="11" creationId="{A06B1BEE-B6B1-3E30-FD17-A92BCAB2CAA5}"/>
          </ac:grpSpMkLst>
        </pc:gr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del mod">
          <ac:chgData name="musukie52@gmail.com" userId="017bd91f96aa8751" providerId="LiveId" clId="{5B2C3894-F97E-4CAB-8812-5BB4D83AAC6A}" dt="2026-01-19T14:44:28.348" v="1756" actId="165"/>
          <ac:grpSpMkLst>
            <pc:docMk/>
            <pc:sldMk cId="48787319" sldId="305"/>
            <ac:grpSpMk id="25" creationId="{E5D33B9B-CF30-2997-F8BE-78E6240FF1D6}"/>
          </ac:grpSpMkLst>
        </pc:grpChg>
        <pc:grpChg chg="add del mod ord">
          <ac:chgData name="musukie52@gmail.com" userId="017bd91f96aa8751" providerId="LiveId" clId="{5B2C3894-F97E-4CAB-8812-5BB4D83AAC6A}" dt="2026-01-19T14:32:11.928" v="1420" actId="478"/>
          <ac:grpSpMkLst>
            <pc:docMk/>
            <pc:sldMk cId="48787319" sldId="305"/>
            <ac:grpSpMk id="33" creationId="{5A7A01AC-BEA3-A382-3F26-3B535ACDD8B6}"/>
          </ac:grpSpMkLst>
        </pc:grpChg>
        <pc:grpChg chg="add del mod ord">
          <ac:chgData name="musukie52@gmail.com" userId="017bd91f96aa8751" providerId="LiveId" clId="{5B2C3894-F97E-4CAB-8812-5BB4D83AAC6A}" dt="2026-01-19T14:32:35.362" v="1426" actId="165"/>
          <ac:grpSpMkLst>
            <pc:docMk/>
            <pc:sldMk cId="48787319" sldId="305"/>
            <ac:grpSpMk id="34" creationId="{F073356E-C037-CE3D-ABD4-373A9C77A637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57" creationId="{1B02BFB4-2FBF-6A83-439E-46917E8D5262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60" creationId="{D5682E1D-6C16-004B-569D-453AD7B97496}"/>
          </ac:grpSpMkLst>
        </pc:grpChg>
        <pc:grpChg chg="add del mod">
          <ac:chgData name="musukie52@gmail.com" userId="017bd91f96aa8751" providerId="LiveId" clId="{5B2C3894-F97E-4CAB-8812-5BB4D83AAC6A}" dt="2026-01-19T14:42:37.118" v="1717" actId="165"/>
          <ac:grpSpMkLst>
            <pc:docMk/>
            <pc:sldMk cId="48787319" sldId="305"/>
            <ac:grpSpMk id="73" creationId="{87FF25C3-46F6-261F-1D2A-2EEE605B7760}"/>
          </ac:grpSpMkLst>
        </pc:grpChg>
        <pc:grpChg chg="add del mod">
          <ac:chgData name="musukie52@gmail.com" userId="017bd91f96aa8751" providerId="LiveId" clId="{5B2C3894-F97E-4CAB-8812-5BB4D83AAC6A}" dt="2026-01-19T14:43:59.056" v="1738" actId="165"/>
          <ac:grpSpMkLst>
            <pc:docMk/>
            <pc:sldMk cId="48787319" sldId="305"/>
            <ac:grpSpMk id="76" creationId="{A531510A-1687-ABE0-9163-1423889BC91D}"/>
          </ac:grpSpMkLst>
        </pc:grpChg>
        <pc:grpChg chg="add del mod ord">
          <ac:chgData name="musukie52@gmail.com" userId="017bd91f96aa8751" providerId="LiveId" clId="{5B2C3894-F97E-4CAB-8812-5BB4D83AAC6A}" dt="2026-01-19T14:49:19.611" v="1838" actId="165"/>
          <ac:grpSpMkLst>
            <pc:docMk/>
            <pc:sldMk cId="48787319" sldId="305"/>
            <ac:grpSpMk id="77" creationId="{192924E3-A60A-CAF3-8B46-BB3BEEF138F9}"/>
          </ac:grpSpMkLst>
        </pc:grpChg>
        <pc:picChg chg="del mod">
          <ac:chgData name="musukie52@gmail.com" userId="017bd91f96aa8751" providerId="LiveId" clId="{5B2C3894-F97E-4CAB-8812-5BB4D83AAC6A}" dt="2026-01-19T14:14:13.777" v="1122" actId="478"/>
          <ac:picMkLst>
            <pc:docMk/>
            <pc:sldMk cId="48787319" sldId="305"/>
            <ac:picMk id="4" creationId="{001AAED4-6260-3439-809B-4B7DBB579239}"/>
          </ac:picMkLst>
        </pc:picChg>
        <pc:picChg chg="add mod modCrop">
          <ac:chgData name="musukie52@gmail.com" userId="017bd91f96aa8751" providerId="LiveId" clId="{5B2C3894-F97E-4CAB-8812-5BB4D83AAC6A}" dt="2026-01-19T14:28:02.685" v="1325" actId="732"/>
          <ac:picMkLst>
            <pc:docMk/>
            <pc:sldMk cId="48787319" sldId="305"/>
            <ac:picMk id="6" creationId="{EE07F0FE-64ED-1F08-FF98-25494F4F8267}"/>
          </ac:picMkLst>
        </pc:pic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2" creationId="{926393E7-46C6-A0E6-08C7-3C064C193C22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add del mod">
          <ac:chgData name="musukie52@gmail.com" userId="017bd91f96aa8751" providerId="LiveId" clId="{5B2C3894-F97E-4CAB-8812-5BB4D83AAC6A}" dt="2026-01-19T14:25:27.992" v="1305" actId="478"/>
          <ac:picMkLst>
            <pc:docMk/>
            <pc:sldMk cId="48787319" sldId="305"/>
            <ac:picMk id="20" creationId="{69E7C4E8-9512-F485-BFF8-58292AE39537}"/>
          </ac:picMkLst>
        </pc:picChg>
        <pc:picChg chg="del">
          <ac:chgData name="musukie52@gmail.com" userId="017bd91f96aa8751" providerId="LiveId" clId="{5B2C3894-F97E-4CAB-8812-5BB4D83AAC6A}" dt="2026-01-19T14:13:31.213" v="1071" actId="478"/>
          <ac:picMkLst>
            <pc:docMk/>
            <pc:sldMk cId="48787319" sldId="305"/>
            <ac:picMk id="21" creationId="{955718D0-A08E-4FED-0296-334BDB08DA6E}"/>
          </ac:picMkLst>
        </pc:picChg>
        <pc:picChg chg="del mod">
          <ac:chgData name="musukie52@gmail.com" userId="017bd91f96aa8751" providerId="LiveId" clId="{5B2C3894-F97E-4CAB-8812-5BB4D83AAC6A}" dt="2026-01-19T14:42:39.820" v="1718" actId="478"/>
          <ac:picMkLst>
            <pc:docMk/>
            <pc:sldMk cId="48787319" sldId="305"/>
            <ac:picMk id="23" creationId="{452F661B-1869-56F7-28F1-20BDDF2EF6CF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add mod">
          <ac:chgData name="musukie52@gmail.com" userId="017bd91f96aa8751" providerId="LiveId" clId="{5B2C3894-F97E-4CAB-8812-5BB4D83AAC6A}" dt="2026-01-19T14:25:13.928" v="1301" actId="571"/>
          <ac:picMkLst>
            <pc:docMk/>
            <pc:sldMk cId="48787319" sldId="305"/>
            <ac:picMk id="30" creationId="{B97EF3B5-F8C1-6503-A2BB-6B02A104FBB0}"/>
          </ac:picMkLst>
        </pc:picChg>
        <pc:picChg chg="del mod ord topLvl modCrop">
          <ac:chgData name="musukie52@gmail.com" userId="017bd91f96aa8751" providerId="LiveId" clId="{5B2C3894-F97E-4CAB-8812-5BB4D83AAC6A}" dt="2026-01-19T14:48:11.180" v="1785" actId="478"/>
          <ac:picMkLst>
            <pc:docMk/>
            <pc:sldMk cId="48787319" sldId="305"/>
            <ac:picMk id="44" creationId="{BEBE9A34-4C64-A572-BF42-C3C844CCE3F2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">
          <ac:chgData name="musukie52@gmail.com" userId="017bd91f96aa8751" providerId="LiveId" clId="{5B2C3894-F97E-4CAB-8812-5BB4D83AAC6A}" dt="2026-01-19T14:13:36.088" v="1072" actId="478"/>
          <ac:picMkLst>
            <pc:docMk/>
            <pc:sldMk cId="48787319" sldId="305"/>
            <ac:picMk id="64" creationId="{6335F75F-DADD-F356-DCD2-579002605581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8" creationId="{23766076-D81E-7AFF-455D-3084760B621B}"/>
          </ac:cxnSpMkLst>
        </pc:cxn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9" creationId="{496C59E8-2487-9071-F6F8-928D99D9D4BF}"/>
          </ac:cxnSpMkLst>
        </pc:cxnChg>
      </pc:sldChg>
      <pc:sldChg chg="del">
        <pc:chgData name="musukie52@gmail.com" userId="017bd91f96aa8751" providerId="LiveId" clId="{5B2C3894-F97E-4CAB-8812-5BB4D83AAC6A}" dt="2026-01-19T10:09:01.255" v="604" actId="47"/>
        <pc:sldMkLst>
          <pc:docMk/>
          <pc:sldMk cId="3517213892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CD3BE9-A577-A2EF-4B02-83E73F835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332" t="49606" r="17572" b="37734"/>
          <a:stretch>
            <a:fillRect/>
          </a:stretch>
        </p:blipFill>
        <p:spPr>
          <a:xfrm>
            <a:off x="3308346" y="608777"/>
            <a:ext cx="2527304" cy="13853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BAD1ACA-D230-CA5F-A8EF-1B7B78FD8CE2}"/>
              </a:ext>
            </a:extLst>
          </p:cNvPr>
          <p:cNvSpPr/>
          <p:nvPr/>
        </p:nvSpPr>
        <p:spPr>
          <a:xfrm>
            <a:off x="3474245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3CC13FB-FB92-FAD5-2D77-26A864446F71}"/>
              </a:ext>
            </a:extLst>
          </p:cNvPr>
          <p:cNvSpPr/>
          <p:nvPr/>
        </p:nvSpPr>
        <p:spPr>
          <a:xfrm>
            <a:off x="5507846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9FF3290-3E93-62EF-5A32-6D6EC5D02FAA}"/>
              </a:ext>
            </a:extLst>
          </p:cNvPr>
          <p:cNvSpPr/>
          <p:nvPr/>
        </p:nvSpPr>
        <p:spPr>
          <a:xfrm>
            <a:off x="5505527" y="1740883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75595F5-0BE2-9B42-9851-D1FDFC1DDB11}"/>
              </a:ext>
            </a:extLst>
          </p:cNvPr>
          <p:cNvSpPr/>
          <p:nvPr/>
        </p:nvSpPr>
        <p:spPr>
          <a:xfrm>
            <a:off x="3472729" y="174088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16D143C-4188-18AC-A2A7-F56EF0570A61}"/>
              </a:ext>
            </a:extLst>
          </p:cNvPr>
          <p:cNvSpPr/>
          <p:nvPr/>
        </p:nvSpPr>
        <p:spPr>
          <a:xfrm>
            <a:off x="3332514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DBD847C-2F1A-EA9F-A005-03443CB0C98E}"/>
              </a:ext>
            </a:extLst>
          </p:cNvPr>
          <p:cNvSpPr/>
          <p:nvPr/>
        </p:nvSpPr>
        <p:spPr>
          <a:xfrm>
            <a:off x="5664946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08CC0C-163B-A0D3-D507-22AC814362EB}"/>
              </a:ext>
            </a:extLst>
          </p:cNvPr>
          <p:cNvSpPr/>
          <p:nvPr/>
        </p:nvSpPr>
        <p:spPr>
          <a:xfrm>
            <a:off x="3629829" y="715841"/>
            <a:ext cx="1897114" cy="202340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8F4EFEB-9C4D-E249-AEFF-8A00FD803513}"/>
              </a:ext>
            </a:extLst>
          </p:cNvPr>
          <p:cNvSpPr/>
          <p:nvPr/>
        </p:nvSpPr>
        <p:spPr>
          <a:xfrm>
            <a:off x="3479872" y="64115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1284B01-9D7A-1FDF-F087-415D0F1DC456}"/>
              </a:ext>
            </a:extLst>
          </p:cNvPr>
          <p:cNvSpPr/>
          <p:nvPr/>
        </p:nvSpPr>
        <p:spPr>
          <a:xfrm>
            <a:off x="3479872" y="188534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28481FB-6917-BE3B-CB45-062AC2CA06EA}"/>
              </a:ext>
            </a:extLst>
          </p:cNvPr>
          <p:cNvSpPr/>
          <p:nvPr/>
        </p:nvSpPr>
        <p:spPr>
          <a:xfrm>
            <a:off x="5512670" y="1887938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F38648C-B397-04B0-FC8D-1A8C5CE5DF95}"/>
              </a:ext>
            </a:extLst>
          </p:cNvPr>
          <p:cNvSpPr/>
          <p:nvPr/>
        </p:nvSpPr>
        <p:spPr>
          <a:xfrm>
            <a:off x="3636972" y="1810127"/>
            <a:ext cx="1885209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55100" y="1969770"/>
            <a:ext cx="1570435" cy="376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플랫폼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Platform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82613" y="1969770"/>
            <a:ext cx="2166314" cy="29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82613" y="2537234"/>
            <a:ext cx="2598274" cy="289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내러티브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82612" y="3082622"/>
            <a:ext cx="6146388" cy="129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스스로를 특별히 착한 사람이라 여기지 않는 주인공은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82613" y="4604990"/>
            <a:ext cx="5200501" cy="889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즐기는 내러티브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선택에 따라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55101" y="2537234"/>
            <a:ext cx="1570436" cy="375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Genre</a:t>
            </a:r>
          </a:p>
        </p:txBody>
      </p:sp>
      <p:sp>
        <p:nvSpPr>
          <p:cNvPr id="42" name="가로 글상자 41"/>
          <p:cNvSpPr txBox="1"/>
          <p:nvPr/>
        </p:nvSpPr>
        <p:spPr>
          <a:xfrm>
            <a:off x="355102" y="4589524"/>
            <a:ext cx="1781072" cy="37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Core Fun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</a:p>
        </p:txBody>
      </p:sp>
      <p:sp>
        <p:nvSpPr>
          <p:cNvPr id="43" name="가로 글상자 42"/>
          <p:cNvSpPr txBox="1"/>
          <p:nvPr/>
        </p:nvSpPr>
        <p:spPr>
          <a:xfrm>
            <a:off x="355103" y="3082622"/>
            <a:ext cx="1781071" cy="37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55102" y="1383461"/>
            <a:ext cx="1570436" cy="376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슬로건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82611" y="1420415"/>
            <a:ext cx="2598277" cy="2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391416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112131" y="3891928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82609" y="5716427"/>
            <a:ext cx="6146391" cy="682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기대 압박 구조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       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NPC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의 반응과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 메커니즘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선행 선택이 반복될수록 </a:t>
            </a:r>
            <a:r>
              <a:rPr lang="ko-KR" altLang="en-US" sz="1100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대가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 반응 연출 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  </a:t>
            </a:r>
            <a:r>
              <a:rPr lang="ko-KR" altLang="en-US" sz="1100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 누적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55100" y="5716427"/>
            <a:ext cx="1957965" cy="369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킬러 컨텐츠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Contents</a:t>
            </a:r>
          </a:p>
        </p:txBody>
      </p:sp>
      <p:cxnSp>
        <p:nvCxnSpPr>
          <p:cNvPr id="103" name="선 102"/>
          <p:cNvCxnSpPr/>
          <p:nvPr/>
        </p:nvCxnSpPr>
        <p:spPr>
          <a:xfrm>
            <a:off x="560746" y="1009053"/>
            <a:ext cx="233780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08908" y="4146521"/>
            <a:ext cx="1898758" cy="545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이야기 목적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120902" y="4146521"/>
            <a:ext cx="5721423" cy="490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이라는 기대 속에서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세계의 붕괴와 함께 소모되어 가는 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한 인물의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그린다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120901" y="5383365"/>
            <a:ext cx="5721426" cy="48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선택과 장애를 넘어서며 이야기를 완주하고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908907" y="5383365"/>
            <a:ext cx="1567663" cy="544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목적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908909" y="2942828"/>
            <a:ext cx="1898758" cy="54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방해 요인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120897" y="2942828"/>
            <a:ext cx="5721428" cy="687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세계가 붕괴되어 가는 과정 속에서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 등장하며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908909" y="1770774"/>
            <a:ext cx="1898758" cy="54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작용 요소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120898" y="1770774"/>
            <a:ext cx="5721427" cy="686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96" name="가로 글상자 95"/>
          <p:cNvSpPr txBox="1"/>
          <p:nvPr/>
        </p:nvSpPr>
        <p:spPr>
          <a:xfrm>
            <a:off x="509586" y="391416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en-US" altLang="ko-KR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cxnSp>
        <p:nvCxnSpPr>
          <p:cNvPr id="97" name="선 96"/>
          <p:cNvCxnSpPr/>
          <p:nvPr/>
        </p:nvCxnSpPr>
        <p:spPr>
          <a:xfrm>
            <a:off x="560746" y="1009053"/>
            <a:ext cx="233780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선 97"/>
          <p:cNvCxnSpPr/>
          <p:nvPr/>
        </p:nvCxnSpPr>
        <p:spPr>
          <a:xfrm rot="16200000" flipH="1">
            <a:off x="559725" y="3883543"/>
            <a:ext cx="4495885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510</Words>
  <Application>Microsoft Office PowerPoint</Application>
  <PresentationFormat>화면 슬라이드 쇼(4:3)</PresentationFormat>
  <Paragraphs>128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충북대70주년체 Regular</vt:lpstr>
      <vt:lpstr>Arial</vt:lpstr>
      <vt:lpstr>GalmuriMono7 Regular</vt:lpstr>
      <vt:lpstr>맑은 고딕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164</cp:revision>
  <dcterms:created xsi:type="dcterms:W3CDTF">2026-01-12T05:12:27Z</dcterms:created>
  <dcterms:modified xsi:type="dcterms:W3CDTF">2026-01-19T14:50:14Z</dcterms:modified>
  <cp:version/>
</cp:coreProperties>
</file>