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08" r:id="rId11"/>
    <p:sldId id="299" r:id="rId12"/>
  </p:sldIdLst>
  <p:sldSz cx="9144000" cy="6858000" type="screen4x3"/>
  <p:notesSz cx="6858000" cy="9144000"/>
  <p:embeddedFontLst>
    <p:embeddedFont>
      <p:font typeface="넥슨Lv2고딕 OTF Light" panose="020B0600000101010101" charset="-127"/>
      <p:regular r:id="rId14"/>
    </p:embeddedFont>
    <p:embeddedFont>
      <p:font typeface="GalmuriMono7 Regular" panose="020B0503020202000000" pitchFamily="50" charset="-127"/>
      <p:regular r:id="rId15"/>
    </p:embeddedFont>
    <p:embeddedFont>
      <p:font typeface="KoddiUD 온고딕 Regular" panose="020B0503000000000000" pitchFamily="50" charset="-127"/>
      <p:regular r:id="rId16"/>
    </p:embeddedFont>
    <p:embeddedFont>
      <p:font typeface="Yu Gothic UI" panose="020B0500000000000000" pitchFamily="34" charset="-128"/>
      <p:regular r:id="rId17"/>
      <p:bold r:id="rId18"/>
    </p:embeddedFont>
    <p:embeddedFont>
      <p:font typeface="맑은 고딕" panose="020B0503020000020004" pitchFamily="50" charset="-127"/>
      <p:regular r:id="rId19"/>
      <p:bold r:id="rId20"/>
    </p:embeddedFont>
    <p:embeddedFont>
      <p:font typeface="충북대70주년체 Regular" panose="020B0000000000000000" pitchFamily="50" charset="-127"/>
      <p:regular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DF1"/>
    <a:srgbClr val="496F78"/>
    <a:srgbClr val="FCE891"/>
    <a:srgbClr val="EB657E"/>
    <a:srgbClr val="B9C2C9"/>
    <a:srgbClr val="1E2432"/>
    <a:srgbClr val="1E0D20"/>
    <a:srgbClr val="11151D"/>
    <a:srgbClr val="12161E"/>
    <a:srgbClr val="5E5F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534" dt="2026-01-22T04:33:37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70" d="100"/>
          <a:sy n="70" d="100"/>
        </p:scale>
        <p:origin x="1074" y="270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22T04:48:48.840" v="3555" actId="1076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09:50:39.550" v="2097" actId="14100"/>
        <pc:sldMkLst>
          <pc:docMk/>
          <pc:sldMk cId="571944720" sldId="297"/>
        </pc:sldMkLst>
        <pc:spChg chg="mod">
          <ac:chgData name="musukie52@gmail.com" userId="017bd91f96aa8751" providerId="LiveId" clId="{5B2C3894-F97E-4CAB-8812-5BB4D83AAC6A}" dt="2026-01-20T09:50:39.550" v="2097" actId="14100"/>
          <ac:spMkLst>
            <pc:docMk/>
            <pc:sldMk cId="571944720" sldId="297"/>
            <ac:spMk id="64" creationId="{00000000-0000-0000-0000-000000000000}"/>
          </ac:spMkLst>
        </pc:spChg>
      </pc:sldChg>
      <pc:sldChg chg="addSp delSp modSp mod">
        <pc:chgData name="musukie52@gmail.com" userId="017bd91f96aa8751" providerId="LiveId" clId="{5B2C3894-F97E-4CAB-8812-5BB4D83AAC6A}" dt="2026-01-20T09:50:13.153" v="2015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0:13.153" v="2015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5.934" v="2005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0T09:45:13.866" v="1911" actId="1076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0T10:24:35.916" v="2478" actId="21"/>
        <pc:sldMkLst>
          <pc:docMk/>
          <pc:sldMk cId="2845714888" sldId="299"/>
        </pc:sldMkLst>
      </pc:sldChg>
      <pc:sldChg chg="addSp delSp modSp mod">
        <pc:chgData name="musukie52@gmail.com" userId="017bd91f96aa8751" providerId="LiveId" clId="{5B2C3894-F97E-4CAB-8812-5BB4D83AAC6A}" dt="2026-01-20T09:50:01.692" v="2003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1.692" v="2003"/>
          <ac:cxnSpMkLst>
            <pc:docMk/>
            <pc:sldMk cId="2445378882" sldId="301"/>
            <ac:cxnSpMk id="6" creationId="{2963222E-4B15-CE02-907D-DF6A4E13A3A0}"/>
          </ac:cxnSpMkLst>
        </pc:cxnChg>
        <pc:cxnChg chg="mod">
          <ac:chgData name="musukie52@gmail.com" userId="017bd91f96aa8751" providerId="LiveId" clId="{5B2C3894-F97E-4CAB-8812-5BB4D83AAC6A}" dt="2026-01-20T09:48:34.591" v="1958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0T10:29:20.488" v="2648" actId="22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09:49:41.909" v="1999" actId="14100"/>
          <ac:spMkLst>
            <pc:docMk/>
            <pc:sldMk cId="1132775393" sldId="306"/>
            <ac:spMk id="4" creationId="{3D3A791E-A7CA-28E4-0A55-FA7AA967C4B5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">
          <ac:chgData name="musukie52@gmail.com" userId="017bd91f96aa8751" providerId="LiveId" clId="{5B2C3894-F97E-4CAB-8812-5BB4D83AAC6A}" dt="2026-01-20T10:18:51.107" v="2410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09.565" v="2423" actId="20577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0T10:17:59.529" v="2392" actId="164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0T10:18:40.472" v="2399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18:53.011" v="2411" actId="1076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7" creationId="{2A03A898-55D9-84C1-B330-FAAF9E76FBC7}"/>
          </ac:grpSpMkLst>
        </pc:grp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cxnChg chg="add mod">
          <ac:chgData name="musukie52@gmail.com" userId="017bd91f96aa8751" providerId="LiveId" clId="{5B2C3894-F97E-4CAB-8812-5BB4D83AAC6A}" dt="2026-01-20T09:49:55.720" v="2001" actId="14100"/>
          <ac:cxnSpMkLst>
            <pc:docMk/>
            <pc:sldMk cId="1132775393" sldId="306"/>
            <ac:cxnSpMk id="5" creationId="{CBE2A100-56F5-F617-2A5A-C4C810766680}"/>
          </ac:cxnSpMkLst>
        </pc:cxnChg>
      </pc:sldChg>
      <pc:sldChg chg="addSp delSp modSp mod">
        <pc:chgData name="musukie52@gmail.com" userId="017bd91f96aa8751" providerId="LiveId" clId="{5B2C3894-F97E-4CAB-8812-5BB4D83AAC6A}" dt="2026-01-22T04:48:48.840" v="3555" actId="1076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03:59:31.346" v="2830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03:58:43.594" v="2824"/>
          <ac:spMkLst>
            <pc:docMk/>
            <pc:sldMk cId="3022186069" sldId="309"/>
            <ac:spMk id="20" creationId="{AD096587-80AD-2B63-6858-A9DB7C6B3ED5}"/>
          </ac:spMkLst>
        </pc:spChg>
        <pc:spChg chg="add mod">
          <ac:chgData name="musukie52@gmail.com" userId="017bd91f96aa8751" providerId="LiveId" clId="{5B2C3894-F97E-4CAB-8812-5BB4D83AAC6A}" dt="2026-01-22T04:18:10.951" v="3293" actId="103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04:00:11.925" v="2849" actId="20577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04:15:59.367" v="3204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04:16:02.731" v="3205" actId="107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04:16:08.850" v="3206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04:20:27.195" v="3317" actId="1035"/>
          <ac:spMkLst>
            <pc:docMk/>
            <pc:sldMk cId="3022186069" sldId="309"/>
            <ac:spMk id="26" creationId="{F62668B4-0EE3-4F10-8CD0-E93D05F44223}"/>
          </ac:spMkLst>
        </pc:spChg>
        <pc:spChg chg="add mod ord">
          <ac:chgData name="musukie52@gmail.com" userId="017bd91f96aa8751" providerId="LiveId" clId="{5B2C3894-F97E-4CAB-8812-5BB4D83AAC6A}" dt="2026-01-22T04:17:02.554" v="3274" actId="20577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04:21:03.488" v="3342" actId="20577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04:33:36.854" v="3552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04:33:21.813" v="3549"/>
          <ac:spMkLst>
            <pc:docMk/>
            <pc:sldMk cId="3022186069" sldId="309"/>
            <ac:spMk id="93" creationId="{48557C5B-0D9E-B9DC-D040-C32D0F155CFC}"/>
          </ac:spMkLst>
        </pc:spChg>
        <pc:spChg chg="add mod">
          <ac:chgData name="musukie52@gmail.com" userId="017bd91f96aa8751" providerId="LiveId" clId="{5B2C3894-F97E-4CAB-8812-5BB4D83AAC6A}" dt="2026-01-22T04:33:30.116" v="3551" actId="1076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04:33:41.258" v="3554" actId="1076"/>
          <ac:spMkLst>
            <pc:docMk/>
            <pc:sldMk cId="3022186069" sldId="309"/>
            <ac:spMk id="95" creationId="{701E6617-FB9F-54C3-A67F-4995FFAA3A39}"/>
          </ac:spMkLst>
        </pc:spChg>
        <pc:spChg chg="mod">
          <ac:chgData name="musukie52@gmail.com" userId="017bd91f96aa8751" providerId="LiveId" clId="{5B2C3894-F97E-4CAB-8812-5BB4D83AAC6A}" dt="2026-01-22T04:48:48.840" v="3555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04:16:24.565" v="3210" actId="164"/>
          <ac:spMkLst>
            <pc:docMk/>
            <pc:sldMk cId="3022186069" sldId="309"/>
            <ac:spMk id="158" creationId="{6217BF74-C59C-F842-5CC0-D20BD70C7841}"/>
          </ac:spMkLst>
        </pc:spChg>
        <pc:spChg chg="mod">
          <ac:chgData name="musukie52@gmail.com" userId="017bd91f96aa8751" providerId="LiveId" clId="{5B2C3894-F97E-4CAB-8812-5BB4D83AAC6A}" dt="2026-01-22T04:17:39.533" v="3281" actId="164"/>
          <ac:spMkLst>
            <pc:docMk/>
            <pc:sldMk cId="3022186069" sldId="309"/>
            <ac:spMk id="159" creationId="{874301DE-1522-1F79-14B3-C1E991A7A48F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99" creationId="{5846928E-BEBA-B5F1-C634-8A493CFD18B2}"/>
          </ac:spMkLst>
        </pc:spChg>
        <pc:grpChg chg="add mod">
          <ac:chgData name="musukie52@gmail.com" userId="017bd91f96aa8751" providerId="LiveId" clId="{5B2C3894-F97E-4CAB-8812-5BB4D83AAC6A}" dt="2026-01-22T04:17:15.499" v="3277" actId="1076"/>
          <ac:grpSpMkLst>
            <pc:docMk/>
            <pc:sldMk cId="3022186069" sldId="309"/>
            <ac:grpSpMk id="34" creationId="{7E732B33-782B-BE58-BD49-2914E7308BCB}"/>
          </ac:grpSpMkLst>
        </pc:grpChg>
        <pc:grpChg chg="add mod">
          <ac:chgData name="musukie52@gmail.com" userId="017bd91f96aa8751" providerId="LiveId" clId="{5B2C3894-F97E-4CAB-8812-5BB4D83AAC6A}" dt="2026-01-22T04:17:21.819" v="3278" actId="1076"/>
          <ac:grpSpMkLst>
            <pc:docMk/>
            <pc:sldMk cId="3022186069" sldId="309"/>
            <ac:grpSpMk id="42" creationId="{CD8BEE97-770E-AA0F-00B3-0862A3159419}"/>
          </ac:grpSpMkLst>
        </pc:grpChg>
        <pc:grpChg chg="add mod">
          <ac:chgData name="musukie52@gmail.com" userId="017bd91f96aa8751" providerId="LiveId" clId="{5B2C3894-F97E-4CAB-8812-5BB4D83AAC6A}" dt="2026-01-22T04:17:46.237" v="3283" actId="1076"/>
          <ac:grpSpMkLst>
            <pc:docMk/>
            <pc:sldMk cId="3022186069" sldId="309"/>
            <ac:grpSpMk id="43" creationId="{BE327F54-E60D-CAF5-D329-5FEB573D960B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add del mod modCrop">
          <ac:chgData name="musukie52@gmail.com" userId="017bd91f96aa8751" providerId="LiveId" clId="{5B2C3894-F97E-4CAB-8812-5BB4D83AAC6A}" dt="2026-01-22T03:48:37.561" v="2673" actId="478"/>
          <ac:picMkLst>
            <pc:docMk/>
            <pc:sldMk cId="3022186069" sldId="309"/>
            <ac:picMk id="3" creationId="{DB1E016B-E1A6-CB31-C122-8266D798C41C}"/>
          </ac:picMkLst>
        </pc:picChg>
        <pc:picChg chg="mod">
          <ac:chgData name="musukie52@gmail.com" userId="017bd91f96aa8751" providerId="LiveId" clId="{5B2C3894-F97E-4CAB-8812-5BB4D83AAC6A}" dt="2026-01-22T04:13:38.997" v="3190" actId="1076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del mod">
          <ac:chgData name="musukie52@gmail.com" userId="017bd91f96aa8751" providerId="LiveId" clId="{5B2C3894-F97E-4CAB-8812-5BB4D83AAC6A}" dt="2026-01-22T04:04:20.472" v="2981" actId="478"/>
          <ac:picMkLst>
            <pc:docMk/>
            <pc:sldMk cId="3022186069" sldId="309"/>
            <ac:picMk id="27" creationId="{C5E11D26-579B-3C23-F24A-4EE643480A85}"/>
          </ac:picMkLst>
        </pc:picChg>
        <pc:picChg chg="add mod ord modCrop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29" creationId="{6076F7E2-0F66-1C9D-2DB3-223DA4769E63}"/>
          </ac:picMkLst>
        </pc:picChg>
        <pc:picChg chg="add mod">
          <ac:chgData name="musukie52@gmail.com" userId="017bd91f96aa8751" providerId="LiveId" clId="{5B2C3894-F97E-4CAB-8812-5BB4D83AAC6A}" dt="2026-01-22T04:10:20.491" v="3088"/>
          <ac:picMkLst>
            <pc:docMk/>
            <pc:sldMk cId="3022186069" sldId="309"/>
            <ac:picMk id="30" creationId="{4C34E8F4-C290-DA3B-356E-D4CC80CA0BFA}"/>
          </ac:picMkLst>
        </pc:picChg>
        <pc:picChg chg="add mod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31" creationId="{5D8039FB-69C4-CC7C-058D-26A8C2F139DF}"/>
          </ac:picMkLst>
        </pc:picChg>
        <pc:picChg chg="add mod ord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32" creationId="{7411D4E9-7D93-8486-6040-53F7A45CC7E2}"/>
          </ac:picMkLst>
        </pc:picChg>
        <pc:picChg chg="mod">
          <ac:chgData name="musukie52@gmail.com" userId="017bd91f96aa8751" providerId="LiveId" clId="{5B2C3894-F97E-4CAB-8812-5BB4D83AAC6A}" dt="2026-01-22T04:17:39.533" v="3281" actId="164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04:16:24.565" v="3210" actId="164"/>
          <ac:picMkLst>
            <pc:docMk/>
            <pc:sldMk cId="3022186069" sldId="309"/>
            <ac:picMk id="132" creationId="{71B893E2-0FBD-1332-FC0E-89345D808859}"/>
          </ac:picMkLst>
        </pc:picChg>
        <pc:picChg chg="mod">
          <ac:chgData name="musukie52@gmail.com" userId="017bd91f96aa8751" providerId="LiveId" clId="{5B2C3894-F97E-4CAB-8812-5BB4D83AAC6A}" dt="2026-01-22T04:16:24.565" v="3210" actId="164"/>
          <ac:picMkLst>
            <pc:docMk/>
            <pc:sldMk cId="3022186069" sldId="309"/>
            <ac:picMk id="151" creationId="{DFA109AF-73ED-CAB0-A339-EE39F989A944}"/>
          </ac:picMkLst>
        </pc:picChg>
        <pc:picChg chg="mod">
          <ac:chgData name="musukie52@gmail.com" userId="017bd91f96aa8751" providerId="LiveId" clId="{5B2C3894-F97E-4CAB-8812-5BB4D83AAC6A}" dt="2026-01-22T04:17:39.533" v="3281" actId="164"/>
          <ac:picMkLst>
            <pc:docMk/>
            <pc:sldMk cId="3022186069" sldId="309"/>
            <ac:picMk id="154" creationId="{05D1C81F-D101-FA3B-8D4B-64921602CC7D}"/>
          </ac:picMkLst>
        </pc:picChg>
        <pc:picChg chg="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61" creationId="{342AE6C9-F081-5B0A-94BA-37029D99FEEE}"/>
          </ac:picMkLst>
        </pc:picChg>
        <pc:picChg chg="ord">
          <ac:chgData name="musukie52@gmail.com" userId="017bd91f96aa8751" providerId="LiveId" clId="{5B2C3894-F97E-4CAB-8812-5BB4D83AAC6A}" dt="2026-01-22T03:49:17.181" v="2679" actId="166"/>
          <ac:picMkLst>
            <pc:docMk/>
            <pc:sldMk cId="3022186069" sldId="309"/>
            <ac:picMk id="162" creationId="{0401A44F-2588-612A-BAC0-750EB40B2C0C}"/>
          </ac:picMkLst>
        </pc:picChg>
        <pc:picChg chg="del">
          <ac:chgData name="musukie52@gmail.com" userId="017bd91f96aa8751" providerId="LiveId" clId="{5B2C3894-F97E-4CAB-8812-5BB4D83AAC6A}" dt="2026-01-22T03:47:51.855" v="2664" actId="478"/>
          <ac:picMkLst>
            <pc:docMk/>
            <pc:sldMk cId="3022186069" sldId="309"/>
            <ac:picMk id="172" creationId="{3E188FD9-2550-6A35-AB32-E0103E61AFC1}"/>
          </ac:picMkLst>
        </pc:picChg>
        <pc:picChg chg="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2" creationId="{9EED9DAD-37A5-60CC-1840-D8DF6AA5C68B}"/>
          </ac:picMkLst>
        </pc:picChg>
        <pc:picChg chg="del">
          <ac:chgData name="musukie52@gmail.com" userId="017bd91f96aa8751" providerId="LiveId" clId="{5B2C3894-F97E-4CAB-8812-5BB4D83AAC6A}" dt="2026-01-22T03:49:24.689" v="2680" actId="478"/>
          <ac:picMkLst>
            <pc:docMk/>
            <pc:sldMk cId="3022186069" sldId="309"/>
            <ac:picMk id="193" creationId="{0D748E21-C505-1D35-E8F7-8C61BD2EBE8E}"/>
          </ac:picMkLst>
        </pc:picChg>
        <pc:picChg chg="mod or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4" creationId="{1E96EB3F-EF3F-C57F-B341-3267D20EAF43}"/>
          </ac:picMkLst>
        </pc:picChg>
        <pc:picChg chg="del">
          <ac:chgData name="musukie52@gmail.com" userId="017bd91f96aa8751" providerId="LiveId" clId="{5B2C3894-F97E-4CAB-8812-5BB4D83AAC6A}" dt="2026-01-22T03:51:03.742" v="2694" actId="478"/>
          <ac:picMkLst>
            <pc:docMk/>
            <pc:sldMk cId="3022186069" sldId="309"/>
            <ac:picMk id="197" creationId="{76B6CD44-7AA4-A809-7BD2-772F4C87BEF5}"/>
          </ac:picMkLst>
        </pc:picChg>
        <pc:picChg chg="mod or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8" creationId="{F197C0CB-13D2-F179-5350-0AF43059B1DD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cxnChg chg="add mod">
          <ac:chgData name="musukie52@gmail.com" userId="017bd91f96aa8751" providerId="LiveId" clId="{5B2C3894-F97E-4CAB-8812-5BB4D83AAC6A}" dt="2026-01-22T04:15:46.754" v="3202" actId="14100"/>
          <ac:cxnSpMkLst>
            <pc:docMk/>
            <pc:sldMk cId="3022186069" sldId="309"/>
            <ac:cxnSpMk id="11" creationId="{D23269C6-722E-5145-37F8-C8ABF1F2D415}"/>
          </ac:cxnSpMkLst>
        </pc:cxnChg>
        <pc:cxnChg chg="add mod">
          <ac:chgData name="musukie52@gmail.com" userId="017bd91f96aa8751" providerId="LiveId" clId="{5B2C3894-F97E-4CAB-8812-5BB4D83AAC6A}" dt="2026-01-22T04:15:52.032" v="3203" actId="14100"/>
          <ac:cxnSpMkLst>
            <pc:docMk/>
            <pc:sldMk cId="3022186069" sldId="309"/>
            <ac:cxnSpMk id="15" creationId="{647EAF63-FD76-B632-9FE6-085C614EE19B}"/>
          </ac:cxnSpMkLst>
        </pc:cxnChg>
        <pc:cxnChg chg="add mod">
          <ac:chgData name="musukie52@gmail.com" userId="017bd91f96aa8751" providerId="LiveId" clId="{5B2C3894-F97E-4CAB-8812-5BB4D83AAC6A}" dt="2026-01-22T04:19:42.955" v="3300" actId="1076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04:20:47.271" v="3320" actId="14100"/>
          <ac:cxnSpMkLst>
            <pc:docMk/>
            <pc:sldMk cId="3022186069" sldId="309"/>
            <ac:cxnSpMk id="51" creationId="{D916A41D-774E-2F2A-3751-9D1BC7969F08}"/>
          </ac:cxnSpMkLst>
        </pc:cxnChg>
        <pc:cxnChg chg="add mod">
          <ac:chgData name="musukie52@gmail.com" userId="017bd91f96aa8751" providerId="LiveId" clId="{5B2C3894-F97E-4CAB-8812-5BB4D83AAC6A}" dt="2026-01-22T04:32:36.537" v="3544" actId="14100"/>
          <ac:cxnSpMkLst>
            <pc:docMk/>
            <pc:sldMk cId="3022186069" sldId="309"/>
            <ac:cxnSpMk id="56" creationId="{BBBB0AC8-74AC-D3E7-D57B-59776147BE01}"/>
          </ac:cxnSpMkLst>
        </pc:cxnChg>
        <pc:cxnChg chg="add mod">
          <ac:chgData name="musukie52@gmail.com" userId="017bd91f96aa8751" providerId="LiveId" clId="{5B2C3894-F97E-4CAB-8812-5BB4D83AAC6A}" dt="2026-01-22T04:32:27.633" v="3543" actId="14100"/>
          <ac:cxnSpMkLst>
            <pc:docMk/>
            <pc:sldMk cId="3022186069" sldId="309"/>
            <ac:cxnSpMk id="65" creationId="{B2C13818-3CC4-9EB2-185C-CAB0F008DCC8}"/>
          </ac:cxnSpMkLst>
        </pc:cxnChg>
        <pc:cxnChg chg="add mod">
          <ac:chgData name="musukie52@gmail.com" userId="017bd91f96aa8751" providerId="LiveId" clId="{5B2C3894-F97E-4CAB-8812-5BB4D83AAC6A}" dt="2026-01-22T04:31:46.765" v="3536" actId="14100"/>
          <ac:cxnSpMkLst>
            <pc:docMk/>
            <pc:sldMk cId="3022186069" sldId="309"/>
            <ac:cxnSpMk id="68" creationId="{3E4797F7-5CF7-63B5-7142-7F8B09D19DC6}"/>
          </ac:cxnSpMkLst>
        </pc:cxnChg>
        <pc:cxnChg chg="del">
          <ac:chgData name="musukie52@gmail.com" userId="017bd91f96aa8751" providerId="LiveId" clId="{5B2C3894-F97E-4CAB-8812-5BB4D83AAC6A}" dt="2026-01-22T04:19:37.017" v="3299" actId="478"/>
          <ac:cxnSpMkLst>
            <pc:docMk/>
            <pc:sldMk cId="3022186069" sldId="309"/>
            <ac:cxnSpMk id="176" creationId="{E19FC36B-0278-6242-2370-6B4DF0579061}"/>
          </ac:cxnSpMkLst>
        </pc:cxnChg>
        <pc:cxnChg chg="mod">
          <ac:chgData name="musukie52@gmail.com" userId="017bd91f96aa8751" providerId="LiveId" clId="{5B2C3894-F97E-4CAB-8812-5BB4D83AAC6A}" dt="2026-01-22T04:17:55.972" v="3286" actId="14100"/>
          <ac:cxnSpMkLst>
            <pc:docMk/>
            <pc:sldMk cId="3022186069" sldId="309"/>
            <ac:cxnSpMk id="178" creationId="{93219A7D-B63B-4EDC-BCD0-D823F55929E0}"/>
          </ac:cxnSpMkLst>
        </pc:cxnChg>
        <pc:cxnChg chg="mod">
          <ac:chgData name="musukie52@gmail.com" userId="017bd91f96aa8751" providerId="LiveId" clId="{5B2C3894-F97E-4CAB-8812-5BB4D83AAC6A}" dt="2026-01-22T04:20:15.895" v="3303" actId="14100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04:15:40.950" v="3201" actId="14100"/>
          <ac:cxnSpMkLst>
            <pc:docMk/>
            <pc:sldMk cId="3022186069" sldId="309"/>
            <ac:cxnSpMk id="189" creationId="{90CCF5BF-0A47-8FCF-5ED0-49A101B3941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6.wdp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6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3.png"/><Relationship Id="rId14" Type="http://schemas.microsoft.com/office/2007/relationships/hdphoto" Target="../media/hdphoto7.wdp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0.wdp"/><Relationship Id="rId13" Type="http://schemas.openxmlformats.org/officeDocument/2006/relationships/image" Target="../media/image21.png"/><Relationship Id="rId18" Type="http://schemas.microsoft.com/office/2007/relationships/hdphoto" Target="../media/hdphoto3.wdp"/><Relationship Id="rId26" Type="http://schemas.openxmlformats.org/officeDocument/2006/relationships/image" Target="../media/image28.png"/><Relationship Id="rId3" Type="http://schemas.openxmlformats.org/officeDocument/2006/relationships/image" Target="../media/image17.png"/><Relationship Id="rId21" Type="http://schemas.openxmlformats.org/officeDocument/2006/relationships/image" Target="../media/image25.png"/><Relationship Id="rId7" Type="http://schemas.openxmlformats.org/officeDocument/2006/relationships/image" Target="../media/image18.png"/><Relationship Id="rId12" Type="http://schemas.microsoft.com/office/2007/relationships/hdphoto" Target="../media/hdphoto12.wdp"/><Relationship Id="rId17" Type="http://schemas.openxmlformats.org/officeDocument/2006/relationships/image" Target="../media/image23.png"/><Relationship Id="rId25" Type="http://schemas.microsoft.com/office/2007/relationships/hdphoto" Target="../media/hdphoto17.wdp"/><Relationship Id="rId2" Type="http://schemas.openxmlformats.org/officeDocument/2006/relationships/notesSlide" Target="../notesSlides/notesSlide6.xml"/><Relationship Id="rId16" Type="http://schemas.microsoft.com/office/2007/relationships/hdphoto" Target="../media/hdphoto14.wdp"/><Relationship Id="rId20" Type="http://schemas.microsoft.com/office/2007/relationships/hdphoto" Target="../media/hdphoto15.wdp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11" Type="http://schemas.openxmlformats.org/officeDocument/2006/relationships/image" Target="../media/image20.png"/><Relationship Id="rId24" Type="http://schemas.openxmlformats.org/officeDocument/2006/relationships/image" Target="../media/image27.png"/><Relationship Id="rId5" Type="http://schemas.openxmlformats.org/officeDocument/2006/relationships/image" Target="../media/image15.png"/><Relationship Id="rId15" Type="http://schemas.openxmlformats.org/officeDocument/2006/relationships/image" Target="../media/image22.png"/><Relationship Id="rId23" Type="http://schemas.microsoft.com/office/2007/relationships/hdphoto" Target="../media/hdphoto16.wdp"/><Relationship Id="rId28" Type="http://schemas.microsoft.com/office/2007/relationships/hdphoto" Target="../media/hdphoto18.wdp"/><Relationship Id="rId10" Type="http://schemas.microsoft.com/office/2007/relationships/hdphoto" Target="../media/hdphoto11.wdp"/><Relationship Id="rId19" Type="http://schemas.openxmlformats.org/officeDocument/2006/relationships/image" Target="../media/image24.png"/><Relationship Id="rId4" Type="http://schemas.microsoft.com/office/2007/relationships/hdphoto" Target="../media/hdphoto9.wdp"/><Relationship Id="rId9" Type="http://schemas.openxmlformats.org/officeDocument/2006/relationships/image" Target="../media/image19.png"/><Relationship Id="rId14" Type="http://schemas.microsoft.com/office/2007/relationships/hdphoto" Target="../media/hdphoto13.wdp"/><Relationship Id="rId22" Type="http://schemas.openxmlformats.org/officeDocument/2006/relationships/image" Target="../media/image26.png"/><Relationship Id="rId27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7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CD3BE9-A577-A2EF-4B02-83E73F835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332" t="49606" r="17572" b="37734"/>
          <a:stretch>
            <a:fillRect/>
          </a:stretch>
        </p:blipFill>
        <p:spPr>
          <a:xfrm>
            <a:off x="3308346" y="608777"/>
            <a:ext cx="2527304" cy="13853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BAD1ACA-D230-CA5F-A8EF-1B7B78FD8CE2}"/>
              </a:ext>
            </a:extLst>
          </p:cNvPr>
          <p:cNvSpPr/>
          <p:nvPr/>
        </p:nvSpPr>
        <p:spPr>
          <a:xfrm>
            <a:off x="3474245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3CC13FB-FB92-FAD5-2D77-26A864446F71}"/>
              </a:ext>
            </a:extLst>
          </p:cNvPr>
          <p:cNvSpPr/>
          <p:nvPr/>
        </p:nvSpPr>
        <p:spPr>
          <a:xfrm>
            <a:off x="5507846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9FF3290-3E93-62EF-5A32-6D6EC5D02FAA}"/>
              </a:ext>
            </a:extLst>
          </p:cNvPr>
          <p:cNvSpPr/>
          <p:nvPr/>
        </p:nvSpPr>
        <p:spPr>
          <a:xfrm>
            <a:off x="5505527" y="1740883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75595F5-0BE2-9B42-9851-D1FDFC1DDB11}"/>
              </a:ext>
            </a:extLst>
          </p:cNvPr>
          <p:cNvSpPr/>
          <p:nvPr/>
        </p:nvSpPr>
        <p:spPr>
          <a:xfrm>
            <a:off x="3472729" y="174088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16D143C-4188-18AC-A2A7-F56EF0570A61}"/>
              </a:ext>
            </a:extLst>
          </p:cNvPr>
          <p:cNvSpPr/>
          <p:nvPr/>
        </p:nvSpPr>
        <p:spPr>
          <a:xfrm>
            <a:off x="3332514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DBD847C-2F1A-EA9F-A005-03443CB0C98E}"/>
              </a:ext>
            </a:extLst>
          </p:cNvPr>
          <p:cNvSpPr/>
          <p:nvPr/>
        </p:nvSpPr>
        <p:spPr>
          <a:xfrm>
            <a:off x="5664946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08CC0C-163B-A0D3-D507-22AC814362EB}"/>
              </a:ext>
            </a:extLst>
          </p:cNvPr>
          <p:cNvSpPr/>
          <p:nvPr/>
        </p:nvSpPr>
        <p:spPr>
          <a:xfrm>
            <a:off x="3629829" y="715841"/>
            <a:ext cx="1897114" cy="202340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8F4EFEB-9C4D-E249-AEFF-8A00FD803513}"/>
              </a:ext>
            </a:extLst>
          </p:cNvPr>
          <p:cNvSpPr/>
          <p:nvPr/>
        </p:nvSpPr>
        <p:spPr>
          <a:xfrm>
            <a:off x="3479872" y="64115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1284B01-9D7A-1FDF-F087-415D0F1DC456}"/>
              </a:ext>
            </a:extLst>
          </p:cNvPr>
          <p:cNvSpPr/>
          <p:nvPr/>
        </p:nvSpPr>
        <p:spPr>
          <a:xfrm>
            <a:off x="3479872" y="188534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28481FB-6917-BE3B-CB45-062AC2CA06EA}"/>
              </a:ext>
            </a:extLst>
          </p:cNvPr>
          <p:cNvSpPr/>
          <p:nvPr/>
        </p:nvSpPr>
        <p:spPr>
          <a:xfrm>
            <a:off x="5512670" y="1887938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F38648C-B397-04B0-FC8D-1A8C5CE5DF95}"/>
              </a:ext>
            </a:extLst>
          </p:cNvPr>
          <p:cNvSpPr/>
          <p:nvPr/>
        </p:nvSpPr>
        <p:spPr>
          <a:xfrm>
            <a:off x="3636972" y="1810127"/>
            <a:ext cx="1885209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280877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넥슨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Lv2</a:t>
            </a: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고딕 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OTF Light</a:t>
            </a:r>
            <a:endParaRPr lang="ko-KR" altLang="en-US" sz="190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719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방향성          게임의 정의          컨텐츠 볼륨 맵</a:t>
            </a:r>
            <a:endParaRPr lang="ko-KR" altLang="en-US" sz="14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:hp="http://schemas.haansoft.com/office/presentation/8.0" xmlns:dsp="http://schemas.microsoft.com/office/drawing/2008/diagram" xmlns:dgm="http://schemas.openxmlformats.org/drawingml/2006/diagram" xmlns:c="http://schemas.openxmlformats.org/drawingml/2006/chart" xmlns="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59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189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2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334929" y="385984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3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Contents</a:t>
            </a:r>
          </a:p>
        </p:txBody>
      </p:sp>
      <p:cxnSp>
        <p:nvCxnSpPr>
          <p:cNvPr id="3" name="선 102">
            <a:extLst>
              <a:ext uri="{FF2B5EF4-FFF2-40B4-BE49-F238E27FC236}">
                <a16:creationId xmlns:a16="http://schemas.microsoft.com/office/drawing/2014/main" id="{799AAAC8-ABAC-A8BD-1A08-24628D7F299E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65480"/>
            <a:ext cx="0" cy="4210893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247273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  <p:cxnSp>
        <p:nvCxnSpPr>
          <p:cNvPr id="6" name="선 102">
            <a:extLst>
              <a:ext uri="{FF2B5EF4-FFF2-40B4-BE49-F238E27FC236}">
                <a16:creationId xmlns:a16="http://schemas.microsoft.com/office/drawing/2014/main" id="{2963222E-4B15-CE02-907D-DF6A4E13A3A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45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386" y="2640413"/>
            <a:ext cx="525183" cy="425998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KoddiUD 온고딕 Regular" panose="020B0503000000000000"/>
              </a:rPr>
              <a:t>글자 크기</a:t>
            </a:r>
            <a:endParaRPr lang="ko-KR" altLang="en-US">
              <a:latin typeface="충북대70주년체 Regular"/>
              <a:ea typeface="KoddiUD 온고딕 Regular" panose="020B0503000000000000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2600">
                <a:latin typeface="충북대70주년체 Regular"/>
                <a:ea typeface="KoddiUD 온고딕 Regular" panose="020B0503000000000000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400">
                <a:latin typeface="충북대70주년체 Regular"/>
                <a:ea typeface="KoddiUD 온고딕 Regular" panose="020B0503000000000000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100">
                <a:latin typeface="충북대70주년체 Regular"/>
                <a:ea typeface="KoddiUD 온고딕 Regular" panose="020B0503000000000000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234709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dirty="0">
                <a:latin typeface="충북대70주년체 Regular"/>
                <a:ea typeface="KoddiUD 온고딕 Regular" panose="020B0503000000000000"/>
              </a:rPr>
              <a:t>글꼴</a:t>
            </a:r>
          </a:p>
          <a:p>
            <a:pPr lvl="0">
              <a:defRPr/>
            </a:pPr>
            <a:r>
              <a:rPr lang="en-US" altLang="ko-KR" sz="1900" dirty="0" err="1">
                <a:latin typeface="충북대70주년체 Regular"/>
                <a:ea typeface="KoddiUD 온고딕 Regular" panose="020B0503000000000000"/>
              </a:rPr>
              <a:t>KoddiUD</a:t>
            </a:r>
            <a:r>
              <a:rPr lang="en-US" altLang="ko-KR" sz="1900" dirty="0">
                <a:latin typeface="충북대70주년체 Regular"/>
                <a:ea typeface="KoddiUD 온고딕 Regular" panose="020B0503000000000000"/>
              </a:rPr>
              <a:t> </a:t>
            </a:r>
            <a:r>
              <a:rPr lang="ko-KR" altLang="en-US" sz="1900" dirty="0" err="1">
                <a:latin typeface="충북대70주년체 Regular"/>
                <a:ea typeface="KoddiUD 온고딕 Regular" panose="020B0503000000000000"/>
              </a:rPr>
              <a:t>온고딕</a:t>
            </a:r>
            <a:r>
              <a:rPr lang="en-US" altLang="ko-KR" sz="1900">
                <a:latin typeface="충북대70주년체 Regular"/>
                <a:ea typeface="KoddiUD 온고딕 Regular" panose="020B0503000000000000"/>
              </a:rPr>
              <a:t> Regular</a:t>
            </a:r>
            <a:endParaRPr lang="ko-KR" altLang="en-US" sz="1900" dirty="0">
              <a:latin typeface="충북대70주년체 Regular"/>
              <a:ea typeface="KoddiUD 온고딕 Regular" panose="020B050300000000000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4364019" y="4734009"/>
            <a:ext cx="663550" cy="540000"/>
            <a:chOff x="5972648" y="3077844"/>
            <a:chExt cx="663550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444882" y="1708891"/>
            <a:ext cx="835991" cy="540000"/>
            <a:chOff x="2423699" y="312794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709249" y="1742215"/>
            <a:ext cx="835991" cy="540000"/>
            <a:chOff x="3016278" y="374659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775508" y="5301093"/>
            <a:ext cx="835991" cy="540000"/>
            <a:chOff x="4738892" y="5013143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525749" y="3801702"/>
            <a:ext cx="941436" cy="792000"/>
            <a:chOff x="639049" y="5117246"/>
            <a:chExt cx="941436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331387" y="3118502"/>
            <a:ext cx="835991" cy="540000"/>
            <a:chOff x="1603467" y="507728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3030750" y="5258879"/>
            <a:ext cx="835991" cy="540000"/>
            <a:chOff x="4090854" y="463926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814511" y="4342289"/>
            <a:ext cx="835991" cy="540000"/>
            <a:chOff x="3094043" y="5468506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770520" y="3606730"/>
            <a:ext cx="835991" cy="540000"/>
            <a:chOff x="4888602" y="4861789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3D3A791E-A7CA-28E4-0A55-FA7AA967C4B5}"/>
              </a:ext>
            </a:extLst>
          </p:cNvPr>
          <p:cNvSpPr txBox="1"/>
          <p:nvPr/>
        </p:nvSpPr>
        <p:spPr>
          <a:xfrm>
            <a:off x="334928" y="385984"/>
            <a:ext cx="3354865" cy="63094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컨텐츠 볼륨 맵</a:t>
            </a:r>
          </a:p>
        </p:txBody>
      </p:sp>
      <p:cxnSp>
        <p:nvCxnSpPr>
          <p:cNvPr id="5" name="선 102">
            <a:extLst>
              <a:ext uri="{FF2B5EF4-FFF2-40B4-BE49-F238E27FC236}">
                <a16:creationId xmlns:a16="http://schemas.microsoft.com/office/drawing/2014/main" id="{CBE2A100-56F5-F617-2A5A-C4C81076668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466874" y="3163012"/>
            <a:ext cx="835991" cy="540000"/>
            <a:chOff x="-572119" y="2161512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2047801" y="2427330"/>
            <a:ext cx="835991" cy="540000"/>
            <a:chOff x="1687204" y="313365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634620" y="3907158"/>
            <a:ext cx="654148" cy="540000"/>
            <a:chOff x="3155701" y="1994181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660800" y="3504743"/>
            <a:ext cx="932892" cy="792000"/>
            <a:chOff x="2140306" y="1573404"/>
            <a:chExt cx="932892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449691" y="4360366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B0BC1F17-94B8-801C-5866-6EF4405814DF}"/>
              </a:ext>
            </a:extLst>
          </p:cNvPr>
          <p:cNvGrpSpPr/>
          <p:nvPr/>
        </p:nvGrpSpPr>
        <p:grpSpPr>
          <a:xfrm>
            <a:off x="4167564" y="2248492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2188756" y="1845071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146569" y="2567370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reflection blurRad="6350" stA="52000" endA="3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5089495" y="2717550"/>
            <a:ext cx="654148" cy="2462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252454" y="1525140"/>
            <a:ext cx="654148" cy="540000"/>
            <a:chOff x="6258258" y="1738987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939543" y="1840366"/>
            <a:ext cx="654148" cy="540000"/>
            <a:chOff x="6490985" y="2272982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467184" y="3077770"/>
            <a:ext cx="1080000" cy="1080000"/>
            <a:chOff x="2884352" y="3469691"/>
            <a:chExt cx="1080000" cy="108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869800" y="1118025"/>
            <a:ext cx="654148" cy="540000"/>
            <a:chOff x="7495047" y="3273800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894790" y="2316199"/>
            <a:ext cx="835991" cy="792000"/>
            <a:chOff x="3696892" y="1979409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198404" y="3066411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123469" y="782920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스킨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80000"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6091282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1CDAE01-9EC1-0DB7-891A-0274FA70CBA0}"/>
              </a:ext>
            </a:extLst>
          </p:cNvPr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A99EFA23-511B-4B7D-522D-C3B094E59AE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096587" y="3315921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934922" y="4762072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932057" y="188723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57AFC4-583E-1D73-2B04-A8B11EDA3C5C}"/>
              </a:ext>
            </a:extLst>
          </p:cNvPr>
          <p:cNvSpPr txBox="1"/>
          <p:nvPr/>
        </p:nvSpPr>
        <p:spPr>
          <a:xfrm>
            <a:off x="3818591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664830" y="3864159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657598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BF0FAEE-CB18-6416-2206-E70D02520E95}"/>
              </a:ext>
            </a:extLst>
          </p:cNvPr>
          <p:cNvSpPr txBox="1"/>
          <p:nvPr/>
        </p:nvSpPr>
        <p:spPr>
          <a:xfrm>
            <a:off x="6570195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52" name="그림 151">
            <a:extLst>
              <a:ext uri="{FF2B5EF4-FFF2-40B4-BE49-F238E27FC236}">
                <a16:creationId xmlns:a16="http://schemas.microsoft.com/office/drawing/2014/main" id="{A6FDE98E-36C0-9190-25F4-83084CA1A6A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2600013"/>
            <a:ext cx="1264588" cy="401994"/>
          </a:xfrm>
          <a:prstGeom prst="rect">
            <a:avLst/>
          </a:prstGeom>
        </p:spPr>
      </p:pic>
      <p:pic>
        <p:nvPicPr>
          <p:cNvPr id="153" name="그림 152">
            <a:extLst>
              <a:ext uri="{FF2B5EF4-FFF2-40B4-BE49-F238E27FC236}">
                <a16:creationId xmlns:a16="http://schemas.microsoft.com/office/drawing/2014/main" id="{73186442-37C8-15E2-B665-0A9058F4A0AF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3819262" y="4028039"/>
            <a:ext cx="1264588" cy="401994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880503" y="2667381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51692" y="4098230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차한혜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CD8BEE97-770E-AA0F-00B3-0862A3159419}"/>
              </a:ext>
            </a:extLst>
          </p:cNvPr>
          <p:cNvGrpSpPr/>
          <p:nvPr/>
        </p:nvGrpSpPr>
        <p:grpSpPr>
          <a:xfrm>
            <a:off x="5003591" y="1630036"/>
            <a:ext cx="1264588" cy="1111950"/>
            <a:chOff x="2423361" y="1472956"/>
            <a:chExt cx="1264588" cy="1111950"/>
          </a:xfrm>
        </p:grpSpPr>
        <p:pic>
          <p:nvPicPr>
            <p:cNvPr id="132" name="그림 131">
              <a:extLst>
                <a:ext uri="{FF2B5EF4-FFF2-40B4-BE49-F238E27FC236}">
                  <a16:creationId xmlns:a16="http://schemas.microsoft.com/office/drawing/2014/main" id="{71B893E2-0FBD-1332-FC0E-89345D80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812" t="-6382" r="10812" b="6382"/>
            <a:stretch>
              <a:fillRect/>
            </a:stretch>
          </p:blipFill>
          <p:spPr>
            <a:xfrm>
              <a:off x="2700684" y="1472956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1" name="그림 150">
              <a:extLst>
                <a:ext uri="{FF2B5EF4-FFF2-40B4-BE49-F238E27FC236}">
                  <a16:creationId xmlns:a16="http://schemas.microsoft.com/office/drawing/2014/main" id="{DFA109AF-73ED-CAB0-A339-EE39F989A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2423361" y="2182912"/>
              <a:ext cx="1264588" cy="401994"/>
            </a:xfrm>
            <a:prstGeom prst="rect">
              <a:avLst/>
            </a:prstGeom>
          </p:spPr>
        </p:pic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6217BF74-C59C-F842-5CC0-D20BD70C7841}"/>
                </a:ext>
              </a:extLst>
            </p:cNvPr>
            <p:cNvSpPr txBox="1"/>
            <p:nvPr/>
          </p:nvSpPr>
          <p:spPr>
            <a:xfrm>
              <a:off x="2655791" y="2262957"/>
              <a:ext cx="8187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서도이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E327F54-E60D-CAF5-D329-5FEB573D960B}"/>
              </a:ext>
            </a:extLst>
          </p:cNvPr>
          <p:cNvGrpSpPr/>
          <p:nvPr/>
        </p:nvGrpSpPr>
        <p:grpSpPr>
          <a:xfrm>
            <a:off x="3824833" y="5060533"/>
            <a:ext cx="1264588" cy="1114111"/>
            <a:chOff x="3544132" y="5086623"/>
            <a:chExt cx="1264588" cy="1114111"/>
          </a:xfrm>
        </p:grpSpPr>
        <p:pic>
          <p:nvPicPr>
            <p:cNvPr id="130" name="그림 129">
              <a:extLst>
                <a:ext uri="{FF2B5EF4-FFF2-40B4-BE49-F238E27FC236}">
                  <a16:creationId xmlns:a16="http://schemas.microsoft.com/office/drawing/2014/main" id="{E87131B3-D532-A234-44D8-4AB619B62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3" t="-6358" r="10491" b="6358"/>
            <a:stretch>
              <a:fillRect/>
            </a:stretch>
          </p:blipFill>
          <p:spPr>
            <a:xfrm>
              <a:off x="3818591" y="5086623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4" name="그림 153">
              <a:extLst>
                <a:ext uri="{FF2B5EF4-FFF2-40B4-BE49-F238E27FC236}">
                  <a16:creationId xmlns:a16="http://schemas.microsoft.com/office/drawing/2014/main" id="{05D1C81F-D101-FA3B-8D4B-64921602C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3544132" y="5798740"/>
              <a:ext cx="1264588" cy="401994"/>
            </a:xfrm>
            <a:prstGeom prst="rect">
              <a:avLst/>
            </a:prstGeom>
          </p:spPr>
        </p:pic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74301DE-1522-1F79-14B3-C1E991A7A48F}"/>
                </a:ext>
              </a:extLst>
            </p:cNvPr>
            <p:cNvSpPr txBox="1"/>
            <p:nvPr/>
          </p:nvSpPr>
          <p:spPr>
            <a:xfrm>
              <a:off x="3767037" y="5878162"/>
              <a:ext cx="8187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기대한</a:t>
              </a:r>
            </a:p>
          </p:txBody>
        </p:sp>
      </p:grpSp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62050" y="2332615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1011743" y="4732803"/>
            <a:ext cx="566039" cy="1072686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AA41BA42-80F4-6707-9514-EBBA5A3536C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5481878"/>
            <a:ext cx="1264588" cy="401994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880503" y="5564077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박성과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93219A7D-B63B-4EDC-BCD0-D823F55929E0}"/>
              </a:ext>
            </a:extLst>
          </p:cNvPr>
          <p:cNvCxnSpPr>
            <a:cxnSpLocks/>
          </p:cNvCxnSpPr>
          <p:nvPr/>
        </p:nvCxnSpPr>
        <p:spPr>
          <a:xfrm flipV="1">
            <a:off x="4414370" y="4491013"/>
            <a:ext cx="0" cy="430872"/>
          </a:xfrm>
          <a:prstGeom prst="straightConnector1">
            <a:avLst/>
          </a:prstGeom>
          <a:ln w="25400">
            <a:solidFill>
              <a:srgbClr val="496F7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820849" y="4000225"/>
            <a:ext cx="2084401" cy="1239520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451556" y="2798186"/>
            <a:ext cx="0" cy="369436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90CCF5BF-0A47-8FCF-5ED0-49A101B39411}"/>
              </a:ext>
            </a:extLst>
          </p:cNvPr>
          <p:cNvCxnSpPr>
            <a:cxnSpLocks/>
          </p:cNvCxnSpPr>
          <p:nvPr/>
        </p:nvCxnSpPr>
        <p:spPr>
          <a:xfrm flipH="1">
            <a:off x="5003591" y="2780565"/>
            <a:ext cx="1989112" cy="930457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83154" y="3765866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88047" y="520468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721057" y="2458075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701339" y="3929458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362682" y="2491926"/>
            <a:ext cx="445848" cy="702992"/>
          </a:xfrm>
          <a:prstGeom prst="rect">
            <a:avLst/>
          </a:prstGeom>
        </p:spPr>
      </p:pic>
      <p:pic>
        <p:nvPicPr>
          <p:cNvPr id="162" name="그림 161">
            <a:extLst>
              <a:ext uri="{FF2B5EF4-FFF2-40B4-BE49-F238E27FC236}">
                <a16:creationId xmlns:a16="http://schemas.microsoft.com/office/drawing/2014/main" id="{0401A44F-2588-612A-BAC0-750EB40B2C0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084726" y="3052421"/>
            <a:ext cx="1264588" cy="401994"/>
          </a:xfrm>
          <a:prstGeom prst="rect">
            <a:avLst/>
          </a:prstGeom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257847" y="3134620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95078" y="5312942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3154" y="5315543"/>
            <a:ext cx="421854" cy="803383"/>
          </a:xfrm>
          <a:prstGeom prst="rect">
            <a:avLst/>
          </a:prstGeom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197C0CB-13D2-F179-5350-0AF43059B1DD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110723" y="5924489"/>
            <a:ext cx="1264588" cy="401994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283844" y="6006688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413351" y="3932799"/>
            <a:ext cx="349995" cy="677721"/>
          </a:xfrm>
          <a:prstGeom prst="rect">
            <a:avLst/>
          </a:prstGeom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1E96EB3F-EF3F-C57F-B341-3267D20EAF43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105830" y="4485672"/>
            <a:ext cx="1264588" cy="401994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278951" y="4567871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23269C6-722E-5145-37F8-C8ABF1F2D415}"/>
              </a:ext>
            </a:extLst>
          </p:cNvPr>
          <p:cNvCxnSpPr>
            <a:cxnSpLocks/>
          </p:cNvCxnSpPr>
          <p:nvPr/>
        </p:nvCxnSpPr>
        <p:spPr>
          <a:xfrm flipH="1" flipV="1">
            <a:off x="4983822" y="3874145"/>
            <a:ext cx="1972360" cy="398657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47EAF63-FD76-B632-9FE6-085C614EE19B}"/>
              </a:ext>
            </a:extLst>
          </p:cNvPr>
          <p:cNvCxnSpPr>
            <a:cxnSpLocks/>
          </p:cNvCxnSpPr>
          <p:nvPr/>
        </p:nvCxnSpPr>
        <p:spPr>
          <a:xfrm flipH="1" flipV="1">
            <a:off x="4995205" y="4028039"/>
            <a:ext cx="2043333" cy="1639936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408997" y="2730497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16633" y="4596281"/>
            <a:ext cx="5509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408997" y="431375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409151" y="4858123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607482" y="333514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544793" y="4134329"/>
            <a:ext cx="818777" cy="31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814473" y="283414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7E732B33-782B-BE58-BD49-2914E7308BCB}"/>
              </a:ext>
            </a:extLst>
          </p:cNvPr>
          <p:cNvGrpSpPr/>
          <p:nvPr/>
        </p:nvGrpSpPr>
        <p:grpSpPr>
          <a:xfrm>
            <a:off x="3664521" y="1626641"/>
            <a:ext cx="1264588" cy="1121800"/>
            <a:chOff x="2434362" y="1319827"/>
            <a:chExt cx="1264588" cy="1121800"/>
          </a:xfrm>
        </p:grpSpPr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D8039FB-69C4-CC7C-058D-26A8C2F139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2711686" y="1319827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076F7E2-0F66-1C9D-2DB3-223DA4769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BEBA8EAE-BF5A-486C-A8C5-ECC9F3942E4B}">
                  <a14:imgProps xmlns:a14="http://schemas.microsoft.com/office/drawing/2010/main">
                    <a14:imgLayer r:embed="rId28">
                      <a14:imgEffect>
                        <a14:backgroundRemoval t="8025" b="92593" l="2032" r="89842">
                          <a14:foregroundMark x1="8578" y1="11111" x2="7901" y2="35185"/>
                          <a14:foregroundMark x1="7901" y1="35185" x2="11738" y2="20062"/>
                          <a14:foregroundMark x1="11738" y1="20062" x2="8352" y2="12346"/>
                          <a14:foregroundMark x1="22303" y1="12654" x2="21445" y2="36420"/>
                          <a14:foregroundMark x1="22348" y1="11420" x2="22303" y2="12654"/>
                          <a14:foregroundMark x1="21445" y1="36420" x2="20767" y2="16049"/>
                          <a14:foregroundMark x1="10270" y1="12654" x2="13093" y2="13889"/>
                          <a14:foregroundMark x1="7449" y1="11420" x2="10270" y2="12654"/>
                          <a14:foregroundMark x1="13544" y1="24383" x2="11061" y2="34259"/>
                          <a14:foregroundMark x1="17607" y1="25926" x2="17381" y2="32099"/>
                          <a14:foregroundMark x1="20457" y1="43519" x2="20316" y2="46605"/>
                          <a14:foregroundMark x1="20767" y1="36728" x2="20682" y2="38580"/>
                          <a14:foregroundMark x1="22700" y1="43519" x2="22573" y2="45679"/>
                          <a14:foregroundMark x1="23025" y1="37963" x2="22989" y2="38580"/>
                          <a14:foregroundMark x1="33822" y1="43827" x2="33860" y2="44136"/>
                          <a14:foregroundMark x1="33384" y1="40228" x2="33409" y2="40432"/>
                          <a14:foregroundMark x1="31415" y1="24074" x2="32943" y2="36613"/>
                          <a14:foregroundMark x1="30625" y1="17593" x2="31415" y2="24074"/>
                          <a14:foregroundMark x1="30324" y1="15123" x2="30625" y2="17593"/>
                          <a14:foregroundMark x1="29797" y1="10802" x2="30324" y2="15123"/>
                          <a14:foregroundMark x1="30474" y1="43827" x2="30474" y2="45062"/>
                          <a14:foregroundMark x1="34312" y1="43827" x2="34312" y2="44136"/>
                          <a14:foregroundMark x1="34312" y1="39786" x2="34312" y2="40432"/>
                          <a14:foregroundMark x1="34312" y1="35494" x2="34312" y2="35960"/>
                          <a14:foregroundMark x1="34379" y1="15123" x2="34537" y2="15432"/>
                          <a14:foregroundMark x1="32957" y1="12346" x2="34379" y2="15123"/>
                          <a14:foregroundMark x1="41967" y1="26687" x2="41535" y2="43827"/>
                          <a14:foregroundMark x1="42088" y1="21914" x2="42085" y2="22021"/>
                          <a14:foregroundMark x1="42119" y1="20679" x2="42088" y2="21914"/>
                          <a14:foregroundMark x1="42197" y1="17593" x2="42119" y2="20679"/>
                          <a14:foregroundMark x1="42251" y1="15432" x2="42197" y2="17593"/>
                          <a14:foregroundMark x1="42259" y1="15123" x2="42251" y2="15432"/>
                          <a14:foregroundMark x1="42438" y1="8025" x2="42259" y2="15123"/>
                          <a14:foregroundMark x1="40406" y1="9259" x2="44018" y2="15123"/>
                          <a14:foregroundMark x1="43567" y1="8025" x2="44244" y2="11420"/>
                          <a14:foregroundMark x1="50339" y1="28775" x2="50339" y2="46605"/>
                          <a14:foregroundMark x1="50339" y1="22523" x2="50339" y2="26010"/>
                          <a14:foregroundMark x1="50339" y1="16160" x2="50339" y2="17452"/>
                          <a14:foregroundMark x1="50339" y1="13272" x2="50339" y2="13956"/>
                          <a14:foregroundMark x1="50482" y1="16006" x2="49278" y2="18039"/>
                          <a14:foregroundMark x1="43567" y1="31790" x2="46050" y2="45062"/>
                          <a14:foregroundMark x1="9318" y1="69201" x2="9227" y2="76691"/>
                          <a14:foregroundMark x1="9481" y1="55864" x2="9414" y2="61352"/>
                          <a14:foregroundMark x1="7449" y1="68210" x2="6601" y2="73788"/>
                          <a14:foregroundMark x1="2483" y1="72840" x2="2483" y2="72840"/>
                          <a14:foregroundMark x1="10835" y1="53086" x2="11875" y2="60084"/>
                          <a14:foregroundMark x1="22252" y1="71761" x2="25056" y2="90432"/>
                          <a14:foregroundMark x1="19865" y1="55864" x2="19879" y2="55959"/>
                          <a14:foregroundMark x1="25056" y1="90432" x2="25056" y2="90432"/>
                          <a14:foregroundMark x1="24379" y1="61420" x2="23726" y2="61390"/>
                          <a14:foregroundMark x1="22386" y1="56764" x2="24605" y2="58642"/>
                          <a14:foregroundMark x1="19865" y1="54630" x2="20846" y2="55460"/>
                          <a14:foregroundMark x1="21896" y1="54630" x2="23025" y2="55864"/>
                          <a14:foregroundMark x1="23928" y1="58025" x2="23928" y2="58025"/>
                          <a14:foregroundMark x1="23928" y1="58025" x2="23928" y2="58025"/>
                          <a14:foregroundMark x1="23928" y1="56173" x2="23928" y2="56173"/>
                          <a14:foregroundMark x1="23928" y1="56173" x2="23928" y2="56173"/>
                          <a14:foregroundMark x1="33634" y1="55864" x2="37472" y2="88272"/>
                          <a14:foregroundMark x1="33860" y1="56173" x2="37472" y2="60802"/>
                          <a14:foregroundMark x1="36343" y1="57407" x2="36343" y2="57407"/>
                          <a14:foregroundMark x1="36343" y1="57407" x2="36343" y2="57407"/>
                          <a14:foregroundMark x1="36343" y1="56173" x2="36343" y2="56173"/>
                          <a14:foregroundMark x1="36343" y1="56173" x2="36343" y2="56173"/>
                          <a14:foregroundMark x1="33634" y1="55864" x2="33634" y2="55864"/>
                          <a14:foregroundMark x1="33634" y1="55864" x2="33634" y2="55864"/>
                          <a14:foregroundMark x1="38149" y1="68210" x2="38149" y2="68210"/>
                          <a14:foregroundMark x1="38149" y1="68210" x2="38149" y2="68210"/>
                          <a14:foregroundMark x1="39052" y1="68210" x2="39052" y2="68210"/>
                          <a14:foregroundMark x1="39052" y1="68210" x2="39052" y2="68210"/>
                          <a14:foregroundMark x1="39052" y1="70370" x2="39052" y2="70370"/>
                          <a14:foregroundMark x1="39052" y1="70370" x2="39052" y2="70370"/>
                          <a14:foregroundMark x1="39052" y1="73148" x2="39052" y2="73148"/>
                          <a14:foregroundMark x1="39052" y1="73148" x2="39052" y2="73148"/>
                          <a14:foregroundMark x1="39503" y1="75000" x2="39503" y2="75000"/>
                          <a14:foregroundMark x1="39503" y1="75000" x2="39503" y2="75000"/>
                          <a14:foregroundMark x1="32280" y1="76852" x2="32280" y2="76852"/>
                          <a14:foregroundMark x1="32280" y1="76852" x2="32280" y2="76852"/>
                          <a14:foregroundMark x1="32280" y1="71605" x2="32280" y2="71605"/>
                          <a14:foregroundMark x1="32280" y1="71605" x2="32280" y2="71605"/>
                          <a14:foregroundMark x1="32280" y1="73765" x2="32280" y2="73765"/>
                          <a14:foregroundMark x1="32280" y1="73765" x2="32280" y2="73765"/>
                          <a14:foregroundMark x1="32280" y1="75000" x2="32280" y2="75000"/>
                          <a14:foregroundMark x1="32280" y1="75000" x2="32280" y2="75000"/>
                          <a14:foregroundMark x1="32054" y1="68519" x2="32054" y2="68519"/>
                          <a14:foregroundMark x1="32054" y1="68519" x2="32054" y2="68519"/>
                          <a14:foregroundMark x1="32280" y1="66667" x2="32280" y2="66667"/>
                          <a14:foregroundMark x1="32280" y1="66667" x2="32280" y2="66667"/>
                          <a14:foregroundMark x1="44921" y1="54938" x2="42664" y2="78086"/>
                          <a14:foregroundMark x1="42664" y1="78086" x2="48984" y2="63889"/>
                          <a14:foregroundMark x1="48984" y1="63889" x2="44695" y2="54630"/>
                          <a14:foregroundMark x1="45598" y1="54938" x2="47178" y2="60802"/>
                          <a14:foregroundMark x1="46501" y1="55556" x2="46501" y2="55556"/>
                          <a14:foregroundMark x1="46501" y1="55556" x2="48081" y2="60185"/>
                          <a14:foregroundMark x1="43567" y1="57716" x2="43567" y2="65123"/>
                          <a14:foregroundMark x1="2032" y1="75309" x2="3612" y2="90741"/>
                          <a14:foregroundMark x1="13093" y1="66358" x2="13544" y2="72840"/>
                          <a14:foregroundMark x1="51919" y1="13580" x2="51467" y2="17284"/>
                          <a14:foregroundMark x1="46501" y1="23765" x2="49436" y2="27469"/>
                          <a14:foregroundMark x1="44695" y1="83025" x2="44695" y2="91667"/>
                          <a14:foregroundMark x1="17833" y1="57716" x2="19413" y2="64815"/>
                          <a14:foregroundMark x1="18059" y1="71605" x2="18059" y2="75617"/>
                          <a14:foregroundMark x1="15124" y1="71296" x2="15124" y2="76852"/>
                          <a14:foregroundMark x1="50790" y1="16667" x2="50790" y2="20679"/>
                          <a14:backgroundMark x1="37923" y1="15123" x2="37923" y2="15123"/>
                          <a14:backgroundMark x1="37923" y1="15123" x2="37923" y2="15123"/>
                          <a14:backgroundMark x1="35892" y1="17593" x2="35892" y2="17593"/>
                          <a14:backgroundMark x1="35892" y1="17593" x2="35892" y2="17593"/>
                          <a14:backgroundMark x1="37698" y1="24074" x2="37698" y2="24074"/>
                          <a14:backgroundMark x1="37698" y1="24074" x2="37698" y2="24074"/>
                          <a14:backgroundMark x1="16930" y1="12654" x2="16930" y2="12654"/>
                          <a14:backgroundMark x1="16930" y1="12654" x2="16930" y2="12654"/>
                          <a14:backgroundMark x1="48436" y1="20679" x2="48645" y2="21345"/>
                          <a14:backgroundMark x1="32957" y1="40432" x2="32957" y2="43827"/>
                          <a14:backgroundMark x1="32054" y1="37037" x2="32957" y2="40432"/>
                          <a14:backgroundMark x1="21219" y1="38580" x2="21219" y2="43519"/>
                          <a14:backgroundMark x1="14673" y1="58642" x2="14764" y2="58956"/>
                          <a14:backgroundMark x1="5121" y1="90453" x2="4966" y2="92284"/>
                          <a14:backgroundMark x1="6490" y1="74461" x2="7060" y2="73681"/>
                          <a14:backgroundMark x1="49661" y1="23765" x2="48081" y2="21296"/>
                        </a14:backgroundRemoval>
                      </a14:imgEffect>
                    </a14:imgLayer>
                  </a14:imgProps>
                </a:ext>
              </a:extLst>
            </a:blip>
            <a:srcRect l="1226" t="3563" r="47321" b="2414"/>
            <a:stretch>
              <a:fillRect/>
            </a:stretch>
          </p:blipFill>
          <p:spPr>
            <a:xfrm>
              <a:off x="2730568" y="1340860"/>
              <a:ext cx="664064" cy="887507"/>
            </a:xfrm>
            <a:prstGeom prst="rect">
              <a:avLst/>
            </a:prstGeom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7411D4E9-7D93-8486-6040-53F7A45CC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2434362" y="2039633"/>
              <a:ext cx="1264588" cy="401994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938F1A-FFCE-92C7-7492-7CD557EF21A5}"/>
                </a:ext>
              </a:extLst>
            </p:cNvPr>
            <p:cNvSpPr txBox="1"/>
            <p:nvPr/>
          </p:nvSpPr>
          <p:spPr>
            <a:xfrm>
              <a:off x="2607483" y="2121832"/>
              <a:ext cx="9183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마을 사람들</a:t>
              </a:r>
            </a:p>
          </p:txBody>
        </p:sp>
      </p:grp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798870" y="2366859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  <a:stCxn id="151" idx="2"/>
          </p:cNvCxnSpPr>
          <p:nvPr/>
        </p:nvCxnSpPr>
        <p:spPr>
          <a:xfrm flipH="1">
            <a:off x="4870469" y="2741986"/>
            <a:ext cx="765416" cy="517575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5113054" y="295283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cxnSp>
        <p:nvCxnSpPr>
          <p:cNvPr id="56" name="연결선: 꺾임 55">
            <a:extLst>
              <a:ext uri="{FF2B5EF4-FFF2-40B4-BE49-F238E27FC236}">
                <a16:creationId xmlns:a16="http://schemas.microsoft.com/office/drawing/2014/main" id="{BBBB0AC8-74AC-D3E7-D57B-59776147BE01}"/>
              </a:ext>
            </a:extLst>
          </p:cNvPr>
          <p:cNvCxnSpPr>
            <a:cxnSpLocks/>
            <a:stCxn id="29" idx="0"/>
            <a:endCxn id="161" idx="3"/>
          </p:cNvCxnSpPr>
          <p:nvPr/>
        </p:nvCxnSpPr>
        <p:spPr>
          <a:xfrm rot="16200000" flipH="1">
            <a:off x="5663851" y="276581"/>
            <a:ext cx="684941" cy="3427127"/>
          </a:xfrm>
          <a:prstGeom prst="bentConnector3">
            <a:avLst>
              <a:gd name="adj1" fmla="val -33375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8375311" y="386415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B2C13818-3CC4-9EB2-185C-CAB0F008DCC8}"/>
              </a:ext>
            </a:extLst>
          </p:cNvPr>
          <p:cNvCxnSpPr>
            <a:cxnSpLocks/>
            <a:stCxn id="31" idx="3"/>
            <a:endCxn id="192" idx="0"/>
          </p:cNvCxnSpPr>
          <p:nvPr/>
        </p:nvCxnSpPr>
        <p:spPr>
          <a:xfrm rot="16200000" flipH="1">
            <a:off x="4901362" y="1024960"/>
            <a:ext cx="2595782" cy="3799144"/>
          </a:xfrm>
          <a:prstGeom prst="bentConnector4">
            <a:avLst>
              <a:gd name="adj1" fmla="val -8544"/>
              <a:gd name="adj2" fmla="val 111226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연결선: 꺾임 67">
            <a:extLst>
              <a:ext uri="{FF2B5EF4-FFF2-40B4-BE49-F238E27FC236}">
                <a16:creationId xmlns:a16="http://schemas.microsoft.com/office/drawing/2014/main" id="{3E4797F7-5CF7-63B5-7142-7F8B09D19DC6}"/>
              </a:ext>
            </a:extLst>
          </p:cNvPr>
          <p:cNvCxnSpPr>
            <a:cxnSpLocks/>
            <a:endCxn id="196" idx="0"/>
          </p:cNvCxnSpPr>
          <p:nvPr/>
        </p:nvCxnSpPr>
        <p:spPr>
          <a:xfrm rot="16200000" flipH="1">
            <a:off x="4186671" y="1744193"/>
            <a:ext cx="4025502" cy="3808592"/>
          </a:xfrm>
          <a:prstGeom prst="bentConnector4">
            <a:avLst>
              <a:gd name="adj1" fmla="val -5678"/>
              <a:gd name="adj2" fmla="val 106002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8226919" y="5255480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7080026" y="1761955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438" b="1"/>
          <a:stretch/>
        </p:blipFill>
        <p:spPr>
          <a:xfrm>
            <a:off x="0" y="-1557"/>
            <a:ext cx="9144000" cy="6859557"/>
          </a:xfrm>
          <a:prstGeom prst="rect">
            <a:avLst/>
          </a:prstGeom>
        </p:spPr>
      </p:pic>
      <p:grpSp>
        <p:nvGrpSpPr>
          <p:cNvPr id="10" name="그룹 9"/>
          <p:cNvGrpSpPr/>
          <p:nvPr/>
        </p:nvGrpSpPr>
        <p:grpSpPr>
          <a:xfrm>
            <a:off x="4933950" y="3767135"/>
            <a:ext cx="400050" cy="200025"/>
            <a:chOff x="4933950" y="3767135"/>
            <a:chExt cx="400050" cy="200025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1" name="그룹 10"/>
          <p:cNvGrpSpPr/>
          <p:nvPr/>
        </p:nvGrpSpPr>
        <p:grpSpPr>
          <a:xfrm>
            <a:off x="2019300" y="3757609"/>
            <a:ext cx="400050" cy="200025"/>
            <a:chOff x="4933950" y="3767135"/>
            <a:chExt cx="400050" cy="200025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3" name="그림 1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4" name="그림 1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5" name="그룹 14"/>
          <p:cNvGrpSpPr/>
          <p:nvPr/>
        </p:nvGrpSpPr>
        <p:grpSpPr>
          <a:xfrm>
            <a:off x="7648575" y="3767135"/>
            <a:ext cx="400050" cy="200025"/>
            <a:chOff x="4933950" y="3767135"/>
            <a:chExt cx="400050" cy="200025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8" name="그림 1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9" name="그룹 18"/>
          <p:cNvGrpSpPr/>
          <p:nvPr/>
        </p:nvGrpSpPr>
        <p:grpSpPr>
          <a:xfrm>
            <a:off x="2028825" y="5414960"/>
            <a:ext cx="400050" cy="200025"/>
            <a:chOff x="4933950" y="3767135"/>
            <a:chExt cx="400050" cy="200025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1" name="그림 2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2" name="그림 2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3" name="그룹 22"/>
          <p:cNvGrpSpPr/>
          <p:nvPr/>
        </p:nvGrpSpPr>
        <p:grpSpPr>
          <a:xfrm>
            <a:off x="2019300" y="2271704"/>
            <a:ext cx="400050" cy="200025"/>
            <a:chOff x="4933950" y="3767135"/>
            <a:chExt cx="400050" cy="200025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7" name="그룹 26"/>
          <p:cNvGrpSpPr/>
          <p:nvPr/>
        </p:nvGrpSpPr>
        <p:grpSpPr>
          <a:xfrm>
            <a:off x="3448050" y="2828922"/>
            <a:ext cx="400050" cy="180975"/>
            <a:chOff x="4933950" y="3767135"/>
            <a:chExt cx="400050" cy="180975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29" name="그림 2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30" name="그림 2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37" name="그룹 36"/>
          <p:cNvGrpSpPr/>
          <p:nvPr/>
        </p:nvGrpSpPr>
        <p:grpSpPr>
          <a:xfrm>
            <a:off x="6715125" y="2271702"/>
            <a:ext cx="647700" cy="180977"/>
            <a:chOff x="6715125" y="2271702"/>
            <a:chExt cx="647700" cy="180977"/>
          </a:xfrm>
        </p:grpSpPr>
        <p:grpSp>
          <p:nvGrpSpPr>
            <p:cNvPr id="31" name="그룹 30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32" name="그림 3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3" name="그림 3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4" name="그림 3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35" name="그림 3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36" name="그림 3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38" name="그룹 37"/>
          <p:cNvGrpSpPr/>
          <p:nvPr/>
        </p:nvGrpSpPr>
        <p:grpSpPr>
          <a:xfrm>
            <a:off x="8134350" y="2271702"/>
            <a:ext cx="647700" cy="180977"/>
            <a:chOff x="6715125" y="2271702"/>
            <a:chExt cx="647700" cy="180977"/>
          </a:xfrm>
        </p:grpSpPr>
        <p:grpSp>
          <p:nvGrpSpPr>
            <p:cNvPr id="39" name="그룹 38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2" name="그림 4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3" name="그림 4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4" name="그림 4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1" name="그림 4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45" name="그룹 44"/>
          <p:cNvGrpSpPr/>
          <p:nvPr/>
        </p:nvGrpSpPr>
        <p:grpSpPr>
          <a:xfrm>
            <a:off x="7981950" y="5107768"/>
            <a:ext cx="647700" cy="180977"/>
            <a:chOff x="6715125" y="2271702"/>
            <a:chExt cx="647700" cy="180977"/>
          </a:xfrm>
        </p:grpSpPr>
        <p:grpSp>
          <p:nvGrpSpPr>
            <p:cNvPr id="46" name="그룹 45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9" name="그림 4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0" name="그림 4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1" name="그림 50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7" name="그림 4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8" name="그림 4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52" name="그룹 51"/>
          <p:cNvGrpSpPr/>
          <p:nvPr/>
        </p:nvGrpSpPr>
        <p:grpSpPr>
          <a:xfrm>
            <a:off x="7086600" y="5107767"/>
            <a:ext cx="400050" cy="180975"/>
            <a:chOff x="4933950" y="3767135"/>
            <a:chExt cx="400050" cy="180975"/>
          </a:xfrm>
        </p:grpSpPr>
        <p:pic>
          <p:nvPicPr>
            <p:cNvPr id="53" name="그림 5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4" name="그림 5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5" name="그림 5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56" name="그룹 55"/>
          <p:cNvGrpSpPr/>
          <p:nvPr/>
        </p:nvGrpSpPr>
        <p:grpSpPr>
          <a:xfrm>
            <a:off x="7105650" y="6143622"/>
            <a:ext cx="400050" cy="180975"/>
            <a:chOff x="4933950" y="3767135"/>
            <a:chExt cx="400050" cy="180975"/>
          </a:xfrm>
        </p:grpSpPr>
        <p:pic>
          <p:nvPicPr>
            <p:cNvPr id="57" name="그림 5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8" name="그림 5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9" name="그림 5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0" name="그룹 59"/>
          <p:cNvGrpSpPr/>
          <p:nvPr/>
        </p:nvGrpSpPr>
        <p:grpSpPr>
          <a:xfrm>
            <a:off x="5781675" y="5848347"/>
            <a:ext cx="400050" cy="180975"/>
            <a:chOff x="4933950" y="3767135"/>
            <a:chExt cx="400050" cy="180975"/>
          </a:xfrm>
        </p:grpSpPr>
        <p:pic>
          <p:nvPicPr>
            <p:cNvPr id="61" name="그림 6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2" name="그림 6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3" name="그림 6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4905375" y="6234109"/>
            <a:ext cx="400050" cy="180975"/>
            <a:chOff x="4933950" y="3767135"/>
            <a:chExt cx="400050" cy="180975"/>
          </a:xfrm>
        </p:grpSpPr>
        <p:pic>
          <p:nvPicPr>
            <p:cNvPr id="65" name="그림 6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6" name="그림 6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7" name="그림 6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8" name="그룹 67"/>
          <p:cNvGrpSpPr/>
          <p:nvPr/>
        </p:nvGrpSpPr>
        <p:grpSpPr>
          <a:xfrm>
            <a:off x="4067175" y="5848347"/>
            <a:ext cx="400050" cy="180975"/>
            <a:chOff x="4933950" y="3767135"/>
            <a:chExt cx="400050" cy="180975"/>
          </a:xfrm>
        </p:grpSpPr>
        <p:pic>
          <p:nvPicPr>
            <p:cNvPr id="69" name="그림 6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0" name="그림 6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1" name="그림 7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2" name="그룹 71"/>
          <p:cNvGrpSpPr/>
          <p:nvPr/>
        </p:nvGrpSpPr>
        <p:grpSpPr>
          <a:xfrm>
            <a:off x="2981325" y="4926789"/>
            <a:ext cx="400050" cy="180975"/>
            <a:chOff x="4933950" y="3767135"/>
            <a:chExt cx="400050" cy="180975"/>
          </a:xfrm>
        </p:grpSpPr>
        <p:pic>
          <p:nvPicPr>
            <p:cNvPr id="73" name="그림 7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5" name="그림 7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6" name="그룹 75"/>
          <p:cNvGrpSpPr/>
          <p:nvPr/>
        </p:nvGrpSpPr>
        <p:grpSpPr>
          <a:xfrm>
            <a:off x="1019175" y="4893448"/>
            <a:ext cx="400050" cy="180975"/>
            <a:chOff x="4933950" y="3767135"/>
            <a:chExt cx="400050" cy="180975"/>
          </a:xfrm>
        </p:grpSpPr>
        <p:pic>
          <p:nvPicPr>
            <p:cNvPr id="77" name="그림 7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8" name="그림 7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9" name="그림 7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0" name="그룹 79"/>
          <p:cNvGrpSpPr/>
          <p:nvPr/>
        </p:nvGrpSpPr>
        <p:grpSpPr>
          <a:xfrm>
            <a:off x="4957762" y="4900609"/>
            <a:ext cx="400050" cy="180975"/>
            <a:chOff x="4933950" y="3767135"/>
            <a:chExt cx="400050" cy="180975"/>
          </a:xfrm>
        </p:grpSpPr>
        <p:pic>
          <p:nvPicPr>
            <p:cNvPr id="81" name="그림 8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82" name="그림 8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83" name="그림 8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4" name="그룹 83"/>
          <p:cNvGrpSpPr/>
          <p:nvPr/>
        </p:nvGrpSpPr>
        <p:grpSpPr>
          <a:xfrm>
            <a:off x="747713" y="2262166"/>
            <a:ext cx="647700" cy="180977"/>
            <a:chOff x="6715125" y="2271702"/>
            <a:chExt cx="647700" cy="180977"/>
          </a:xfrm>
        </p:grpSpPr>
        <p:grpSp>
          <p:nvGrpSpPr>
            <p:cNvPr id="85" name="그룹 84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88" name="그림 87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89" name="그림 8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0" name="그림 8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86" name="그림 8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87" name="그림 8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91" name="그룹 90"/>
          <p:cNvGrpSpPr/>
          <p:nvPr/>
        </p:nvGrpSpPr>
        <p:grpSpPr>
          <a:xfrm>
            <a:off x="652463" y="3487316"/>
            <a:ext cx="647700" cy="180977"/>
            <a:chOff x="6715125" y="2271702"/>
            <a:chExt cx="647700" cy="180977"/>
          </a:xfrm>
        </p:grpSpPr>
        <p:grpSp>
          <p:nvGrpSpPr>
            <p:cNvPr id="92" name="그룹 91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95" name="그림 94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6" name="그림 95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7" name="그림 96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93" name="그림 9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94" name="그림 9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614363" y="2262158"/>
            <a:ext cx="171450" cy="180975"/>
          </a:xfrm>
          <a:prstGeom prst="rect">
            <a:avLst/>
          </a:prstGeom>
        </p:spPr>
      </p:pic>
      <p:sp>
        <p:nvSpPr>
          <p:cNvPr id="99" name="직사각형 98"/>
          <p:cNvSpPr/>
          <p:nvPr/>
        </p:nvSpPr>
        <p:spPr>
          <a:xfrm>
            <a:off x="4724399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/>
          <p:cNvSpPr/>
          <p:nvPr/>
        </p:nvSpPr>
        <p:spPr>
          <a:xfrm>
            <a:off x="7410450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/>
          <p:cNvSpPr/>
          <p:nvPr/>
        </p:nvSpPr>
        <p:spPr>
          <a:xfrm>
            <a:off x="1819351" y="2849138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/>
          <p:cNvSpPr/>
          <p:nvPr/>
        </p:nvSpPr>
        <p:spPr>
          <a:xfrm>
            <a:off x="1809826" y="1344181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818507" y="4487439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667632" y="284913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677157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/>
          <p:cNvSpPr/>
          <p:nvPr/>
        </p:nvSpPr>
        <p:spPr>
          <a:xfrm>
            <a:off x="919163" y="4245755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/>
          <p:cNvSpPr/>
          <p:nvPr/>
        </p:nvSpPr>
        <p:spPr>
          <a:xfrm>
            <a:off x="2888015" y="425168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/>
          <p:cNvSpPr/>
          <p:nvPr/>
        </p:nvSpPr>
        <p:spPr>
          <a:xfrm>
            <a:off x="4808184" y="555307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그림 109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895850" y="6205534"/>
            <a:ext cx="171450" cy="180975"/>
          </a:xfrm>
          <a:prstGeom prst="rect">
            <a:avLst/>
          </a:prstGeom>
        </p:spPr>
      </p:pic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171950" y="5828086"/>
            <a:ext cx="171450" cy="180975"/>
          </a:xfrm>
          <a:prstGeom prst="rect">
            <a:avLst/>
          </a:prstGeom>
        </p:spPr>
      </p:pic>
      <p:pic>
        <p:nvPicPr>
          <p:cNvPr id="112" name="그림 111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295775" y="5829296"/>
            <a:ext cx="171450" cy="180975"/>
          </a:xfrm>
          <a:prstGeom prst="rect">
            <a:avLst/>
          </a:prstGeom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371975" y="5847137"/>
            <a:ext cx="171450" cy="180975"/>
          </a:xfrm>
          <a:prstGeom prst="rect">
            <a:avLst/>
          </a:prstGeom>
        </p:spPr>
      </p:pic>
      <p:pic>
        <p:nvPicPr>
          <p:cNvPr id="114" name="그림 113"/>
          <p:cNvPicPr>
            <a:picLocks noChangeAspect="1"/>
          </p:cNvPicPr>
          <p:nvPr/>
        </p:nvPicPr>
        <p:blipFill rotWithShape="1">
          <a:blip r:embed="rId2"/>
          <a:srcRect l="43021" t="89817" r="48541" b="8964"/>
          <a:stretch/>
        </p:blipFill>
        <p:spPr>
          <a:xfrm>
            <a:off x="3777543" y="6029322"/>
            <a:ext cx="1028700" cy="114300"/>
          </a:xfrm>
          <a:prstGeom prst="rect">
            <a:avLst/>
          </a:prstGeom>
        </p:spPr>
      </p:pic>
      <p:pic>
        <p:nvPicPr>
          <p:cNvPr id="115" name="그림 114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2000" y="5629266"/>
            <a:ext cx="236183" cy="238125"/>
          </a:xfrm>
          <a:prstGeom prst="rect">
            <a:avLst/>
          </a:prstGeom>
        </p:spPr>
      </p:pic>
      <p:pic>
        <p:nvPicPr>
          <p:cNvPr id="116" name="그림 115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9584" y="5799510"/>
            <a:ext cx="229571" cy="238125"/>
          </a:xfrm>
          <a:prstGeom prst="rect">
            <a:avLst/>
          </a:prstGeom>
        </p:spPr>
      </p:pic>
      <p:pic>
        <p:nvPicPr>
          <p:cNvPr id="117" name="그림 116"/>
          <p:cNvPicPr>
            <a:picLocks noChangeAspect="1"/>
          </p:cNvPicPr>
          <p:nvPr/>
        </p:nvPicPr>
        <p:blipFill rotWithShape="1">
          <a:blip r:embed="rId2"/>
          <a:srcRect l="68126" t="85368" r="29895" b="11516"/>
          <a:stretch/>
        </p:blipFill>
        <p:spPr>
          <a:xfrm>
            <a:off x="4477721" y="5819771"/>
            <a:ext cx="180975" cy="219075"/>
          </a:xfrm>
          <a:prstGeom prst="rect">
            <a:avLst/>
          </a:prstGeom>
        </p:spPr>
      </p:pic>
      <p:sp>
        <p:nvSpPr>
          <p:cNvPr id="108" name="직사각형 107"/>
          <p:cNvSpPr/>
          <p:nvPr/>
        </p:nvSpPr>
        <p:spPr>
          <a:xfrm>
            <a:off x="3939469" y="5189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/>
          <p:cNvSpPr/>
          <p:nvPr/>
        </p:nvSpPr>
        <p:spPr>
          <a:xfrm>
            <a:off x="5674959" y="519112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/>
          <p:cNvSpPr/>
          <p:nvPr/>
        </p:nvSpPr>
        <p:spPr>
          <a:xfrm>
            <a:off x="4808184" y="424694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/>
          <p:nvPr/>
        </p:nvSpPr>
        <p:spPr>
          <a:xfrm>
            <a:off x="3323166" y="2153237"/>
            <a:ext cx="632531" cy="655423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6692194" y="159839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/>
          <p:cNvSpPr/>
          <p:nvPr/>
        </p:nvSpPr>
        <p:spPr>
          <a:xfrm>
            <a:off x="8141934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직사각형 122"/>
          <p:cNvSpPr/>
          <p:nvPr/>
        </p:nvSpPr>
        <p:spPr>
          <a:xfrm>
            <a:off x="6998934" y="442590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/>
          <p:cNvSpPr/>
          <p:nvPr/>
        </p:nvSpPr>
        <p:spPr>
          <a:xfrm>
            <a:off x="7989534" y="4432703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/>
          <p:cNvSpPr/>
          <p:nvPr/>
        </p:nvSpPr>
        <p:spPr>
          <a:xfrm>
            <a:off x="6998934" y="549592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/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solidFill>
            <a:srgbClr val="1F28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/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>
                <a:solidFill>
                  <a:srgbClr val="ECEDF1"/>
                </a:solidFill>
                <a:latin typeface="KoddiUD 온고딕 Regular"/>
              </a:rPr>
              <a:t>인물 관계도</a:t>
            </a:r>
          </a:p>
        </p:txBody>
      </p:sp>
      <p:pic>
        <p:nvPicPr>
          <p:cNvPr id="129" name="그림 128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763465" y="2849139"/>
            <a:ext cx="715671" cy="9131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479846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</TotalTime>
  <Words>603</Words>
  <Application>Microsoft Office PowerPoint</Application>
  <PresentationFormat>화면 슬라이드 쇼(4:3)</PresentationFormat>
  <Paragraphs>193</Paragraphs>
  <Slides>11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충북대70주년체 Regular</vt:lpstr>
      <vt:lpstr>KoddiUD 온고딕 Regular</vt:lpstr>
      <vt:lpstr>GalmuriMono7 Regular</vt:lpstr>
      <vt:lpstr>Yu Gothic UI</vt:lpstr>
      <vt:lpstr>맑은 고딕</vt:lpstr>
      <vt:lpstr>Calibri</vt:lpstr>
      <vt:lpstr>넥슨Lv2고딕 OTF Light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193</cp:revision>
  <dcterms:created xsi:type="dcterms:W3CDTF">2026-01-12T05:12:27Z</dcterms:created>
  <dcterms:modified xsi:type="dcterms:W3CDTF">2026-01-22T04:48:57Z</dcterms:modified>
  <cp:version/>
</cp:coreProperties>
</file>