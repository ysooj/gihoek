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"/>
  </p:notesMasterIdLst>
  <p:sldIdLst>
    <p:sldId id="296" r:id="rId2"/>
    <p:sldId id="303" r:id="rId3"/>
    <p:sldId id="304" r:id="rId4"/>
    <p:sldId id="305" r:id="rId5"/>
    <p:sldId id="297" r:id="rId6"/>
    <p:sldId id="298" r:id="rId7"/>
    <p:sldId id="301" r:id="rId8"/>
    <p:sldId id="306" r:id="rId9"/>
    <p:sldId id="307" r:id="rId10"/>
    <p:sldId id="299" r:id="rId11"/>
  </p:sldIdLst>
  <p:sldSz cx="9144000" cy="6858000" type="screen4x3"/>
  <p:notesSz cx="6858000" cy="9144000"/>
  <p:embeddedFontLst>
    <p:embeddedFont>
      <p:font typeface="맑은 고딕" panose="020B0503020000020004" pitchFamily="50" charset="-127"/>
      <p:regular r:id="rId13"/>
      <p:bold r:id="rId14"/>
    </p:embeddedFont>
    <p:embeddedFont>
      <p:font typeface="GalmuriMono7 Regular" panose="020B0600000101010101" charset="-127"/>
      <p:regular r:id="rId15"/>
    </p:embeddedFont>
    <p:embeddedFont>
      <p:font typeface="넥슨Lv2고딕 OTF Light" panose="00000300000000000000" pitchFamily="50" charset="-127"/>
      <p:regular r:id="rId16"/>
    </p:embeddedFont>
    <p:embeddedFont>
      <p:font typeface="Calibri" panose="020F0502020204030204" pitchFamily="34" charset="0"/>
      <p:regular r:id="rId17"/>
      <p:bold r:id="rId18"/>
      <p:italic r:id="rId19"/>
      <p:boldItalic r:id="rId20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6F78"/>
    <a:srgbClr val="EB657E"/>
    <a:srgbClr val="ECEDF1"/>
    <a:srgbClr val="1E0D20"/>
    <a:srgbClr val="554540"/>
    <a:srgbClr val="483430"/>
    <a:srgbClr val="FFFFFF"/>
    <a:srgbClr val="8E8690"/>
    <a:srgbClr val="B7AD7C"/>
    <a:srgbClr val="947E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0E6EBE-1A7F-4A76-B6DA-04C668EF27A4}" v="149" dt="2026-01-19T14:49:19.6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19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434" y="114"/>
      </p:cViewPr>
      <p:guideLst>
        <p:guide orient="horz" pos="215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">
      <pc:chgData name="musukie52@gmail.com" userId="017bd91f96aa8751" providerId="LiveId" clId="{5B2C3894-F97E-4CAB-8812-5BB4D83AAC6A}" dt="2026-01-19T14:50:05.102" v="1842" actId="478"/>
      <pc:docMkLst>
        <pc:docMk/>
      </pc:docMkLst>
      <pc:sldChg chg="addSp delSp modSp mod">
        <pc:chgData name="musukie52@gmail.com" userId="017bd91f96aa8751" providerId="LiveId" clId="{5B2C3894-F97E-4CAB-8812-5BB4D83AAC6A}" dt="2026-01-19T10:10:23.456" v="608" actId="478"/>
        <pc:sldMkLst>
          <pc:docMk/>
          <pc:sldMk cId="761492686" sldId="296"/>
        </pc:sldMkLst>
        <pc:spChg chg="add del mod">
          <ac:chgData name="musukie52@gmail.com" userId="017bd91f96aa8751" providerId="LiveId" clId="{5B2C3894-F97E-4CAB-8812-5BB4D83AAC6A}" dt="2026-01-19T10:04:25.102" v="403" actId="478"/>
          <ac:spMkLst>
            <pc:docMk/>
            <pc:sldMk cId="761492686" sldId="296"/>
            <ac:spMk id="2" creationId="{7E460248-77F7-C9DA-A5C8-BC8CD242285B}"/>
          </ac:spMkLst>
        </pc:spChg>
        <pc:spChg chg="add del mod">
          <ac:chgData name="musukie52@gmail.com" userId="017bd91f96aa8751" providerId="LiveId" clId="{5B2C3894-F97E-4CAB-8812-5BB4D83AAC6A}" dt="2026-01-19T10:05:07.303" v="436" actId="478"/>
          <ac:spMkLst>
            <pc:docMk/>
            <pc:sldMk cId="761492686" sldId="296"/>
            <ac:spMk id="3" creationId="{E26FAD52-67A1-7C19-64F5-3B48502B8036}"/>
          </ac:spMkLst>
        </pc:spChg>
        <pc:spChg chg="add del mod ord">
          <ac:chgData name="musukie52@gmail.com" userId="017bd91f96aa8751" providerId="LiveId" clId="{5B2C3894-F97E-4CAB-8812-5BB4D83AAC6A}" dt="2026-01-19T10:06:19.573" v="545" actId="478"/>
          <ac:spMkLst>
            <pc:docMk/>
            <pc:sldMk cId="761492686" sldId="296"/>
            <ac:spMk id="5" creationId="{7626696D-4DFE-B8AA-92D8-C63D05C02452}"/>
          </ac:spMkLst>
        </pc:spChg>
        <pc:spChg chg="add mod">
          <ac:chgData name="musukie52@gmail.com" userId="017bd91f96aa8751" providerId="LiveId" clId="{5B2C3894-F97E-4CAB-8812-5BB4D83AAC6A}" dt="2026-01-19T10:04:35.649" v="429" actId="122"/>
          <ac:spMkLst>
            <pc:docMk/>
            <pc:sldMk cId="761492686" sldId="296"/>
            <ac:spMk id="6" creationId="{6A08E2DD-842E-F7A4-42D1-0477A57288AB}"/>
          </ac:spMkLst>
        </pc:spChg>
        <pc:spChg chg="add del mod ord">
          <ac:chgData name="musukie52@gmail.com" userId="017bd91f96aa8751" providerId="LiveId" clId="{5B2C3894-F97E-4CAB-8812-5BB4D83AAC6A}" dt="2026-01-19T10:07:32.302" v="602" actId="478"/>
          <ac:spMkLst>
            <pc:docMk/>
            <pc:sldMk cId="761492686" sldId="296"/>
            <ac:spMk id="7" creationId="{19E13054-AB71-84D5-D98A-E24632CC08F6}"/>
          </ac:spMkLst>
        </pc:spChg>
        <pc:spChg chg="add del mod ord">
          <ac:chgData name="musukie52@gmail.com" userId="017bd91f96aa8751" providerId="LiveId" clId="{5B2C3894-F97E-4CAB-8812-5BB4D83AAC6A}" dt="2026-01-19T10:06:50.854" v="578" actId="478"/>
          <ac:spMkLst>
            <pc:docMk/>
            <pc:sldMk cId="761492686" sldId="296"/>
            <ac:spMk id="8" creationId="{7DC1FFB7-9F45-4312-977A-C442C77D9B4E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9" creationId="{EF0782FA-CDD1-8048-98EB-6BFEA83F9618}"/>
          </ac:spMkLst>
        </pc:spChg>
        <pc:spChg chg="add mod">
          <ac:chgData name="musukie52@gmail.com" userId="017bd91f96aa8751" providerId="LiveId" clId="{5B2C3894-F97E-4CAB-8812-5BB4D83AAC6A}" dt="2026-01-19T09:52:27.408" v="272" actId="1076"/>
          <ac:spMkLst>
            <pc:docMk/>
            <pc:sldMk cId="761492686" sldId="296"/>
            <ac:spMk id="10" creationId="{A36D49DF-1561-B345-DD6B-C0117F7A46AD}"/>
          </ac:spMkLst>
        </pc:spChg>
        <pc:spChg chg="add mod">
          <ac:chgData name="musukie52@gmail.com" userId="017bd91f96aa8751" providerId="LiveId" clId="{5B2C3894-F97E-4CAB-8812-5BB4D83AAC6A}" dt="2026-01-19T09:52:31.303" v="274" actId="1076"/>
          <ac:spMkLst>
            <pc:docMk/>
            <pc:sldMk cId="761492686" sldId="296"/>
            <ac:spMk id="11" creationId="{0E841352-18C6-102B-6D94-DF4B80ECD52B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12" creationId="{8F354DB6-03CF-7D76-06AD-D957427E5A00}"/>
          </ac:spMkLst>
        </pc:spChg>
        <pc:spChg chg="add mod">
          <ac:chgData name="musukie52@gmail.com" userId="017bd91f96aa8751" providerId="LiveId" clId="{5B2C3894-F97E-4CAB-8812-5BB4D83AAC6A}" dt="2026-01-19T09:53:11.301" v="281" actId="1076"/>
          <ac:spMkLst>
            <pc:docMk/>
            <pc:sldMk cId="761492686" sldId="296"/>
            <ac:spMk id="13" creationId="{D65B2D55-DD39-719C-5603-41E66EFAC2BC}"/>
          </ac:spMkLst>
        </pc:spChg>
        <pc:spChg chg="add mod">
          <ac:chgData name="musukie52@gmail.com" userId="017bd91f96aa8751" providerId="LiveId" clId="{5B2C3894-F97E-4CAB-8812-5BB4D83AAC6A}" dt="2026-01-19T09:53:08.113" v="280" actId="1076"/>
          <ac:spMkLst>
            <pc:docMk/>
            <pc:sldMk cId="761492686" sldId="296"/>
            <ac:spMk id="14" creationId="{5F5EEFB5-55D6-D64F-D794-8FD1F6E99153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15" creationId="{E010CE59-F309-12EE-F7BD-679861918776}"/>
          </ac:spMkLst>
        </pc:spChg>
        <pc:spChg chg="add mod">
          <ac:chgData name="musukie52@gmail.com" userId="017bd91f96aa8751" providerId="LiveId" clId="{5B2C3894-F97E-4CAB-8812-5BB4D83AAC6A}" dt="2026-01-19T09:53:45.346" v="285" actId="1076"/>
          <ac:spMkLst>
            <pc:docMk/>
            <pc:sldMk cId="761492686" sldId="296"/>
            <ac:spMk id="16" creationId="{D856C02E-AFC1-6E99-17DE-2EDA597260DA}"/>
          </ac:spMkLst>
        </pc:spChg>
        <pc:spChg chg="add mod">
          <ac:chgData name="musukie52@gmail.com" userId="017bd91f96aa8751" providerId="LiveId" clId="{5B2C3894-F97E-4CAB-8812-5BB4D83AAC6A}" dt="2026-01-19T09:54:38.890" v="289" actId="207"/>
          <ac:spMkLst>
            <pc:docMk/>
            <pc:sldMk cId="761492686" sldId="296"/>
            <ac:spMk id="17" creationId="{E195459B-8BF4-A361-3194-6C16C9CC9982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18" creationId="{A015BE95-DF84-B4AD-998D-006473670CCF}"/>
          </ac:spMkLst>
        </pc:spChg>
        <pc:spChg chg="add mod">
          <ac:chgData name="musukie52@gmail.com" userId="017bd91f96aa8751" providerId="LiveId" clId="{5B2C3894-F97E-4CAB-8812-5BB4D83AAC6A}" dt="2026-01-19T09:54:58.311" v="293" actId="1076"/>
          <ac:spMkLst>
            <pc:docMk/>
            <pc:sldMk cId="761492686" sldId="296"/>
            <ac:spMk id="19" creationId="{F051A929-FC85-6BE3-3DBD-083F30D4130D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22" creationId="{3678F973-B895-D0E2-8E66-8EF5F155FD10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23" creationId="{6A99C126-255B-3559-4283-F1A3C0DCC254}"/>
          </ac:spMkLst>
        </pc:spChg>
        <pc:spChg chg="add mod">
          <ac:chgData name="musukie52@gmail.com" userId="017bd91f96aa8751" providerId="LiveId" clId="{5B2C3894-F97E-4CAB-8812-5BB4D83AAC6A}" dt="2026-01-19T10:02:07.797" v="383" actId="1076"/>
          <ac:spMkLst>
            <pc:docMk/>
            <pc:sldMk cId="761492686" sldId="296"/>
            <ac:spMk id="24" creationId="{15BB6873-4DF1-041D-A8DC-F0D408BD5093}"/>
          </ac:spMkLst>
        </pc:spChg>
        <pc:spChg chg="add mod">
          <ac:chgData name="musukie52@gmail.com" userId="017bd91f96aa8751" providerId="LiveId" clId="{5B2C3894-F97E-4CAB-8812-5BB4D83AAC6A}" dt="2026-01-19T10:01:24.279" v="373" actId="1076"/>
          <ac:spMkLst>
            <pc:docMk/>
            <pc:sldMk cId="761492686" sldId="296"/>
            <ac:spMk id="25" creationId="{1DA93A5B-C907-0CBB-8276-321BFA7C9F7B}"/>
          </ac:spMkLst>
        </pc:spChg>
        <pc:spChg chg="add del mod">
          <ac:chgData name="musukie52@gmail.com" userId="017bd91f96aa8751" providerId="LiveId" clId="{5B2C3894-F97E-4CAB-8812-5BB4D83AAC6A}" dt="2026-01-19T09:55:37.672" v="305" actId="478"/>
          <ac:spMkLst>
            <pc:docMk/>
            <pc:sldMk cId="761492686" sldId="296"/>
            <ac:spMk id="26" creationId="{178270BF-15A4-B702-CDC4-6A6E0C848A09}"/>
          </ac:spMkLst>
        </pc:spChg>
        <pc:spChg chg="add mod">
          <ac:chgData name="musukie52@gmail.com" userId="017bd91f96aa8751" providerId="LiveId" clId="{5B2C3894-F97E-4CAB-8812-5BB4D83AAC6A}" dt="2026-01-19T10:01:43.846" v="379" actId="1035"/>
          <ac:spMkLst>
            <pc:docMk/>
            <pc:sldMk cId="761492686" sldId="296"/>
            <ac:spMk id="27" creationId="{B5A3528E-442E-A34F-0B8B-D5B03E837EA6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28" creationId="{B949E56F-E485-BE0F-EDF1-61EE6855B255}"/>
          </ac:spMkLst>
        </pc:spChg>
        <pc:spChg chg="add mod">
          <ac:chgData name="musukie52@gmail.com" userId="017bd91f96aa8751" providerId="LiveId" clId="{5B2C3894-F97E-4CAB-8812-5BB4D83AAC6A}" dt="2026-01-19T10:03:37.382" v="396" actId="1035"/>
          <ac:spMkLst>
            <pc:docMk/>
            <pc:sldMk cId="761492686" sldId="296"/>
            <ac:spMk id="29" creationId="{F3CA1A1A-BD13-9771-0555-31983DA33834}"/>
          </ac:spMkLst>
        </pc:spChg>
        <pc:spChg chg="add mod">
          <ac:chgData name="musukie52@gmail.com" userId="017bd91f96aa8751" providerId="LiveId" clId="{5B2C3894-F97E-4CAB-8812-5BB4D83AAC6A}" dt="2026-01-19T09:56:39.735" v="317" actId="1076"/>
          <ac:spMkLst>
            <pc:docMk/>
            <pc:sldMk cId="761492686" sldId="296"/>
            <ac:spMk id="30" creationId="{071204C7-16D6-E165-F9D8-68A64DA904D4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31" creationId="{B91D7B22-3055-2060-EE1A-1F18761B34C5}"/>
          </ac:spMkLst>
        </pc:spChg>
        <pc:spChg chg="add del mod">
          <ac:chgData name="musukie52@gmail.com" userId="017bd91f96aa8751" providerId="LiveId" clId="{5B2C3894-F97E-4CAB-8812-5BB4D83AAC6A}" dt="2026-01-19T10:00:24.369" v="362" actId="478"/>
          <ac:spMkLst>
            <pc:docMk/>
            <pc:sldMk cId="761492686" sldId="296"/>
            <ac:spMk id="33" creationId="{EF4160F5-887C-C4AC-F513-305B02B02244}"/>
          </ac:spMkLst>
        </pc:spChg>
        <pc:spChg chg="add del mod">
          <ac:chgData name="musukie52@gmail.com" userId="017bd91f96aa8751" providerId="LiveId" clId="{5B2C3894-F97E-4CAB-8812-5BB4D83AAC6A}" dt="2026-01-19T10:01:17.109" v="372" actId="478"/>
          <ac:spMkLst>
            <pc:docMk/>
            <pc:sldMk cId="761492686" sldId="296"/>
            <ac:spMk id="34" creationId="{200F16A9-36AE-DC73-796B-796E443BCA14}"/>
          </ac:spMkLst>
        </pc:spChg>
        <pc:spChg chg="add mod">
          <ac:chgData name="musukie52@gmail.com" userId="017bd91f96aa8751" providerId="LiveId" clId="{5B2C3894-F97E-4CAB-8812-5BB4D83AAC6A}" dt="2026-01-19T09:57:30.890" v="325" actId="1076"/>
          <ac:spMkLst>
            <pc:docMk/>
            <pc:sldMk cId="761492686" sldId="296"/>
            <ac:spMk id="44" creationId="{E075C075-863D-4C94-4832-728605709C7C}"/>
          </ac:spMkLst>
        </pc:spChg>
        <pc:spChg chg="add mod">
          <ac:chgData name="musukie52@gmail.com" userId="017bd91f96aa8751" providerId="LiveId" clId="{5B2C3894-F97E-4CAB-8812-5BB4D83AAC6A}" dt="2026-01-19T09:57:50.596" v="331" actId="1038"/>
          <ac:spMkLst>
            <pc:docMk/>
            <pc:sldMk cId="761492686" sldId="296"/>
            <ac:spMk id="45" creationId="{8EB39C2F-9AEC-BF5B-6DD9-8A9A958BE704}"/>
          </ac:spMkLst>
        </pc:spChg>
        <pc:spChg chg="add mod">
          <ac:chgData name="musukie52@gmail.com" userId="017bd91f96aa8751" providerId="LiveId" clId="{5B2C3894-F97E-4CAB-8812-5BB4D83AAC6A}" dt="2026-01-19T10:00:59.256" v="368" actId="1035"/>
          <ac:spMkLst>
            <pc:docMk/>
            <pc:sldMk cId="761492686" sldId="296"/>
            <ac:spMk id="46" creationId="{745C4CB9-663A-D4EE-D1C7-5254CBC10BC6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47" creationId="{8B0003D7-B9FE-9E27-DC11-4448F1EFCE9B}"/>
          </ac:spMkLst>
        </pc:spChg>
        <pc:spChg chg="add del mod">
          <ac:chgData name="musukie52@gmail.com" userId="017bd91f96aa8751" providerId="LiveId" clId="{5B2C3894-F97E-4CAB-8812-5BB4D83AAC6A}" dt="2026-01-19T10:00:23.054" v="361" actId="478"/>
          <ac:spMkLst>
            <pc:docMk/>
            <pc:sldMk cId="761492686" sldId="296"/>
            <ac:spMk id="48" creationId="{C591C77D-2403-7943-81FF-4708606036E6}"/>
          </ac:spMkLst>
        </pc:spChg>
        <pc:spChg chg="add mod">
          <ac:chgData name="musukie52@gmail.com" userId="017bd91f96aa8751" providerId="LiveId" clId="{5B2C3894-F97E-4CAB-8812-5BB4D83AAC6A}" dt="2026-01-19T09:59:48.330" v="354" actId="1076"/>
          <ac:spMkLst>
            <pc:docMk/>
            <pc:sldMk cId="761492686" sldId="296"/>
            <ac:spMk id="49" creationId="{D604580C-7B02-6525-6A2B-C8474BFB0259}"/>
          </ac:spMkLst>
        </pc:spChg>
        <pc:spChg chg="add mod">
          <ac:chgData name="musukie52@gmail.com" userId="017bd91f96aa8751" providerId="LiveId" clId="{5B2C3894-F97E-4CAB-8812-5BB4D83AAC6A}" dt="2026-01-19T10:00:26.318" v="363"/>
          <ac:spMkLst>
            <pc:docMk/>
            <pc:sldMk cId="761492686" sldId="296"/>
            <ac:spMk id="50" creationId="{B4B0D09F-A1DC-A188-B36C-15D02FB0080C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51" creationId="{0BA42BE4-8555-45CA-64FB-38EDA60D3E22}"/>
          </ac:spMkLst>
        </pc:spChg>
        <pc:spChg chg="add mod">
          <ac:chgData name="musukie52@gmail.com" userId="017bd91f96aa8751" providerId="LiveId" clId="{5B2C3894-F97E-4CAB-8812-5BB4D83AAC6A}" dt="2026-01-19T10:02:15.953" v="385" actId="1076"/>
          <ac:spMkLst>
            <pc:docMk/>
            <pc:sldMk cId="761492686" sldId="296"/>
            <ac:spMk id="52" creationId="{221EC8A6-642F-25B2-F25C-D95F518626B4}"/>
          </ac:spMkLst>
        </pc:spChg>
        <pc:spChg chg="add mod">
          <ac:chgData name="musukie52@gmail.com" userId="017bd91f96aa8751" providerId="LiveId" clId="{5B2C3894-F97E-4CAB-8812-5BB4D83AAC6A}" dt="2026-01-19T10:02:27.673" v="388" actId="1076"/>
          <ac:spMkLst>
            <pc:docMk/>
            <pc:sldMk cId="761492686" sldId="296"/>
            <ac:spMk id="53" creationId="{3BC91559-FA44-EE6F-0211-BC3319ACF082}"/>
          </ac:spMkLst>
        </pc:spChg>
        <pc:spChg chg="add mod">
          <ac:chgData name="musukie52@gmail.com" userId="017bd91f96aa8751" providerId="LiveId" clId="{5B2C3894-F97E-4CAB-8812-5BB4D83AAC6A}" dt="2026-01-19T10:02:41.074" v="390" actId="1076"/>
          <ac:spMkLst>
            <pc:docMk/>
            <pc:sldMk cId="761492686" sldId="296"/>
            <ac:spMk id="54" creationId="{D33CE699-1A86-5CEE-5954-1FA4C0AB1AA8}"/>
          </ac:spMkLst>
        </pc:spChg>
        <pc:spChg chg="add mod">
          <ac:chgData name="musukie52@gmail.com" userId="017bd91f96aa8751" providerId="LiveId" clId="{5B2C3894-F97E-4CAB-8812-5BB4D83AAC6A}" dt="2026-01-19T10:02:58.126" v="393" actId="1076"/>
          <ac:spMkLst>
            <pc:docMk/>
            <pc:sldMk cId="761492686" sldId="296"/>
            <ac:spMk id="55" creationId="{13DE9BDD-97D1-8CD0-F5C2-9E699A4650D4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57" creationId="{FFE33DAA-5364-3E92-72FE-FB526DB58763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58" creationId="{FA5D8FEC-4ADE-3363-5DA4-7B1D3A8D8AC9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62" creationId="{9E09CD82-518F-F6F8-F4BD-406A8C85F1AF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63" creationId="{0F52318F-D4EB-7C96-BD12-C2CD83850858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65" creationId="{93CAAFCA-066D-E1EE-F6A7-189103B5E20D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68" creationId="{A9EED15D-47B0-3C63-8323-EAEB722383B2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73" creationId="{EA0CFDEE-1ABC-9B2F-A875-4D0ABEB30B01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75" creationId="{207333A6-BBAB-862F-D4DA-AE5719E2CCED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78" creationId="{3AD9362F-958D-8F49-F73E-D343E3B7E371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83" creationId="{EB893E93-E7D3-6E42-E313-7875BA25604D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87" creationId="{906DE364-15D7-1642-381C-614D23785E09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88" creationId="{63C33AB2-9BFC-8BB2-EBFF-E27C4B0469CB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92" creationId="{EB264319-63D4-C3A3-E36A-FBA9A30C8F97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97" creationId="{C35C606C-68FA-39C3-2810-54AEC2FEE4A3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98" creationId="{8C5826E7-307C-1ADF-C46C-0EBCDB2F474E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00" creationId="{1235FDBD-4C16-7AFB-BE52-2F7112F7C614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06" creationId="{135E4E48-C653-0CA1-FE52-5ECB2FB7BB51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09" creationId="{9AC216E4-5C1E-3427-A311-B4FE196B5C39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10" creationId="{B4566968-9C91-B935-E848-C8F7D10A9011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17" creationId="{1C73CFCF-02F4-757F-B210-CF7255EF5CD8}"/>
          </ac:spMkLst>
        </pc:spChg>
        <pc:spChg chg="mod">
          <ac:chgData name="musukie52@gmail.com" userId="017bd91f96aa8751" providerId="LiveId" clId="{5B2C3894-F97E-4CAB-8812-5BB4D83AAC6A}" dt="2026-01-19T10:04:31.612" v="428" actId="20577"/>
          <ac:spMkLst>
            <pc:docMk/>
            <pc:sldMk cId="761492686" sldId="296"/>
            <ac:spMk id="120" creationId="{2CCCEC11-0B33-7909-4BC6-C71C052D0FB1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2" creationId="{3FD2BC33-F286-FDBF-D8B7-B52E1F2B503D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4" creationId="{CEA7CFB9-7865-A493-C6D6-51793D738532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5" creationId="{DCAAF321-621F-E729-EF1D-20B35744C92F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7" creationId="{EE80BB42-A8E0-B3CC-5343-A92C555EB067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8" creationId="{578FB91E-CB76-E0CB-8779-A1B75F31B94C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35" creationId="{4A4EA7D7-0719-3C0B-C503-A83BEA93F354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36" creationId="{5DC83ABC-FEE6-2646-F253-48F074BFDA10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37" creationId="{F07426A2-A0F1-3E4B-FB48-9A93366472E3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46" creationId="{175E8A6D-F54C-889E-A201-0BF8C58ED260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48" creationId="{66A73602-EA6D-A1A5-9E85-38BDB2C7B60A}"/>
          </ac:spMkLst>
        </pc:spChg>
        <pc:spChg chg="mod">
          <ac:chgData name="musukie52@gmail.com" userId="017bd91f96aa8751" providerId="LiveId" clId="{5B2C3894-F97E-4CAB-8812-5BB4D83AAC6A}" dt="2026-01-19T10:05:41.238" v="506" actId="20577"/>
          <ac:spMkLst>
            <pc:docMk/>
            <pc:sldMk cId="761492686" sldId="296"/>
            <ac:spMk id="152" creationId="{F735A11B-06B1-CD7F-C8E7-DE7962CA0CA5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57" creationId="{7B92F1B6-3E1D-B667-5628-230F6C31507D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63" creationId="{A4C39B4D-04DC-1754-1DD9-C05E9BE98354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65" creationId="{D451205B-7F74-13BB-ADF0-D90B905A0E2F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66" creationId="{CD3F8002-48D0-4C5C-855B-DAE7630B28DE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68" creationId="{98230DBE-09C2-0E27-C022-E4036EA17197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73" creationId="{7B4B0C7D-518D-29E3-343A-0E07AE1C7E3F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74" creationId="{ACF980C4-CA41-7C80-E0A3-659B65BA305D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75" creationId="{66AEE36B-1638-A6A7-FD77-482117DA4292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76" creationId="{DAB8E881-50FA-EB90-B849-AB6F04065822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81" creationId="{9A21DC17-7479-BDDC-F765-6826C853B216}"/>
          </ac:spMkLst>
        </pc:spChg>
        <pc:spChg chg="mod">
          <ac:chgData name="musukie52@gmail.com" userId="017bd91f96aa8751" providerId="LiveId" clId="{5B2C3894-F97E-4CAB-8812-5BB4D83AAC6A}" dt="2026-01-19T10:06:29.095" v="562" actId="20577"/>
          <ac:spMkLst>
            <pc:docMk/>
            <pc:sldMk cId="761492686" sldId="296"/>
            <ac:spMk id="184" creationId="{DC538617-AB0C-8D73-522F-8529332ED0CC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87" creationId="{9E49D6FE-3E1A-2DDE-9C0B-2B96888E9E83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89" creationId="{1B0AD318-572F-3247-28CB-8574FEF01176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90" creationId="{13CF2E18-E4DD-572C-CF79-72165CADAAAA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93" creationId="{A14640D8-B63A-E026-3A56-D6A4D540830C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97" creationId="{6CB2DEFB-9A3F-F02A-BC2D-BFC131BDD59F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00" creationId="{71E41996-BABA-281D-54C8-9D5938656636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03" creationId="{8F2956E3-630E-2E50-C38D-AFA0AA622848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05" creationId="{A930CFE9-DFC1-F2F9-D9E9-4F0167F95266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06" creationId="{5DD11ADD-E2D4-AC34-B580-31FEEA370F7B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14" creationId="{5A07B1A3-F84C-3F5E-F48C-661A6B481A38}"/>
          </ac:spMkLst>
        </pc:spChg>
        <pc:spChg chg="mod">
          <ac:chgData name="musukie52@gmail.com" userId="017bd91f96aa8751" providerId="LiveId" clId="{5B2C3894-F97E-4CAB-8812-5BB4D83AAC6A}" dt="2026-01-19T10:06:42.934" v="576" actId="1076"/>
          <ac:spMkLst>
            <pc:docMk/>
            <pc:sldMk cId="761492686" sldId="296"/>
            <ac:spMk id="216" creationId="{6C007F75-318B-9121-C857-6339A71EB755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18" creationId="{C2CF363E-47AF-F47A-C76B-09535E6E05CD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20" creationId="{27E3F194-6797-70DB-252A-9607947CFF39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21" creationId="{82B6AC2D-1810-92A8-290C-860C9CEEE323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23" creationId="{882E0A29-73D2-D255-5D5F-13FF7E2A8B67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28" creationId="{F1E2B31B-FFAD-71E3-9E82-3C4AD902BFCA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37" creationId="{E04E01F2-5B64-3979-1E83-D74E95300394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39" creationId="{96FBA7E7-3662-265E-1A33-FB274B61BCE6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42" creationId="{8AC41316-DEE6-427C-FEB7-BBC1561BD535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45" creationId="{77DF9E2B-09BB-49E6-86E0-A99FD9093948}"/>
          </ac:spMkLst>
        </pc:spChg>
        <pc:spChg chg="mod">
          <ac:chgData name="musukie52@gmail.com" userId="017bd91f96aa8751" providerId="LiveId" clId="{5B2C3894-F97E-4CAB-8812-5BB4D83AAC6A}" dt="2026-01-19T10:07:24.827" v="598" actId="20577"/>
          <ac:spMkLst>
            <pc:docMk/>
            <pc:sldMk cId="761492686" sldId="296"/>
            <ac:spMk id="248" creationId="{DF1CABD8-95A0-4E45-AEF1-80BA18E4E2D6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54" creationId="{BE5FB123-5731-3A02-2A4D-FB81D0694780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57" creationId="{6DB05C68-C5EC-207D-E1B0-DF64AC7E6860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0" creationId="{A7824EB7-AC7A-9C9F-AAC7-893AD3B2E8FE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1" creationId="{D463FC60-2DCA-0F0C-E884-A91DAEB992BE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2" creationId="{C3352BF6-18B1-5DFC-E1DF-83208F08B958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5" creationId="{02C6F147-8488-7AF7-3BB1-AC3B9A95919E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6" creationId="{0D55B8F8-E818-326D-4B29-D17864004D8E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9" creationId="{C5F8E4AE-E437-05AC-7FD3-06C8FD917199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78" creationId="{1B220787-03C3-005C-AC31-7E5E3727516B}"/>
          </ac:spMkLst>
        </pc:spChg>
        <pc:grpChg chg="del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118" creationId="{7F2F4F76-AB3D-FCC9-1A33-A8B4386D64F8}"/>
          </ac:grpSpMkLst>
        </pc:grpChg>
        <pc:grpChg chg="add del mod or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119" creationId="{63E0C6C0-0023-4D01-BDD2-6DFE8A43A5ED}"/>
          </ac:grpSpMkLst>
        </pc:grpChg>
        <pc:grpChg chg="add del mod or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151" creationId="{E0AF33EE-2215-9891-5D1E-DD0CEB358506}"/>
          </ac:grpSpMkLst>
        </pc:grpChg>
        <pc:grpChg chg="del mod or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183" creationId="{E0E58F0B-9644-5474-A663-2C35D476439A}"/>
          </ac:grpSpMkLst>
        </pc:grpChg>
        <pc:grpChg chg="del mo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215" creationId="{634BA8DB-363C-71FE-6539-A07092D2263A}"/>
          </ac:grpSpMkLst>
        </pc:grpChg>
        <pc:grpChg chg="del mo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247" creationId="{C42BAEA6-F1B0-8DF0-7483-EF522AA97D09}"/>
          </ac:grpSpMkLst>
        </pc:grpChg>
        <pc:picChg chg="mod ord">
          <ac:chgData name="musukie52@gmail.com" userId="017bd91f96aa8751" providerId="LiveId" clId="{5B2C3894-F97E-4CAB-8812-5BB4D83AAC6A}" dt="2026-01-19T10:05:10.784" v="437" actId="167"/>
          <ac:picMkLst>
            <pc:docMk/>
            <pc:sldMk cId="761492686" sldId="296"/>
            <ac:picMk id="4" creationId="{00000000-0000-0000-0000-000000000000}"/>
          </ac:picMkLst>
        </pc:picChg>
      </pc:sldChg>
      <pc:sldChg chg="addSp delSp modSp add del mod setBg">
        <pc:chgData name="musukie52@gmail.com" userId="017bd91f96aa8751" providerId="LiveId" clId="{5B2C3894-F97E-4CAB-8812-5BB4D83AAC6A}" dt="2026-01-19T14:11:39.378" v="1065" actId="47"/>
        <pc:sldMkLst>
          <pc:docMk/>
          <pc:sldMk cId="1966456886" sldId="302"/>
        </pc:sldMkLst>
        <pc:spChg chg="add del mod">
          <ac:chgData name="musukie52@gmail.com" userId="017bd91f96aa8751" providerId="LiveId" clId="{5B2C3894-F97E-4CAB-8812-5BB4D83AAC6A}" dt="2026-01-19T13:57:05.199" v="833" actId="478"/>
          <ac:spMkLst>
            <pc:docMk/>
            <pc:sldMk cId="1966456886" sldId="302"/>
            <ac:spMk id="2" creationId="{EEA1174A-745F-CCFB-2A31-01FB753B41D8}"/>
          </ac:spMkLst>
        </pc:spChg>
        <pc:spChg chg="add del mod">
          <ac:chgData name="musukie52@gmail.com" userId="017bd91f96aa8751" providerId="LiveId" clId="{5B2C3894-F97E-4CAB-8812-5BB4D83AAC6A}" dt="2026-01-19T13:57:05.199" v="833" actId="478"/>
          <ac:spMkLst>
            <pc:docMk/>
            <pc:sldMk cId="1966456886" sldId="302"/>
            <ac:spMk id="3" creationId="{0BCAB973-50AA-FE63-759A-8C6A2C622366}"/>
          </ac:spMkLst>
        </pc:spChg>
        <pc:spChg chg="add del mod topLvl">
          <ac:chgData name="musukie52@gmail.com" userId="017bd91f96aa8751" providerId="LiveId" clId="{5B2C3894-F97E-4CAB-8812-5BB4D83AAC6A}" dt="2026-01-19T13:58:27.851" v="840" actId="478"/>
          <ac:spMkLst>
            <pc:docMk/>
            <pc:sldMk cId="1966456886" sldId="302"/>
            <ac:spMk id="5" creationId="{BC0715E5-5B5F-6838-1608-ACD951E330D0}"/>
          </ac:spMkLst>
        </pc:spChg>
        <pc:spChg chg="add mod topLvl">
          <ac:chgData name="musukie52@gmail.com" userId="017bd91f96aa8751" providerId="LiveId" clId="{5B2C3894-F97E-4CAB-8812-5BB4D83AAC6A}" dt="2026-01-19T10:16:56.158" v="751" actId="165"/>
          <ac:spMkLst>
            <pc:docMk/>
            <pc:sldMk cId="1966456886" sldId="302"/>
            <ac:spMk id="7" creationId="{AEFBB744-C1A2-BCF4-76A1-359AB23F4017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10" creationId="{9EA2EB7A-3E21-4321-71B1-CC819A762D27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14" creationId="{FC4D4644-7B34-C40E-8A51-7226B3768713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17" creationId="{35ADBE41-5762-0393-53CE-8BDDCF08980C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22" creationId="{5139F9B6-19FB-534E-1ADE-611B24D0608F}"/>
          </ac:spMkLst>
        </pc:spChg>
        <pc:spChg chg="add mod topLvl">
          <ac:chgData name="musukie52@gmail.com" userId="017bd91f96aa8751" providerId="LiveId" clId="{5B2C3894-F97E-4CAB-8812-5BB4D83AAC6A}" dt="2026-01-19T10:16:56.158" v="751" actId="165"/>
          <ac:spMkLst>
            <pc:docMk/>
            <pc:sldMk cId="1966456886" sldId="302"/>
            <ac:spMk id="26" creationId="{6D0B75E7-847C-48F8-1002-72174A5BB6F9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27" creationId="{E4C6D1F7-16A2-601D-6511-EB68B9E5248D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29" creationId="{4FB746B3-599C-2A70-8DE2-CC8FFAC40F58}"/>
          </ac:spMkLst>
        </pc:spChg>
        <pc:spChg chg="mod topLvl">
          <ac:chgData name="musukie52@gmail.com" userId="017bd91f96aa8751" providerId="LiveId" clId="{5B2C3894-F97E-4CAB-8812-5BB4D83AAC6A}" dt="2026-01-19T10:13:49.828" v="692" actId="165"/>
          <ac:spMkLst>
            <pc:docMk/>
            <pc:sldMk cId="1966456886" sldId="302"/>
            <ac:spMk id="30" creationId="{BF9C88D3-7DE9-CC85-0FE0-91F1F22C87B2}"/>
          </ac:spMkLst>
        </pc:spChg>
        <pc:spChg chg="add mod topLvl">
          <ac:chgData name="musukie52@gmail.com" userId="017bd91f96aa8751" providerId="LiveId" clId="{5B2C3894-F97E-4CAB-8812-5BB4D83AAC6A}" dt="2026-01-19T10:16:56.158" v="751" actId="165"/>
          <ac:spMkLst>
            <pc:docMk/>
            <pc:sldMk cId="1966456886" sldId="302"/>
            <ac:spMk id="33" creationId="{61A78A29-4A9E-5B37-4669-7E4D764E90D1}"/>
          </ac:spMkLst>
        </pc:spChg>
        <pc:spChg chg="add mod topLvl">
          <ac:chgData name="musukie52@gmail.com" userId="017bd91f96aa8751" providerId="LiveId" clId="{5B2C3894-F97E-4CAB-8812-5BB4D83AAC6A}" dt="2026-01-19T10:16:56.158" v="751" actId="165"/>
          <ac:spMkLst>
            <pc:docMk/>
            <pc:sldMk cId="1966456886" sldId="302"/>
            <ac:spMk id="34" creationId="{545B4130-CFCA-5158-14DD-563B066D7A5A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46" creationId="{B8F62AFA-D24D-2365-ABEC-CC656491FB2C}"/>
          </ac:spMkLst>
        </pc:spChg>
        <pc:spChg chg="mod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50" creationId="{C951D300-6740-77C9-82B0-080A054E5383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51" creationId="{087EBC05-79AF-AD65-7F34-39A826541C3E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55" creationId="{013EED9E-7E6D-49AF-7CAB-10A1F712489D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57" creationId="{7DB904E4-840D-E1E2-3F2E-FEDBDA37618C}"/>
          </ac:spMkLst>
        </pc:spChg>
        <pc:spChg chg="del mod topLvl">
          <ac:chgData name="musukie52@gmail.com" userId="017bd91f96aa8751" providerId="LiveId" clId="{5B2C3894-F97E-4CAB-8812-5BB4D83AAC6A}" dt="2026-01-19T10:16:51.664" v="750" actId="478"/>
          <ac:spMkLst>
            <pc:docMk/>
            <pc:sldMk cId="1966456886" sldId="302"/>
            <ac:spMk id="58" creationId="{9AA3301F-31B8-F6EF-AFFA-2ACC3141BD98}"/>
          </ac:spMkLst>
        </pc:spChg>
        <pc:spChg chg="del mod topLvl">
          <ac:chgData name="musukie52@gmail.com" userId="017bd91f96aa8751" providerId="LiveId" clId="{5B2C3894-F97E-4CAB-8812-5BB4D83AAC6A}" dt="2026-01-19T10:16:51.664" v="750" actId="478"/>
          <ac:spMkLst>
            <pc:docMk/>
            <pc:sldMk cId="1966456886" sldId="302"/>
            <ac:spMk id="59" creationId="{3C564E6C-802F-E51C-83A6-9EA10B38E420}"/>
          </ac:spMkLst>
        </pc:spChg>
        <pc:spChg chg="del mod topLvl">
          <ac:chgData name="musukie52@gmail.com" userId="017bd91f96aa8751" providerId="LiveId" clId="{5B2C3894-F97E-4CAB-8812-5BB4D83AAC6A}" dt="2026-01-19T10:16:51.664" v="750" actId="478"/>
          <ac:spMkLst>
            <pc:docMk/>
            <pc:sldMk cId="1966456886" sldId="302"/>
            <ac:spMk id="60" creationId="{F816766F-634B-C9D5-8E95-1B79A1C6959F}"/>
          </ac:spMkLst>
        </pc:spChg>
        <pc:spChg chg="del mod topLvl">
          <ac:chgData name="musukie52@gmail.com" userId="017bd91f96aa8751" providerId="LiveId" clId="{5B2C3894-F97E-4CAB-8812-5BB4D83AAC6A}" dt="2026-01-19T10:16:51.664" v="750" actId="478"/>
          <ac:spMkLst>
            <pc:docMk/>
            <pc:sldMk cId="1966456886" sldId="302"/>
            <ac:spMk id="61" creationId="{8F7557F5-EDC4-E22B-BCF4-B2963DEBEE5F}"/>
          </ac:spMkLst>
        </pc:spChg>
        <pc:spChg chg="add del mod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62" creationId="{37253F69-7695-86E8-F650-6C0485D52670}"/>
          </ac:spMkLst>
        </pc:spChg>
        <pc:spChg chg="add del mod">
          <ac:chgData name="musukie52@gmail.com" userId="017bd91f96aa8751" providerId="LiveId" clId="{5B2C3894-F97E-4CAB-8812-5BB4D83AAC6A}" dt="2026-01-19T13:56:55.302" v="831" actId="478"/>
          <ac:spMkLst>
            <pc:docMk/>
            <pc:sldMk cId="1966456886" sldId="302"/>
            <ac:spMk id="63" creationId="{5EEB5B08-94BE-EEAC-58CD-EF705EB20DE7}"/>
          </ac:spMkLst>
        </pc:spChg>
        <pc:spChg chg="add del mod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64" creationId="{25CCBCBD-5F8D-732C-C8E8-FEFBF3A8DCED}"/>
          </ac:spMkLst>
        </pc:spChg>
        <pc:spChg chg="add del mod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65" creationId="{27347543-8876-3EBB-8EE1-AB7B565D8A2C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66" creationId="{8A8A71D9-81C1-653C-66C8-0C63910A4052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67" creationId="{6DD79ECF-71D0-07AA-26DB-5834B925BC4C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68" creationId="{2AB4EDDC-5676-BDC0-B05D-BE525E6C7680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69" creationId="{3A5020F7-FEB4-67A5-92A0-13B56559E973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70" creationId="{D918BDD5-1048-B7A7-FA00-E8AD3E48DD54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71" creationId="{C3BB4125-9D9F-7F5D-5467-E1F75AC067F7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72" creationId="{8DCA21FF-6BE2-7651-F4FB-31A74FA67A8E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73" creationId="{33A1624B-32BC-9C32-E328-2BDD8C0CB1C7}"/>
          </ac:spMkLst>
        </pc:spChg>
        <pc:spChg chg="add del mod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75" creationId="{EC207C72-CC67-8ACA-E70D-4868274FAAE7}"/>
          </ac:spMkLst>
        </pc:spChg>
        <pc:spChg chg="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77" creationId="{C3925D48-EED6-39F5-D941-0827C1691644}"/>
          </ac:spMkLst>
        </pc:spChg>
        <pc:spChg chg="add del mod topLvl">
          <ac:chgData name="musukie52@gmail.com" userId="017bd91f96aa8751" providerId="LiveId" clId="{5B2C3894-F97E-4CAB-8812-5BB4D83AAC6A}" dt="2026-01-19T13:56:55.302" v="831" actId="478"/>
          <ac:spMkLst>
            <pc:docMk/>
            <pc:sldMk cId="1966456886" sldId="302"/>
            <ac:spMk id="78" creationId="{EDFEF800-03A2-E984-AC03-8020C856F02A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79" creationId="{4AF3A684-5EBD-1E3F-363A-9A26AC79C6C4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80" creationId="{B27F1178-E99D-568C-18C3-54ED794679BE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81" creationId="{4BF57FB6-1E1E-1104-56C5-B57D7B946E93}"/>
          </ac:spMkLst>
        </pc:spChg>
        <pc:spChg chg="mod topLvl">
          <ac:chgData name="musukie52@gmail.com" userId="017bd91f96aa8751" providerId="LiveId" clId="{5B2C3894-F97E-4CAB-8812-5BB4D83AAC6A}" dt="2026-01-19T10:23:09.885" v="826" actId="368"/>
          <ac:spMkLst>
            <pc:docMk/>
            <pc:sldMk cId="1966456886" sldId="302"/>
            <ac:spMk id="82" creationId="{E39E5FA0-246E-42CF-D863-B43FF6DC11DD}"/>
          </ac:spMkLst>
        </pc:spChg>
        <pc:spChg chg="mod topLvl">
          <ac:chgData name="musukie52@gmail.com" userId="017bd91f96aa8751" providerId="LiveId" clId="{5B2C3894-F97E-4CAB-8812-5BB4D83AAC6A}" dt="2026-01-19T10:23:09.885" v="826" actId="368"/>
          <ac:spMkLst>
            <pc:docMk/>
            <pc:sldMk cId="1966456886" sldId="302"/>
            <ac:spMk id="83" creationId="{A7F6A96E-62A1-C96D-E856-AEA8D0FDA454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84" creationId="{D783D4F3-C236-7362-1EB9-ADAB670DF2AE}"/>
          </ac:spMkLst>
        </pc:spChg>
        <pc:spChg chg="add mod ord">
          <ac:chgData name="musukie52@gmail.com" userId="017bd91f96aa8751" providerId="LiveId" clId="{5B2C3894-F97E-4CAB-8812-5BB4D83AAC6A}" dt="2026-01-19T13:58:48.187" v="843" actId="14100"/>
          <ac:spMkLst>
            <pc:docMk/>
            <pc:sldMk cId="1966456886" sldId="302"/>
            <ac:spMk id="86" creationId="{4E8F1419-3022-7A92-F96C-C3E86CFBDC3B}"/>
          </ac:spMkLst>
        </pc:spChg>
        <pc:spChg chg="add mod">
          <ac:chgData name="musukie52@gmail.com" userId="017bd91f96aa8751" providerId="LiveId" clId="{5B2C3894-F97E-4CAB-8812-5BB4D83AAC6A}" dt="2026-01-19T13:59:03.887" v="845" actId="1076"/>
          <ac:spMkLst>
            <pc:docMk/>
            <pc:sldMk cId="1966456886" sldId="302"/>
            <ac:spMk id="87" creationId="{1914F096-5C50-55F6-C3CB-797D76D4DE8D}"/>
          </ac:spMkLst>
        </pc:spChg>
        <pc:spChg chg="add mod">
          <ac:chgData name="musukie52@gmail.com" userId="017bd91f96aa8751" providerId="LiveId" clId="{5B2C3894-F97E-4CAB-8812-5BB4D83AAC6A}" dt="2026-01-19T14:03:26.645" v="854" actId="1035"/>
          <ac:spMkLst>
            <pc:docMk/>
            <pc:sldMk cId="1966456886" sldId="302"/>
            <ac:spMk id="88" creationId="{FE20E533-93CA-761B-EC1B-8ADF0657F76B}"/>
          </ac:spMkLst>
        </pc:spChg>
        <pc:grpChg chg="add del">
          <ac:chgData name="musukie52@gmail.com" userId="017bd91f96aa8751" providerId="LiveId" clId="{5B2C3894-F97E-4CAB-8812-5BB4D83AAC6A}" dt="2026-01-19T14:03:26.324" v="853" actId="478"/>
          <ac:grpSpMkLst>
            <pc:docMk/>
            <pc:sldMk cId="1966456886" sldId="302"/>
            <ac:grpSpMk id="8" creationId="{A21D807A-0251-6F51-C7D6-1AECE9CE07D6}"/>
          </ac:grpSpMkLst>
        </pc:grpChg>
        <pc:grpChg chg="add del mod">
          <ac:chgData name="musukie52@gmail.com" userId="017bd91f96aa8751" providerId="LiveId" clId="{5B2C3894-F97E-4CAB-8812-5BB4D83AAC6A}" dt="2026-01-19T10:16:56.158" v="751" actId="165"/>
          <ac:grpSpMkLst>
            <pc:docMk/>
            <pc:sldMk cId="1966456886" sldId="302"/>
            <ac:grpSpMk id="48" creationId="{200D5ECE-96EA-AC0E-EBCC-FC489B4AE2F0}"/>
          </ac:grpSpMkLst>
        </pc:grpChg>
        <pc:grpChg chg="add del mod">
          <ac:chgData name="musukie52@gmail.com" userId="017bd91f96aa8751" providerId="LiveId" clId="{5B2C3894-F97E-4CAB-8812-5BB4D83AAC6A}" dt="2026-01-19T10:16:43.388" v="749" actId="165"/>
          <ac:grpSpMkLst>
            <pc:docMk/>
            <pc:sldMk cId="1966456886" sldId="302"/>
            <ac:grpSpMk id="56" creationId="{10B15DF7-8B61-9C87-A856-CAF4F2AB7F81}"/>
          </ac:grpSpMkLst>
        </pc:grpChg>
        <pc:grpChg chg="add mod">
          <ac:chgData name="musukie52@gmail.com" userId="017bd91f96aa8751" providerId="LiveId" clId="{5B2C3894-F97E-4CAB-8812-5BB4D83AAC6A}" dt="2026-01-19T10:20:55.146" v="806" actId="14100"/>
          <ac:grpSpMkLst>
            <pc:docMk/>
            <pc:sldMk cId="1966456886" sldId="302"/>
            <ac:grpSpMk id="74" creationId="{C181F3F6-04DB-7E8D-B3A6-5D230D31510F}"/>
          </ac:grpSpMkLst>
        </pc:grpChg>
        <pc:grpChg chg="add del mod">
          <ac:chgData name="musukie52@gmail.com" userId="017bd91f96aa8751" providerId="LiveId" clId="{5B2C3894-F97E-4CAB-8812-5BB4D83AAC6A}" dt="2026-01-19T10:22:24.913" v="817" actId="165"/>
          <ac:grpSpMkLst>
            <pc:docMk/>
            <pc:sldMk cId="1966456886" sldId="302"/>
            <ac:grpSpMk id="76" creationId="{D5B29102-D384-57B4-B66B-957BC5B70F16}"/>
          </ac:grpSpMkLst>
        </pc:grpChg>
        <pc:grpChg chg="mod">
          <ac:chgData name="musukie52@gmail.com" userId="017bd91f96aa8751" providerId="LiveId" clId="{5B2C3894-F97E-4CAB-8812-5BB4D83AAC6A}" dt="2026-01-19T10:23:06.256" v="823" actId="1076"/>
          <ac:grpSpMkLst>
            <pc:docMk/>
            <pc:sldMk cId="1966456886" sldId="302"/>
            <ac:grpSpMk id="85" creationId="{83508D19-9F26-FEAD-91E8-CCEE86EABEED}"/>
          </ac:grpSpMkLst>
        </pc:grpChg>
        <pc:grpChg chg="add del">
          <ac:chgData name="musukie52@gmail.com" userId="017bd91f96aa8751" providerId="LiveId" clId="{5B2C3894-F97E-4CAB-8812-5BB4D83AAC6A}" dt="2026-01-19T14:03:26.324" v="853" actId="478"/>
          <ac:grpSpMkLst>
            <pc:docMk/>
            <pc:sldMk cId="1966456886" sldId="302"/>
            <ac:grpSpMk id="119" creationId="{C0F59FF4-A998-13D2-E9FE-D549A0B80666}"/>
          </ac:grpSpMkLst>
        </pc:grpChg>
        <pc:picChg chg="del">
          <ac:chgData name="musukie52@gmail.com" userId="017bd91f96aa8751" providerId="LiveId" clId="{5B2C3894-F97E-4CAB-8812-5BB4D83AAC6A}" dt="2026-01-19T10:10:28.953" v="609" actId="478"/>
          <ac:picMkLst>
            <pc:docMk/>
            <pc:sldMk cId="1966456886" sldId="302"/>
            <ac:picMk id="20" creationId="{58757BB3-AEDC-46E4-B3B4-EE391D6FCE16}"/>
          </ac:picMkLst>
        </pc:picChg>
        <pc:picChg chg="del">
          <ac:chgData name="musukie52@gmail.com" userId="017bd91f96aa8751" providerId="LiveId" clId="{5B2C3894-F97E-4CAB-8812-5BB4D83AAC6A}" dt="2026-01-19T10:10:29.769" v="610" actId="478"/>
          <ac:picMkLst>
            <pc:docMk/>
            <pc:sldMk cId="1966456886" sldId="302"/>
            <ac:picMk id="21" creationId="{3304C5EB-8D22-21DF-905A-6463288E5094}"/>
          </ac:picMkLst>
        </pc:picChg>
      </pc:sldChg>
      <pc:sldChg chg="addSp delSp modSp add mod setBg">
        <pc:chgData name="musukie52@gmail.com" userId="017bd91f96aa8751" providerId="LiveId" clId="{5B2C3894-F97E-4CAB-8812-5BB4D83AAC6A}" dt="2026-01-19T14:09:37.023" v="1025" actId="1038"/>
        <pc:sldMkLst>
          <pc:docMk/>
          <pc:sldMk cId="345221784" sldId="303"/>
        </pc:sldMkLst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7" creationId="{C5503FE5-E3BD-EA45-71E3-887AE07BF6AB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26" creationId="{C4B23D48-15F1-99B6-367D-609F898F687A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33" creationId="{325E4C73-7FA6-D653-D607-F4BA4600236F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34" creationId="{FE1FBFC4-331B-1782-94BA-03861A6268A8}"/>
          </ac:spMkLst>
        </pc:spChg>
        <pc:spChg chg="add del mod">
          <ac:chgData name="musukie52@gmail.com" userId="017bd91f96aa8751" providerId="LiveId" clId="{5B2C3894-F97E-4CAB-8812-5BB4D83AAC6A}" dt="2026-01-19T14:07:57.474" v="941" actId="20577"/>
          <ac:spMkLst>
            <pc:docMk/>
            <pc:sldMk cId="345221784" sldId="303"/>
            <ac:spMk id="48" creationId="{1FE550B8-E378-85E2-A018-B13765305DE0}"/>
          </ac:spMkLst>
        </pc:spChg>
        <pc:spChg chg="mod">
          <ac:chgData name="musukie52@gmail.com" userId="017bd91f96aa8751" providerId="LiveId" clId="{5B2C3894-F97E-4CAB-8812-5BB4D83AAC6A}" dt="2026-01-19T14:09:21.328" v="1020" actId="20577"/>
          <ac:spMkLst>
            <pc:docMk/>
            <pc:sldMk cId="345221784" sldId="303"/>
            <ac:spMk id="59" creationId="{83C1D46C-33BD-6A4C-F646-460AE757E10B}"/>
          </ac:spMkLst>
        </pc:spChg>
        <pc:spChg chg="mod">
          <ac:chgData name="musukie52@gmail.com" userId="017bd91f96aa8751" providerId="LiveId" clId="{5B2C3894-F97E-4CAB-8812-5BB4D83AAC6A}" dt="2026-01-19T14:08:14.330" v="959" actId="20577"/>
          <ac:spMkLst>
            <pc:docMk/>
            <pc:sldMk cId="345221784" sldId="303"/>
            <ac:spMk id="62" creationId="{2B3C3499-A3F8-32A5-5F90-8E0F18575EDD}"/>
          </ac:spMkLst>
        </pc:spChg>
        <pc:spChg chg="mod topLvl">
          <ac:chgData name="musukie52@gmail.com" userId="017bd91f96aa8751" providerId="LiveId" clId="{5B2C3894-F97E-4CAB-8812-5BB4D83AAC6A}" dt="2026-01-19T14:08:44.855" v="983" actId="1038"/>
          <ac:spMkLst>
            <pc:docMk/>
            <pc:sldMk cId="345221784" sldId="303"/>
            <ac:spMk id="65" creationId="{9AFFB39F-7713-1991-E626-699E5EFAC8F4}"/>
          </ac:spMkLst>
        </pc:spChg>
        <pc:spChg chg="mod topLvl">
          <ac:chgData name="musukie52@gmail.com" userId="017bd91f96aa8751" providerId="LiveId" clId="{5B2C3894-F97E-4CAB-8812-5BB4D83AAC6A}" dt="2026-01-19T14:09:37.023" v="1025" actId="1038"/>
          <ac:spMkLst>
            <pc:docMk/>
            <pc:sldMk cId="345221784" sldId="303"/>
            <ac:spMk id="68" creationId="{89292C34-6A8A-D1F7-1A42-D7131A54FA00}"/>
          </ac:spMkLst>
        </pc:spChg>
        <pc:spChg chg="mod">
          <ac:chgData name="musukie52@gmail.com" userId="017bd91f96aa8751" providerId="LiveId" clId="{5B2C3894-F97E-4CAB-8812-5BB4D83AAC6A}" dt="2026-01-19T14:08:54.953" v="986"/>
          <ac:spMkLst>
            <pc:docMk/>
            <pc:sldMk cId="345221784" sldId="303"/>
            <ac:spMk id="71" creationId="{CB0D69BC-BC84-8917-5DF1-3A69AFE9DBE8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86" creationId="{5BB12632-65F1-CF2E-00F9-8B88B7140E8A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87" creationId="{1F43A857-000C-1976-ABA5-3FBC16BFAB74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88" creationId="{C363D6F4-D1E2-11C9-EFED-C7C563E1109A}"/>
          </ac:spMkLst>
        </pc:s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8" creationId="{8F4E73C8-F8A2-B91F-3BBA-07FC0796B6A9}"/>
          </ac:grpSpMkLst>
        </pc:grpChg>
        <pc:grpChg chg="add mod">
          <ac:chgData name="musukie52@gmail.com" userId="017bd91f96aa8751" providerId="LiveId" clId="{5B2C3894-F97E-4CAB-8812-5BB4D83AAC6A}" dt="2026-01-19T14:07:53.251" v="924" actId="1076"/>
          <ac:grpSpMkLst>
            <pc:docMk/>
            <pc:sldMk cId="345221784" sldId="303"/>
            <ac:grpSpMk id="56" creationId="{848B0FA3-1CEF-C23B-2533-BB7F2D58C923}"/>
          </ac:grpSpMkLst>
        </pc:grpChg>
        <pc:grpChg chg="add mod">
          <ac:chgData name="musukie52@gmail.com" userId="017bd91f96aa8751" providerId="LiveId" clId="{5B2C3894-F97E-4CAB-8812-5BB4D83AAC6A}" dt="2026-01-19T14:09:01.716" v="987" actId="1076"/>
          <ac:grpSpMkLst>
            <pc:docMk/>
            <pc:sldMk cId="345221784" sldId="303"/>
            <ac:grpSpMk id="57" creationId="{921860F8-A565-75A9-558B-F89ECB11D877}"/>
          </ac:grpSpMkLst>
        </pc:grpChg>
        <pc:grpChg chg="add mod">
          <ac:chgData name="musukie52@gmail.com" userId="017bd91f96aa8751" providerId="LiveId" clId="{5B2C3894-F97E-4CAB-8812-5BB4D83AAC6A}" dt="2026-01-19T14:08:07.393" v="944" actId="1076"/>
          <ac:grpSpMkLst>
            <pc:docMk/>
            <pc:sldMk cId="345221784" sldId="303"/>
            <ac:grpSpMk id="60" creationId="{974DF133-7F94-B14A-08A6-CA1CBA5EF309}"/>
          </ac:grpSpMkLst>
        </pc:grpChg>
        <pc:grpChg chg="add del mod">
          <ac:chgData name="musukie52@gmail.com" userId="017bd91f96aa8751" providerId="LiveId" clId="{5B2C3894-F97E-4CAB-8812-5BB4D83AAC6A}" dt="2026-01-19T14:08:34.347" v="979" actId="165"/>
          <ac:grpSpMkLst>
            <pc:docMk/>
            <pc:sldMk cId="345221784" sldId="303"/>
            <ac:grpSpMk id="63" creationId="{B20C54A4-42C5-7E80-4FA4-5C995BB8CE3E}"/>
          </ac:grpSpMkLst>
        </pc:grpChg>
        <pc:grpChg chg="add del mod">
          <ac:chgData name="musukie52@gmail.com" userId="017bd91f96aa8751" providerId="LiveId" clId="{5B2C3894-F97E-4CAB-8812-5BB4D83AAC6A}" dt="2026-01-19T14:09:23.276" v="1021" actId="165"/>
          <ac:grpSpMkLst>
            <pc:docMk/>
            <pc:sldMk cId="345221784" sldId="303"/>
            <ac:grpSpMk id="66" creationId="{59A0578E-CC4A-73C1-3326-2D02898AFEDE}"/>
          </ac:grpSpMkLst>
        </pc:grpChg>
        <pc:grpChg chg="add mod">
          <ac:chgData name="musukie52@gmail.com" userId="017bd91f96aa8751" providerId="LiveId" clId="{5B2C3894-F97E-4CAB-8812-5BB4D83AAC6A}" dt="2026-01-19T14:08:54.953" v="986"/>
          <ac:grpSpMkLst>
            <pc:docMk/>
            <pc:sldMk cId="345221784" sldId="303"/>
            <ac:grpSpMk id="69" creationId="{3DB8E796-2A65-0721-EBD8-D7AC60368D8B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119" creationId="{F32CD518-7FAD-99DC-B328-C71EA1FB62F9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151" creationId="{4708DF45-44C0-A2E6-526C-2929C2467AE1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183" creationId="{E8ED0597-5BA9-A28E-072F-1AE676F46D01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215" creationId="{4A4E9B7A-4C2C-5973-B6EA-0A423D7C4C13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247" creationId="{0F9C9F47-ECCA-C92A-E6E7-BCAD762CE899}"/>
          </ac:grpSpMkLst>
        </pc:grpChg>
        <pc:picChg chg="add mod ord modCrop">
          <ac:chgData name="musukie52@gmail.com" userId="017bd91f96aa8751" providerId="LiveId" clId="{5B2C3894-F97E-4CAB-8812-5BB4D83AAC6A}" dt="2026-01-19T14:07:42.650" v="921" actId="164"/>
          <ac:picMkLst>
            <pc:docMk/>
            <pc:sldMk cId="345221784" sldId="303"/>
            <ac:picMk id="20" creationId="{02725463-47DB-C15F-151D-D92B24EEA9B9}"/>
          </ac:picMkLst>
        </pc:picChg>
        <pc:picChg chg="add mod">
          <ac:chgData name="musukie52@gmail.com" userId="017bd91f96aa8751" providerId="LiveId" clId="{5B2C3894-F97E-4CAB-8812-5BB4D83AAC6A}" dt="2026-01-19T14:05:30.392" v="876" actId="1035"/>
          <ac:picMkLst>
            <pc:docMk/>
            <pc:sldMk cId="345221784" sldId="303"/>
            <ac:picMk id="21" creationId="{33733B25-6724-057E-0901-DE71EC4CC260}"/>
          </ac:picMkLst>
        </pc:picChg>
        <pc:picChg chg="mod">
          <ac:chgData name="musukie52@gmail.com" userId="017bd91f96aa8751" providerId="LiveId" clId="{5B2C3894-F97E-4CAB-8812-5BB4D83AAC6A}" dt="2026-01-19T14:07:45.051" v="922"/>
          <ac:picMkLst>
            <pc:docMk/>
            <pc:sldMk cId="345221784" sldId="303"/>
            <ac:picMk id="58" creationId="{D6B7D724-4437-89AE-7BC1-710294AA98E7}"/>
          </ac:picMkLst>
        </pc:picChg>
        <pc:picChg chg="mod">
          <ac:chgData name="musukie52@gmail.com" userId="017bd91f96aa8751" providerId="LiveId" clId="{5B2C3894-F97E-4CAB-8812-5BB4D83AAC6A}" dt="2026-01-19T14:07:57.493" v="942"/>
          <ac:picMkLst>
            <pc:docMk/>
            <pc:sldMk cId="345221784" sldId="303"/>
            <ac:picMk id="61" creationId="{5C3243EE-99DB-0BA3-8622-39FF876183A8}"/>
          </ac:picMkLst>
        </pc:picChg>
        <pc:picChg chg="mod topLvl">
          <ac:chgData name="musukie52@gmail.com" userId="017bd91f96aa8751" providerId="LiveId" clId="{5B2C3894-F97E-4CAB-8812-5BB4D83AAC6A}" dt="2026-01-19T14:08:34.347" v="979" actId="165"/>
          <ac:picMkLst>
            <pc:docMk/>
            <pc:sldMk cId="345221784" sldId="303"/>
            <ac:picMk id="64" creationId="{CCF3B127-81D8-CFE2-41F3-1C933D647A1D}"/>
          </ac:picMkLst>
        </pc:picChg>
        <pc:picChg chg="mod topLvl">
          <ac:chgData name="musukie52@gmail.com" userId="017bd91f96aa8751" providerId="LiveId" clId="{5B2C3894-F97E-4CAB-8812-5BB4D83AAC6A}" dt="2026-01-19T14:09:23.276" v="1021" actId="165"/>
          <ac:picMkLst>
            <pc:docMk/>
            <pc:sldMk cId="345221784" sldId="303"/>
            <ac:picMk id="67" creationId="{42ECD059-2523-559F-BF5B-EB7A3E01A046}"/>
          </ac:picMkLst>
        </pc:picChg>
        <pc:picChg chg="mod">
          <ac:chgData name="musukie52@gmail.com" userId="017bd91f96aa8751" providerId="LiveId" clId="{5B2C3894-F97E-4CAB-8812-5BB4D83AAC6A}" dt="2026-01-19T14:08:54.953" v="986"/>
          <ac:picMkLst>
            <pc:docMk/>
            <pc:sldMk cId="345221784" sldId="303"/>
            <ac:picMk id="70" creationId="{3847BB81-4D15-A007-ECA8-5DF05FA4CB5B}"/>
          </ac:picMkLst>
        </pc:picChg>
      </pc:sldChg>
      <pc:sldChg chg="del">
        <pc:chgData name="musukie52@gmail.com" userId="017bd91f96aa8751" providerId="LiveId" clId="{5B2C3894-F97E-4CAB-8812-5BB4D83AAC6A}" dt="2026-01-19T10:09:02.377" v="605" actId="47"/>
        <pc:sldMkLst>
          <pc:docMk/>
          <pc:sldMk cId="3497256962" sldId="303"/>
        </pc:sldMkLst>
      </pc:sldChg>
      <pc:sldChg chg="addSp delSp modSp del mod">
        <pc:chgData name="musukie52@gmail.com" userId="017bd91f96aa8751" providerId="LiveId" clId="{5B2C3894-F97E-4CAB-8812-5BB4D83AAC6A}" dt="2026-01-19T10:08:59.845" v="603" actId="47"/>
        <pc:sldMkLst>
          <pc:docMk/>
          <pc:sldMk cId="1977113132" sldId="304"/>
        </pc:sldMkLst>
        <pc:spChg chg="add mod">
          <ac:chgData name="musukie52@gmail.com" userId="017bd91f96aa8751" providerId="LiveId" clId="{5B2C3894-F97E-4CAB-8812-5BB4D83AAC6A}" dt="2026-01-19T09:39:34.826" v="72" actId="1076"/>
          <ac:spMkLst>
            <pc:docMk/>
            <pc:sldMk cId="1977113132" sldId="304"/>
            <ac:spMk id="2" creationId="{2BD89E94-2349-08EC-4B06-E5CB84A0E59E}"/>
          </ac:spMkLst>
        </pc:spChg>
        <pc:spChg chg="del">
          <ac:chgData name="musukie52@gmail.com" userId="017bd91f96aa8751" providerId="LiveId" clId="{5B2C3894-F97E-4CAB-8812-5BB4D83AAC6A}" dt="2026-01-19T09:39:31.428" v="71" actId="478"/>
          <ac:spMkLst>
            <pc:docMk/>
            <pc:sldMk cId="1977113132" sldId="304"/>
            <ac:spMk id="58" creationId="{00000000-0000-0000-0000-000000000000}"/>
          </ac:spMkLst>
        </pc:spChg>
      </pc:sldChg>
      <pc:sldChg chg="addSp delSp modSp add mod setBg">
        <pc:chgData name="musukie52@gmail.com" userId="017bd91f96aa8751" providerId="LiveId" clId="{5B2C3894-F97E-4CAB-8812-5BB4D83AAC6A}" dt="2026-01-19T14:17:54.008" v="1155"/>
        <pc:sldMkLst>
          <pc:docMk/>
          <pc:sldMk cId="3964875354" sldId="304"/>
        </pc:sldMkLst>
        <pc:spChg chg="mod">
          <ac:chgData name="musukie52@gmail.com" userId="017bd91f96aa8751" providerId="LiveId" clId="{5B2C3894-F97E-4CAB-8812-5BB4D83AAC6A}" dt="2026-01-19T14:10:35.170" v="1059" actId="20577"/>
          <ac:spMkLst>
            <pc:docMk/>
            <pc:sldMk cId="3964875354" sldId="304"/>
            <ac:spMk id="59" creationId="{DC7C627C-3BBE-F050-C729-EEE5D076E391}"/>
          </ac:spMkLst>
        </pc:spChg>
        <pc:spChg chg="mod">
          <ac:chgData name="musukie52@gmail.com" userId="017bd91f96aa8751" providerId="LiveId" clId="{5B2C3894-F97E-4CAB-8812-5BB4D83AAC6A}" dt="2026-01-19T14:10:22.139" v="1044" actId="20577"/>
          <ac:spMkLst>
            <pc:docMk/>
            <pc:sldMk cId="3964875354" sldId="304"/>
            <ac:spMk id="62" creationId="{C2DEFB34-BA2E-53AE-FE71-8C3CFD733711}"/>
          </ac:spMkLst>
        </pc:spChg>
        <pc:spChg chg="mod">
          <ac:chgData name="musukie52@gmail.com" userId="017bd91f96aa8751" providerId="LiveId" clId="{5B2C3894-F97E-4CAB-8812-5BB4D83AAC6A}" dt="2026-01-19T14:10:54.130" v="1064" actId="1076"/>
          <ac:spMkLst>
            <pc:docMk/>
            <pc:sldMk cId="3964875354" sldId="304"/>
            <ac:spMk id="65" creationId="{78EFF843-7B55-04D3-AC37-122615118C8E}"/>
          </ac:spMkLst>
        </pc:spChg>
        <pc:spChg chg="del">
          <ac:chgData name="musukie52@gmail.com" userId="017bd91f96aa8751" providerId="LiveId" clId="{5B2C3894-F97E-4CAB-8812-5BB4D83AAC6A}" dt="2026-01-19T14:10:08.653" v="1029" actId="478"/>
          <ac:spMkLst>
            <pc:docMk/>
            <pc:sldMk cId="3964875354" sldId="304"/>
            <ac:spMk id="68" creationId="{588468AC-6649-39C1-7AE0-85C2B39B99A4}"/>
          </ac:spMkLst>
        </pc:spChg>
        <pc:grpChg chg="del">
          <ac:chgData name="musukie52@gmail.com" userId="017bd91f96aa8751" providerId="LiveId" clId="{5B2C3894-F97E-4CAB-8812-5BB4D83AAC6A}" dt="2026-01-19T14:10:05.746" v="1028" actId="478"/>
          <ac:grpSpMkLst>
            <pc:docMk/>
            <pc:sldMk cId="3964875354" sldId="304"/>
            <ac:grpSpMk id="56" creationId="{738CB9F6-ADA7-2CE8-5B64-146CE3D75477}"/>
          </ac:grpSpMkLst>
        </pc:grpChg>
        <pc:grpChg chg="mod">
          <ac:chgData name="musukie52@gmail.com" userId="017bd91f96aa8751" providerId="LiveId" clId="{5B2C3894-F97E-4CAB-8812-5BB4D83AAC6A}" dt="2026-01-19T14:10:49.326" v="1063" actId="1076"/>
          <ac:grpSpMkLst>
            <pc:docMk/>
            <pc:sldMk cId="3964875354" sldId="304"/>
            <ac:grpSpMk id="57" creationId="{0260E40B-12E2-0ED8-7A33-4B6851E896F6}"/>
          </ac:grpSpMkLst>
        </pc:grpChg>
        <pc:grpChg chg="del">
          <ac:chgData name="musukie52@gmail.com" userId="017bd91f96aa8751" providerId="LiveId" clId="{5B2C3894-F97E-4CAB-8812-5BB4D83AAC6A}" dt="2026-01-19T14:10:05.746" v="1028" actId="478"/>
          <ac:grpSpMkLst>
            <pc:docMk/>
            <pc:sldMk cId="3964875354" sldId="304"/>
            <ac:grpSpMk id="69" creationId="{BB45313A-EF4B-1CC6-6F43-278B8E5F91ED}"/>
          </ac:grpSpMkLst>
        </pc:grpChg>
        <pc:picChg chg="add mod">
          <ac:chgData name="musukie52@gmail.com" userId="017bd91f96aa8751" providerId="LiveId" clId="{5B2C3894-F97E-4CAB-8812-5BB4D83AAC6A}" dt="2026-01-19T14:17:54.008" v="1155"/>
          <ac:picMkLst>
            <pc:docMk/>
            <pc:sldMk cId="3964875354" sldId="304"/>
            <ac:picMk id="5" creationId="{CEA73522-B158-0876-DAF2-97F4CC0D1E24}"/>
          </ac:picMkLst>
        </pc:picChg>
        <pc:picChg chg="mod">
          <ac:chgData name="musukie52@gmail.com" userId="017bd91f96aa8751" providerId="LiveId" clId="{5B2C3894-F97E-4CAB-8812-5BB4D83AAC6A}" dt="2026-01-19T14:10:54.130" v="1064" actId="1076"/>
          <ac:picMkLst>
            <pc:docMk/>
            <pc:sldMk cId="3964875354" sldId="304"/>
            <ac:picMk id="64" creationId="{A3CBF68A-AA67-AD34-A80D-71ABAA55D1AB}"/>
          </ac:picMkLst>
        </pc:picChg>
        <pc:picChg chg="del">
          <ac:chgData name="musukie52@gmail.com" userId="017bd91f96aa8751" providerId="LiveId" clId="{5B2C3894-F97E-4CAB-8812-5BB4D83AAC6A}" dt="2026-01-19T14:10:05.746" v="1028" actId="478"/>
          <ac:picMkLst>
            <pc:docMk/>
            <pc:sldMk cId="3964875354" sldId="304"/>
            <ac:picMk id="67" creationId="{DA69F3C2-16F9-4CDC-F028-53CD7CCE0279}"/>
          </ac:picMkLst>
        </pc:picChg>
      </pc:sldChg>
      <pc:sldChg chg="addSp delSp modSp add mod setBg">
        <pc:chgData name="musukie52@gmail.com" userId="017bd91f96aa8751" providerId="LiveId" clId="{5B2C3894-F97E-4CAB-8812-5BB4D83AAC6A}" dt="2026-01-19T14:50:05.102" v="1842" actId="478"/>
        <pc:sldMkLst>
          <pc:docMk/>
          <pc:sldMk cId="48787319" sldId="305"/>
        </pc:sldMkLst>
        <pc:spChg chg="del">
          <ac:chgData name="musukie52@gmail.com" userId="017bd91f96aa8751" providerId="LiveId" clId="{5B2C3894-F97E-4CAB-8812-5BB4D83AAC6A}" dt="2026-01-19T14:13:31.213" v="1071" actId="478"/>
          <ac:spMkLst>
            <pc:docMk/>
            <pc:sldMk cId="48787319" sldId="305"/>
            <ac:spMk id="2" creationId="{E7685B1E-7090-48FD-2371-18BD82B759EB}"/>
          </ac:spMkLst>
        </pc:spChg>
        <pc:spChg chg="del">
          <ac:chgData name="musukie52@gmail.com" userId="017bd91f96aa8751" providerId="LiveId" clId="{5B2C3894-F97E-4CAB-8812-5BB4D83AAC6A}" dt="2026-01-19T14:13:31.213" v="1071" actId="478"/>
          <ac:spMkLst>
            <pc:docMk/>
            <pc:sldMk cId="48787319" sldId="305"/>
            <ac:spMk id="3" creationId="{BE851788-478F-866E-C87C-17428A6C81E6}"/>
          </ac:spMkLst>
        </pc:spChg>
        <pc:spChg chg="add mod">
          <ac:chgData name="musukie52@gmail.com" userId="017bd91f96aa8751" providerId="LiveId" clId="{5B2C3894-F97E-4CAB-8812-5BB4D83AAC6A}" dt="2026-01-19T14:20:03.204" v="1249" actId="1038"/>
          <ac:spMkLst>
            <pc:docMk/>
            <pc:sldMk cId="48787319" sldId="305"/>
            <ac:spMk id="9" creationId="{EA89ABAC-CBEA-212F-3E4B-8E4038A8F87F}"/>
          </ac:spMkLst>
        </pc:spChg>
        <pc:spChg chg="add mod">
          <ac:chgData name="musukie52@gmail.com" userId="017bd91f96aa8751" providerId="LiveId" clId="{5B2C3894-F97E-4CAB-8812-5BB4D83AAC6A}" dt="2026-01-19T14:20:03.204" v="1249" actId="1038"/>
          <ac:spMkLst>
            <pc:docMk/>
            <pc:sldMk cId="48787319" sldId="305"/>
            <ac:spMk id="10" creationId="{3DE1BC92-6CC4-A0EF-7C5A-4C936D3A5EF9}"/>
          </ac:spMkLst>
        </pc:spChg>
        <pc:spChg chg="mod">
          <ac:chgData name="musukie52@gmail.com" userId="017bd91f96aa8751" providerId="LiveId" clId="{5B2C3894-F97E-4CAB-8812-5BB4D83AAC6A}" dt="2026-01-19T14:20:27.075" v="1250"/>
          <ac:spMkLst>
            <pc:docMk/>
            <pc:sldMk cId="48787319" sldId="305"/>
            <ac:spMk id="13" creationId="{19C23C75-CEAD-1AB3-BC94-0D2985717796}"/>
          </ac:spMkLst>
        </pc:spChg>
        <pc:spChg chg="mod">
          <ac:chgData name="musukie52@gmail.com" userId="017bd91f96aa8751" providerId="LiveId" clId="{5B2C3894-F97E-4CAB-8812-5BB4D83AAC6A}" dt="2026-01-19T14:20:27.075" v="1250"/>
          <ac:spMkLst>
            <pc:docMk/>
            <pc:sldMk cId="48787319" sldId="305"/>
            <ac:spMk id="16" creationId="{154F65EA-554E-E43B-F80F-AC07F558543E}"/>
          </ac:spMkLst>
        </pc:spChg>
        <pc:spChg chg="mod">
          <ac:chgData name="musukie52@gmail.com" userId="017bd91f96aa8751" providerId="LiveId" clId="{5B2C3894-F97E-4CAB-8812-5BB4D83AAC6A}" dt="2026-01-19T14:25:13.928" v="1301" actId="571"/>
          <ac:spMkLst>
            <pc:docMk/>
            <pc:sldMk cId="48787319" sldId="305"/>
            <ac:spMk id="19" creationId="{0CD35147-4E12-C4B4-B288-F1BF52826D58}"/>
          </ac:spMkLst>
        </pc:spChg>
        <pc:spChg chg="add del mod">
          <ac:chgData name="musukie52@gmail.com" userId="017bd91f96aa8751" providerId="LiveId" clId="{5B2C3894-F97E-4CAB-8812-5BB4D83AAC6A}" dt="2026-01-19T14:25:31.949" v="1307" actId="478"/>
          <ac:spMkLst>
            <pc:docMk/>
            <pc:sldMk cId="48787319" sldId="305"/>
            <ac:spMk id="22" creationId="{752B3958-BAF0-07B4-9239-DC487DEDC693}"/>
          </ac:spMkLst>
        </pc:spChg>
        <pc:spChg chg="add mod topLvl">
          <ac:chgData name="musukie52@gmail.com" userId="017bd91f96aa8751" providerId="LiveId" clId="{5B2C3894-F97E-4CAB-8812-5BB4D83AAC6A}" dt="2026-01-19T14:46:51.642" v="1774"/>
          <ac:spMkLst>
            <pc:docMk/>
            <pc:sldMk cId="48787319" sldId="305"/>
            <ac:spMk id="24" creationId="{D5B3C35F-D918-EF0E-4ABC-E4EB6275C5A1}"/>
          </ac:spMkLst>
        </pc:spChg>
        <pc:spChg chg="mod topLvl">
          <ac:chgData name="musukie52@gmail.com" userId="017bd91f96aa8751" providerId="LiveId" clId="{5B2C3894-F97E-4CAB-8812-5BB4D83AAC6A}" dt="2026-01-19T14:44:56.810" v="1759" actId="1076"/>
          <ac:spMkLst>
            <pc:docMk/>
            <pc:sldMk cId="48787319" sldId="305"/>
            <ac:spMk id="27" creationId="{834438C7-4EF4-921C-3974-B5893E752EE3}"/>
          </ac:spMkLst>
        </pc:spChg>
        <pc:spChg chg="add del mod">
          <ac:chgData name="musukie52@gmail.com" userId="017bd91f96aa8751" providerId="LiveId" clId="{5B2C3894-F97E-4CAB-8812-5BB4D83AAC6A}" dt="2026-01-19T14:32:32.593" v="1425" actId="478"/>
          <ac:spMkLst>
            <pc:docMk/>
            <pc:sldMk cId="48787319" sldId="305"/>
            <ac:spMk id="28" creationId="{26F51605-51DF-B6CF-BAD6-06686AABF045}"/>
          </ac:spMkLst>
        </pc:spChg>
        <pc:spChg chg="add mod">
          <ac:chgData name="musukie52@gmail.com" userId="017bd91f96aa8751" providerId="LiveId" clId="{5B2C3894-F97E-4CAB-8812-5BB4D83AAC6A}" dt="2026-01-19T14:26:49.564" v="1319" actId="164"/>
          <ac:spMkLst>
            <pc:docMk/>
            <pc:sldMk cId="48787319" sldId="305"/>
            <ac:spMk id="29" creationId="{BCB7BEBB-15A2-561D-F3C7-C5D3A9B99EBA}"/>
          </ac:spMkLst>
        </pc:spChg>
        <pc:spChg chg="add mod">
          <ac:chgData name="musukie52@gmail.com" userId="017bd91f96aa8751" providerId="LiveId" clId="{5B2C3894-F97E-4CAB-8812-5BB4D83AAC6A}" dt="2026-01-19T14:26:49.564" v="1319" actId="164"/>
          <ac:spMkLst>
            <pc:docMk/>
            <pc:sldMk cId="48787319" sldId="305"/>
            <ac:spMk id="31" creationId="{5BED93C1-0180-45DA-10FB-BE194A038872}"/>
          </ac:spMkLst>
        </pc:spChg>
        <pc:spChg chg="del mod topLvl">
          <ac:chgData name="musukie52@gmail.com" userId="017bd91f96aa8751" providerId="LiveId" clId="{5B2C3894-F97E-4CAB-8812-5BB4D83AAC6A}" dt="2026-01-19T14:32:41.397" v="1429" actId="478"/>
          <ac:spMkLst>
            <pc:docMk/>
            <pc:sldMk cId="48787319" sldId="305"/>
            <ac:spMk id="45" creationId="{3599E2CC-29C4-BC99-B0AF-7F5D6A2749B6}"/>
          </ac:spMkLst>
        </pc:spChg>
        <pc:spChg chg="del mod topLvl">
          <ac:chgData name="musukie52@gmail.com" userId="017bd91f96aa8751" providerId="LiveId" clId="{5B2C3894-F97E-4CAB-8812-5BB4D83AAC6A}" dt="2026-01-19T14:32:41.397" v="1429" actId="478"/>
          <ac:spMkLst>
            <pc:docMk/>
            <pc:sldMk cId="48787319" sldId="305"/>
            <ac:spMk id="46" creationId="{7B1001BB-8717-E5EA-141B-A700181517E6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2" creationId="{DF7CE06C-62D9-6E2F-FDD1-0C940A40DF99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3" creationId="{C3074205-948C-61F3-1AD7-6C19681D1216}"/>
          </ac:spMkLst>
        </pc:spChg>
        <pc:spChg chg="add mod">
          <ac:chgData name="musukie52@gmail.com" userId="017bd91f96aa8751" providerId="LiveId" clId="{5B2C3894-F97E-4CAB-8812-5BB4D83AAC6A}" dt="2026-01-19T14:38:21.390" v="1650" actId="1035"/>
          <ac:spMkLst>
            <pc:docMk/>
            <pc:sldMk cId="48787319" sldId="305"/>
            <ac:spMk id="54" creationId="{3BAD1ACA-D230-CA5F-A8EF-1B7B78FD8CE2}"/>
          </ac:spMkLst>
        </pc:spChg>
        <pc:spChg chg="add mod">
          <ac:chgData name="musukie52@gmail.com" userId="017bd91f96aa8751" providerId="LiveId" clId="{5B2C3894-F97E-4CAB-8812-5BB4D83AAC6A}" dt="2026-01-19T14:38:21.390" v="1650" actId="1035"/>
          <ac:spMkLst>
            <pc:docMk/>
            <pc:sldMk cId="48787319" sldId="305"/>
            <ac:spMk id="55" creationId="{43CC13FB-FB92-FAD5-2D77-26A864446F71}"/>
          </ac:spMkLst>
        </pc:spChg>
        <pc:spChg chg="add mod">
          <ac:chgData name="musukie52@gmail.com" userId="017bd91f96aa8751" providerId="LiveId" clId="{5B2C3894-F97E-4CAB-8812-5BB4D83AAC6A}" dt="2026-01-19T14:40:08.904" v="1686" actId="1038"/>
          <ac:spMkLst>
            <pc:docMk/>
            <pc:sldMk cId="48787319" sldId="305"/>
            <ac:spMk id="56" creationId="{99FF3290-3E93-62EF-5A32-6D6EC5D02FAA}"/>
          </ac:spMkLst>
        </pc:spChg>
        <pc:spChg chg="add mod">
          <ac:chgData name="musukie52@gmail.com" userId="017bd91f96aa8751" providerId="LiveId" clId="{5B2C3894-F97E-4CAB-8812-5BB4D83AAC6A}" dt="2026-01-19T14:40:04.954" v="1685" actId="1036"/>
          <ac:spMkLst>
            <pc:docMk/>
            <pc:sldMk cId="48787319" sldId="305"/>
            <ac:spMk id="63" creationId="{A75595F5-0BE2-9B42-9851-D1FDFC1DDB11}"/>
          </ac:spMkLst>
        </pc:spChg>
        <pc:spChg chg="del">
          <ac:chgData name="musukie52@gmail.com" userId="017bd91f96aa8751" providerId="LiveId" clId="{5B2C3894-F97E-4CAB-8812-5BB4D83AAC6A}" dt="2026-01-19T14:13:36.088" v="1072" actId="478"/>
          <ac:spMkLst>
            <pc:docMk/>
            <pc:sldMk cId="48787319" sldId="305"/>
            <ac:spMk id="65" creationId="{53A798FB-8EB7-DFE0-DB6C-075CA8BD5A34}"/>
          </ac:spMkLst>
        </pc:spChg>
        <pc:spChg chg="add mod">
          <ac:chgData name="musukie52@gmail.com" userId="017bd91f96aa8751" providerId="LiveId" clId="{5B2C3894-F97E-4CAB-8812-5BB4D83AAC6A}" dt="2026-01-19T14:38:38.288" v="1659" actId="1037"/>
          <ac:spMkLst>
            <pc:docMk/>
            <pc:sldMk cId="48787319" sldId="305"/>
            <ac:spMk id="66" creationId="{A16D143C-4188-18AC-A2A7-F56EF0570A61}"/>
          </ac:spMkLst>
        </pc:spChg>
        <pc:spChg chg="add mod">
          <ac:chgData name="musukie52@gmail.com" userId="017bd91f96aa8751" providerId="LiveId" clId="{5B2C3894-F97E-4CAB-8812-5BB4D83AAC6A}" dt="2026-01-19T14:38:51.914" v="1663" actId="1076"/>
          <ac:spMkLst>
            <pc:docMk/>
            <pc:sldMk cId="48787319" sldId="305"/>
            <ac:spMk id="67" creationId="{FDBD847C-2F1A-EA9F-A005-03443CB0C98E}"/>
          </ac:spMkLst>
        </pc:spChg>
        <pc:spChg chg="add mod">
          <ac:chgData name="musukie52@gmail.com" userId="017bd91f96aa8751" providerId="LiveId" clId="{5B2C3894-F97E-4CAB-8812-5BB4D83AAC6A}" dt="2026-01-19T14:39:43.926" v="1679" actId="14100"/>
          <ac:spMkLst>
            <pc:docMk/>
            <pc:sldMk cId="48787319" sldId="305"/>
            <ac:spMk id="68" creationId="{7B08CC0C-163B-A0D3-D507-22AC814362EB}"/>
          </ac:spMkLst>
        </pc:spChg>
        <pc:spChg chg="add mod">
          <ac:chgData name="musukie52@gmail.com" userId="017bd91f96aa8751" providerId="LiveId" clId="{5B2C3894-F97E-4CAB-8812-5BB4D83AAC6A}" dt="2026-01-19T14:39:24.678" v="1669" actId="1038"/>
          <ac:spMkLst>
            <pc:docMk/>
            <pc:sldMk cId="48787319" sldId="305"/>
            <ac:spMk id="69" creationId="{98F4EFEB-9C4D-E249-AEFF-8A00FD803513}"/>
          </ac:spMkLst>
        </pc:spChg>
        <pc:spChg chg="add mod">
          <ac:chgData name="musukie52@gmail.com" userId="017bd91f96aa8751" providerId="LiveId" clId="{5B2C3894-F97E-4CAB-8812-5BB4D83AAC6A}" dt="2026-01-19T14:40:29.869" v="1691" actId="1035"/>
          <ac:spMkLst>
            <pc:docMk/>
            <pc:sldMk cId="48787319" sldId="305"/>
            <ac:spMk id="70" creationId="{31284B01-9D7A-1FDF-F087-415D0F1DC456}"/>
          </ac:spMkLst>
        </pc:spChg>
        <pc:spChg chg="add mod">
          <ac:chgData name="musukie52@gmail.com" userId="017bd91f96aa8751" providerId="LiveId" clId="{5B2C3894-F97E-4CAB-8812-5BB4D83AAC6A}" dt="2026-01-19T14:41:11.367" v="1706" actId="1038"/>
          <ac:spMkLst>
            <pc:docMk/>
            <pc:sldMk cId="48787319" sldId="305"/>
            <ac:spMk id="71" creationId="{528481FB-6917-BE3B-CB45-062AC2CA06EA}"/>
          </ac:spMkLst>
        </pc:spChg>
        <pc:spChg chg="add mod">
          <ac:chgData name="musukie52@gmail.com" userId="017bd91f96aa8751" providerId="LiveId" clId="{5B2C3894-F97E-4CAB-8812-5BB4D83AAC6A}" dt="2026-01-19T14:41:20.821" v="1707" actId="14100"/>
          <ac:spMkLst>
            <pc:docMk/>
            <pc:sldMk cId="48787319" sldId="305"/>
            <ac:spMk id="72" creationId="{FF38648C-B397-04B0-FC8D-1A8C5CE5DF95}"/>
          </ac:spMkLst>
        </pc:spChg>
        <pc:spChg chg="del mod topLvl">
          <ac:chgData name="musukie52@gmail.com" userId="017bd91f96aa8751" providerId="LiveId" clId="{5B2C3894-F97E-4CAB-8812-5BB4D83AAC6A}" dt="2026-01-19T14:42:43.378" v="1719" actId="478"/>
          <ac:spMkLst>
            <pc:docMk/>
            <pc:sldMk cId="48787319" sldId="305"/>
            <ac:spMk id="75" creationId="{DF27B239-4FC9-6FEB-E45E-A8763458610A}"/>
          </ac:spMkLst>
        </pc:spChg>
        <pc:spChg chg="del mod topLvl">
          <ac:chgData name="musukie52@gmail.com" userId="017bd91f96aa8751" providerId="LiveId" clId="{5B2C3894-F97E-4CAB-8812-5BB4D83AAC6A}" dt="2026-01-19T14:50:05.102" v="1842" actId="478"/>
          <ac:spMkLst>
            <pc:docMk/>
            <pc:sldMk cId="48787319" sldId="305"/>
            <ac:spMk id="79" creationId="{0F56FE6D-3568-727E-4578-01196AB559EC}"/>
          </ac:spMkLst>
        </pc:spChg>
        <pc:spChg chg="del mod topLvl">
          <ac:chgData name="musukie52@gmail.com" userId="017bd91f96aa8751" providerId="LiveId" clId="{5B2C3894-F97E-4CAB-8812-5BB4D83AAC6A}" dt="2026-01-19T14:50:03.129" v="1841" actId="478"/>
          <ac:spMkLst>
            <pc:docMk/>
            <pc:sldMk cId="48787319" sldId="305"/>
            <ac:spMk id="80" creationId="{9274901C-5FC0-5CCA-1A0D-1C8403CCBE6E}"/>
          </ac:spMkLst>
        </pc:spChg>
        <pc:grpChg chg="del mod">
          <ac:chgData name="musukie52@gmail.com" userId="017bd91f96aa8751" providerId="LiveId" clId="{5B2C3894-F97E-4CAB-8812-5BB4D83AAC6A}" dt="2026-01-19T14:25:48.414" v="1310" actId="478"/>
          <ac:grpSpMkLst>
            <pc:docMk/>
            <pc:sldMk cId="48787319" sldId="305"/>
            <ac:grpSpMk id="11" creationId="{A06B1BEE-B6B1-3E30-FD17-A92BCAB2CAA5}"/>
          </ac:grpSpMkLst>
        </pc:grpChg>
        <pc:grpChg chg="mod">
          <ac:chgData name="musukie52@gmail.com" userId="017bd91f96aa8751" providerId="LiveId" clId="{5B2C3894-F97E-4CAB-8812-5BB4D83AAC6A}" dt="2026-01-19T14:35:04.144" v="1605" actId="1076"/>
          <ac:grpSpMkLst>
            <pc:docMk/>
            <pc:sldMk cId="48787319" sldId="305"/>
            <ac:grpSpMk id="14" creationId="{6BC3BEE9-A943-5A1D-EE0C-2BFD69658D05}"/>
          </ac:grpSpMkLst>
        </pc:grpChg>
        <pc:grpChg chg="mod">
          <ac:chgData name="musukie52@gmail.com" userId="017bd91f96aa8751" providerId="LiveId" clId="{5B2C3894-F97E-4CAB-8812-5BB4D83AAC6A}" dt="2026-01-19T14:34:58.688" v="1604" actId="1076"/>
          <ac:grpSpMkLst>
            <pc:docMk/>
            <pc:sldMk cId="48787319" sldId="305"/>
            <ac:grpSpMk id="17" creationId="{A5E15EE0-BD47-89A2-0241-6A04F9F8C273}"/>
          </ac:grpSpMkLst>
        </pc:grpChg>
        <pc:grpChg chg="del mod">
          <ac:chgData name="musukie52@gmail.com" userId="017bd91f96aa8751" providerId="LiveId" clId="{5B2C3894-F97E-4CAB-8812-5BB4D83AAC6A}" dt="2026-01-19T14:44:28.348" v="1756" actId="165"/>
          <ac:grpSpMkLst>
            <pc:docMk/>
            <pc:sldMk cId="48787319" sldId="305"/>
            <ac:grpSpMk id="25" creationId="{E5D33B9B-CF30-2997-F8BE-78E6240FF1D6}"/>
          </ac:grpSpMkLst>
        </pc:grpChg>
        <pc:grpChg chg="add del mod ord">
          <ac:chgData name="musukie52@gmail.com" userId="017bd91f96aa8751" providerId="LiveId" clId="{5B2C3894-F97E-4CAB-8812-5BB4D83AAC6A}" dt="2026-01-19T14:32:11.928" v="1420" actId="478"/>
          <ac:grpSpMkLst>
            <pc:docMk/>
            <pc:sldMk cId="48787319" sldId="305"/>
            <ac:grpSpMk id="33" creationId="{5A7A01AC-BEA3-A382-3F26-3B535ACDD8B6}"/>
          </ac:grpSpMkLst>
        </pc:grpChg>
        <pc:grpChg chg="add del mod ord">
          <ac:chgData name="musukie52@gmail.com" userId="017bd91f96aa8751" providerId="LiveId" clId="{5B2C3894-F97E-4CAB-8812-5BB4D83AAC6A}" dt="2026-01-19T14:32:35.362" v="1426" actId="165"/>
          <ac:grpSpMkLst>
            <pc:docMk/>
            <pc:sldMk cId="48787319" sldId="305"/>
            <ac:grpSpMk id="34" creationId="{F073356E-C037-CE3D-ABD4-373A9C77A637}"/>
          </ac:grpSpMkLst>
        </pc:grpChg>
        <pc:grpChg chg="add mod ord">
          <ac:chgData name="musukie52@gmail.com" userId="017bd91f96aa8751" providerId="LiveId" clId="{5B2C3894-F97E-4CAB-8812-5BB4D83AAC6A}" dt="2026-01-19T14:47:30.297" v="1776" actId="14100"/>
          <ac:grpSpMkLst>
            <pc:docMk/>
            <pc:sldMk cId="48787319" sldId="305"/>
            <ac:grpSpMk id="50" creationId="{3AC8C9D1-8654-8E97-0FC3-993E2797C933}"/>
          </ac:grpSpMkLst>
        </pc:grpChg>
        <pc:grpChg chg="del">
          <ac:chgData name="musukie52@gmail.com" userId="017bd91f96aa8751" providerId="LiveId" clId="{5B2C3894-F97E-4CAB-8812-5BB4D83AAC6A}" dt="2026-01-19T14:13:36.088" v="1072" actId="478"/>
          <ac:grpSpMkLst>
            <pc:docMk/>
            <pc:sldMk cId="48787319" sldId="305"/>
            <ac:grpSpMk id="57" creationId="{1B02BFB4-2FBF-6A83-439E-46917E8D5262}"/>
          </ac:grpSpMkLst>
        </pc:grpChg>
        <pc:grpChg chg="del">
          <ac:chgData name="musukie52@gmail.com" userId="017bd91f96aa8751" providerId="LiveId" clId="{5B2C3894-F97E-4CAB-8812-5BB4D83AAC6A}" dt="2026-01-19T14:13:36.088" v="1072" actId="478"/>
          <ac:grpSpMkLst>
            <pc:docMk/>
            <pc:sldMk cId="48787319" sldId="305"/>
            <ac:grpSpMk id="60" creationId="{D5682E1D-6C16-004B-569D-453AD7B97496}"/>
          </ac:grpSpMkLst>
        </pc:grpChg>
        <pc:grpChg chg="add del mod">
          <ac:chgData name="musukie52@gmail.com" userId="017bd91f96aa8751" providerId="LiveId" clId="{5B2C3894-F97E-4CAB-8812-5BB4D83AAC6A}" dt="2026-01-19T14:42:37.118" v="1717" actId="165"/>
          <ac:grpSpMkLst>
            <pc:docMk/>
            <pc:sldMk cId="48787319" sldId="305"/>
            <ac:grpSpMk id="73" creationId="{87FF25C3-46F6-261F-1D2A-2EEE605B7760}"/>
          </ac:grpSpMkLst>
        </pc:grpChg>
        <pc:grpChg chg="add del mod">
          <ac:chgData name="musukie52@gmail.com" userId="017bd91f96aa8751" providerId="LiveId" clId="{5B2C3894-F97E-4CAB-8812-5BB4D83AAC6A}" dt="2026-01-19T14:43:59.056" v="1738" actId="165"/>
          <ac:grpSpMkLst>
            <pc:docMk/>
            <pc:sldMk cId="48787319" sldId="305"/>
            <ac:grpSpMk id="76" creationId="{A531510A-1687-ABE0-9163-1423889BC91D}"/>
          </ac:grpSpMkLst>
        </pc:grpChg>
        <pc:grpChg chg="add del mod ord">
          <ac:chgData name="musukie52@gmail.com" userId="017bd91f96aa8751" providerId="LiveId" clId="{5B2C3894-F97E-4CAB-8812-5BB4D83AAC6A}" dt="2026-01-19T14:49:19.611" v="1838" actId="165"/>
          <ac:grpSpMkLst>
            <pc:docMk/>
            <pc:sldMk cId="48787319" sldId="305"/>
            <ac:grpSpMk id="77" creationId="{192924E3-A60A-CAF3-8B46-BB3BEEF138F9}"/>
          </ac:grpSpMkLst>
        </pc:grpChg>
        <pc:picChg chg="del mod">
          <ac:chgData name="musukie52@gmail.com" userId="017bd91f96aa8751" providerId="LiveId" clId="{5B2C3894-F97E-4CAB-8812-5BB4D83AAC6A}" dt="2026-01-19T14:14:13.777" v="1122" actId="478"/>
          <ac:picMkLst>
            <pc:docMk/>
            <pc:sldMk cId="48787319" sldId="305"/>
            <ac:picMk id="4" creationId="{001AAED4-6260-3439-809B-4B7DBB579239}"/>
          </ac:picMkLst>
        </pc:picChg>
        <pc:picChg chg="add mod modCrop">
          <ac:chgData name="musukie52@gmail.com" userId="017bd91f96aa8751" providerId="LiveId" clId="{5B2C3894-F97E-4CAB-8812-5BB4D83AAC6A}" dt="2026-01-19T14:28:02.685" v="1325" actId="732"/>
          <ac:picMkLst>
            <pc:docMk/>
            <pc:sldMk cId="48787319" sldId="305"/>
            <ac:picMk id="6" creationId="{EE07F0FE-64ED-1F08-FF98-25494F4F8267}"/>
          </ac:picMkLst>
        </pc:picChg>
        <pc:picChg chg="add mod modCrop">
          <ac:chgData name="musukie52@gmail.com" userId="017bd91f96aa8751" providerId="LiveId" clId="{5B2C3894-F97E-4CAB-8812-5BB4D83AAC6A}" dt="2026-01-19T14:17:26.977" v="1154" actId="14100"/>
          <ac:picMkLst>
            <pc:docMk/>
            <pc:sldMk cId="48787319" sldId="305"/>
            <ac:picMk id="8" creationId="{0ACD3BE9-A577-A2EF-4B02-83E73F835E10}"/>
          </ac:picMkLst>
        </pc:picChg>
        <pc:picChg chg="mod">
          <ac:chgData name="musukie52@gmail.com" userId="017bd91f96aa8751" providerId="LiveId" clId="{5B2C3894-F97E-4CAB-8812-5BB4D83AAC6A}" dt="2026-01-19T14:20:27.075" v="1250"/>
          <ac:picMkLst>
            <pc:docMk/>
            <pc:sldMk cId="48787319" sldId="305"/>
            <ac:picMk id="12" creationId="{926393E7-46C6-A0E6-08C7-3C064C193C22}"/>
          </ac:picMkLst>
        </pc:picChg>
        <pc:picChg chg="mod">
          <ac:chgData name="musukie52@gmail.com" userId="017bd91f96aa8751" providerId="LiveId" clId="{5B2C3894-F97E-4CAB-8812-5BB4D83AAC6A}" dt="2026-01-19T14:20:27.075" v="1250"/>
          <ac:picMkLst>
            <pc:docMk/>
            <pc:sldMk cId="48787319" sldId="305"/>
            <ac:picMk id="15" creationId="{CAAD1DD8-1849-2006-FE80-6107063B8B85}"/>
          </ac:picMkLst>
        </pc:picChg>
        <pc:picChg chg="mod">
          <ac:chgData name="musukie52@gmail.com" userId="017bd91f96aa8751" providerId="LiveId" clId="{5B2C3894-F97E-4CAB-8812-5BB4D83AAC6A}" dt="2026-01-19T14:25:17.010" v="1303" actId="1076"/>
          <ac:picMkLst>
            <pc:docMk/>
            <pc:sldMk cId="48787319" sldId="305"/>
            <ac:picMk id="18" creationId="{BA872BD3-2C02-5F47-D223-89BD3F7C2AAB}"/>
          </ac:picMkLst>
        </pc:picChg>
        <pc:picChg chg="add del mod">
          <ac:chgData name="musukie52@gmail.com" userId="017bd91f96aa8751" providerId="LiveId" clId="{5B2C3894-F97E-4CAB-8812-5BB4D83AAC6A}" dt="2026-01-19T14:25:27.992" v="1305" actId="478"/>
          <ac:picMkLst>
            <pc:docMk/>
            <pc:sldMk cId="48787319" sldId="305"/>
            <ac:picMk id="20" creationId="{69E7C4E8-9512-F485-BFF8-58292AE39537}"/>
          </ac:picMkLst>
        </pc:picChg>
        <pc:picChg chg="del">
          <ac:chgData name="musukie52@gmail.com" userId="017bd91f96aa8751" providerId="LiveId" clId="{5B2C3894-F97E-4CAB-8812-5BB4D83AAC6A}" dt="2026-01-19T14:13:31.213" v="1071" actId="478"/>
          <ac:picMkLst>
            <pc:docMk/>
            <pc:sldMk cId="48787319" sldId="305"/>
            <ac:picMk id="21" creationId="{955718D0-A08E-4FED-0296-334BDB08DA6E}"/>
          </ac:picMkLst>
        </pc:picChg>
        <pc:picChg chg="del mod">
          <ac:chgData name="musukie52@gmail.com" userId="017bd91f96aa8751" providerId="LiveId" clId="{5B2C3894-F97E-4CAB-8812-5BB4D83AAC6A}" dt="2026-01-19T14:42:39.820" v="1718" actId="478"/>
          <ac:picMkLst>
            <pc:docMk/>
            <pc:sldMk cId="48787319" sldId="305"/>
            <ac:picMk id="23" creationId="{452F661B-1869-56F7-28F1-20BDDF2EF6CF}"/>
          </ac:picMkLst>
        </pc:picChg>
        <pc:picChg chg="mod topLvl">
          <ac:chgData name="musukie52@gmail.com" userId="017bd91f96aa8751" providerId="LiveId" clId="{5B2C3894-F97E-4CAB-8812-5BB4D83AAC6A}" dt="2026-01-19T14:44:56.810" v="1759" actId="1076"/>
          <ac:picMkLst>
            <pc:docMk/>
            <pc:sldMk cId="48787319" sldId="305"/>
            <ac:picMk id="26" creationId="{34A97B07-B01A-35EB-FEEC-E28EB740E61F}"/>
          </ac:picMkLst>
        </pc:picChg>
        <pc:picChg chg="add mod">
          <ac:chgData name="musukie52@gmail.com" userId="017bd91f96aa8751" providerId="LiveId" clId="{5B2C3894-F97E-4CAB-8812-5BB4D83AAC6A}" dt="2026-01-19T14:25:13.928" v="1301" actId="571"/>
          <ac:picMkLst>
            <pc:docMk/>
            <pc:sldMk cId="48787319" sldId="305"/>
            <ac:picMk id="30" creationId="{B97EF3B5-F8C1-6503-A2BB-6B02A104FBB0}"/>
          </ac:picMkLst>
        </pc:picChg>
        <pc:picChg chg="del mod ord topLvl modCrop">
          <ac:chgData name="musukie52@gmail.com" userId="017bd91f96aa8751" providerId="LiveId" clId="{5B2C3894-F97E-4CAB-8812-5BB4D83AAC6A}" dt="2026-01-19T14:48:11.180" v="1785" actId="478"/>
          <ac:picMkLst>
            <pc:docMk/>
            <pc:sldMk cId="48787319" sldId="305"/>
            <ac:picMk id="44" creationId="{BEBE9A34-4C64-A572-BF42-C3C844CCE3F2}"/>
          </ac:picMkLst>
        </pc:picChg>
        <pc:picChg chg="mod">
          <ac:chgData name="musukie52@gmail.com" userId="017bd91f96aa8751" providerId="LiveId" clId="{5B2C3894-F97E-4CAB-8812-5BB4D83AAC6A}" dt="2026-01-19T14:31:22.531" v="1412"/>
          <ac:picMkLst>
            <pc:docMk/>
            <pc:sldMk cId="48787319" sldId="305"/>
            <ac:picMk id="51" creationId="{18513693-A47E-7398-01A7-AD4D8F51D5ED}"/>
          </ac:picMkLst>
        </pc:picChg>
        <pc:picChg chg="del">
          <ac:chgData name="musukie52@gmail.com" userId="017bd91f96aa8751" providerId="LiveId" clId="{5B2C3894-F97E-4CAB-8812-5BB4D83AAC6A}" dt="2026-01-19T14:13:36.088" v="1072" actId="478"/>
          <ac:picMkLst>
            <pc:docMk/>
            <pc:sldMk cId="48787319" sldId="305"/>
            <ac:picMk id="64" creationId="{6335F75F-DADD-F356-DCD2-579002605581}"/>
          </ac:picMkLst>
        </pc:picChg>
        <pc:picChg chg="mod ord topLvl">
          <ac:chgData name="musukie52@gmail.com" userId="017bd91f96aa8751" providerId="LiveId" clId="{5B2C3894-F97E-4CAB-8812-5BB4D83AAC6A}" dt="2026-01-19T14:45:12.867" v="1761" actId="1076"/>
          <ac:picMkLst>
            <pc:docMk/>
            <pc:sldMk cId="48787319" sldId="305"/>
            <ac:picMk id="74" creationId="{A7EFA274-78F2-07C2-EED6-4706E86CAB85}"/>
          </ac:picMkLst>
        </pc:picChg>
        <pc:picChg chg="mod topLvl">
          <ac:chgData name="musukie52@gmail.com" userId="017bd91f96aa8751" providerId="LiveId" clId="{5B2C3894-F97E-4CAB-8812-5BB4D83AAC6A}" dt="2026-01-19T14:49:19.611" v="1838" actId="165"/>
          <ac:picMkLst>
            <pc:docMk/>
            <pc:sldMk cId="48787319" sldId="305"/>
            <ac:picMk id="78" creationId="{0890A313-693C-C554-1F30-66D2EE7D2F08}"/>
          </ac:picMkLst>
        </pc:picChg>
        <pc:cxnChg chg="add del mod">
          <ac:chgData name="musukie52@gmail.com" userId="017bd91f96aa8751" providerId="LiveId" clId="{5B2C3894-F97E-4CAB-8812-5BB4D83AAC6A}" dt="2026-01-19T14:30:25.349" v="1402" actId="478"/>
          <ac:cxnSpMkLst>
            <pc:docMk/>
            <pc:sldMk cId="48787319" sldId="305"/>
            <ac:cxnSpMk id="48" creationId="{23766076-D81E-7AFF-455D-3084760B621B}"/>
          </ac:cxnSpMkLst>
        </pc:cxnChg>
        <pc:cxnChg chg="add del mod">
          <ac:chgData name="musukie52@gmail.com" userId="017bd91f96aa8751" providerId="LiveId" clId="{5B2C3894-F97E-4CAB-8812-5BB4D83AAC6A}" dt="2026-01-19T14:30:25.349" v="1402" actId="478"/>
          <ac:cxnSpMkLst>
            <pc:docMk/>
            <pc:sldMk cId="48787319" sldId="305"/>
            <ac:cxnSpMk id="49" creationId="{496C59E8-2487-9071-F6F8-928D99D9D4BF}"/>
          </ac:cxnSpMkLst>
        </pc:cxnChg>
      </pc:sldChg>
      <pc:sldChg chg="del">
        <pc:chgData name="musukie52@gmail.com" userId="017bd91f96aa8751" providerId="LiveId" clId="{5B2C3894-F97E-4CAB-8812-5BB4D83AAC6A}" dt="2026-01-19T10:09:01.255" v="604" actId="47"/>
        <pc:sldMkLst>
          <pc:docMk/>
          <pc:sldMk cId="3517213892" sldId="30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2026-01-20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45693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78252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6894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33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6782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81645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95400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24448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7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600075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500796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409803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417056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03722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414234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629425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07125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965977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4B3BA9B4-7E72-4B67-919E-AB65492FA93B}" type="datetime1">
              <a:rPr lang="ko-KR" altLang="en-US"/>
              <a:pPr lvl="0">
                <a:defRPr/>
              </a:pPr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94A2137-8E27-430F-BC1F-15A504CFDD7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030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13" Type="http://schemas.microsoft.com/office/2007/relationships/hdphoto" Target="../media/hdphoto6.wdp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11" Type="http://schemas.microsoft.com/office/2007/relationships/hdphoto" Target="../media/hdphoto5.wdp"/><Relationship Id="rId5" Type="http://schemas.openxmlformats.org/officeDocument/2006/relationships/image" Target="../media/image11.png"/><Relationship Id="rId15" Type="http://schemas.microsoft.com/office/2007/relationships/hdphoto" Target="../media/hdphoto7.wdp"/><Relationship Id="rId10" Type="http://schemas.openxmlformats.org/officeDocument/2006/relationships/image" Target="../media/image14.png"/><Relationship Id="rId4" Type="http://schemas.microsoft.com/office/2007/relationships/hdphoto" Target="../media/hdphoto2.wdp"/><Relationship Id="rId9" Type="http://schemas.openxmlformats.org/officeDocument/2006/relationships/image" Target="../media/image13.png"/><Relationship Id="rId1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>
            <a:grayscl/>
            <a:lum/>
          </a:blip>
          <a:stretch>
            <a:fillRect/>
          </a:stretch>
        </p:blipFill>
        <p:spPr>
          <a:xfrm>
            <a:off x="1160611" y="2706588"/>
            <a:ext cx="2571750" cy="1444823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04081" y="3808024"/>
            <a:ext cx="1491755" cy="242053"/>
          </a:xfrm>
          <a:prstGeom prst="rect">
            <a:avLst/>
          </a:prstGeom>
        </p:spPr>
      </p:pic>
      <p:sp>
        <p:nvSpPr>
          <p:cNvPr id="32" name="가로 글상자 31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B4B0D09F-A1DC-A188-B36C-15D02FB0080C}"/>
              </a:ext>
            </a:extLst>
          </p:cNvPr>
          <p:cNvSpPr/>
          <p:nvPr/>
        </p:nvSpPr>
        <p:spPr>
          <a:xfrm>
            <a:off x="866904" y="2263642"/>
            <a:ext cx="38100" cy="38100"/>
          </a:xfrm>
          <a:prstGeom prst="rect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1492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196C4B-3069-98E4-3290-E6823102C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E2884DC-5E16-EAF2-33FC-F0480971CA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7FFC31E0-CAA4-F6B5-F0AE-0561D3F065EC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177B9C45-5674-8973-FE8B-2C7230673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D2C79169-DAB4-9D64-FB5A-BC3EC67BD4A8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77C1EB0-F4A2-96CF-2EA9-3270155E2A3C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62CDDCBD-A8FA-6E8C-5920-CFD543D6DE3E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F600CE2E-A04A-6D07-1F95-194948B3E6E1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A6A9AF6-75FB-3B62-C604-B4409AD4C475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C60F8CB-60E3-E4C5-84B4-A15E47BC1869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FAACF9C5-BD0F-ED09-9FCE-765C361F65B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B07068B8-C7A0-F287-A809-9D30194A831B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48690E-C436-6CBC-6E64-D4D49F63848B}"/>
              </a:ext>
            </a:extLst>
          </p:cNvPr>
          <p:cNvSpPr txBox="1"/>
          <p:nvPr/>
        </p:nvSpPr>
        <p:spPr>
          <a:xfrm>
            <a:off x="1410952" y="3020457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5D94FB-4719-9A60-6445-249D461B0C82}"/>
              </a:ext>
            </a:extLst>
          </p:cNvPr>
          <p:cNvSpPr txBox="1"/>
          <p:nvPr/>
        </p:nvSpPr>
        <p:spPr>
          <a:xfrm>
            <a:off x="1334752" y="3579927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33733B25-6724-057E-0901-DE71EC4CC2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1278810" y="2531866"/>
            <a:ext cx="2558909" cy="2073117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848B0FA3-1CEF-C23B-2533-BB7F2D58C923}"/>
              </a:ext>
            </a:extLst>
          </p:cNvPr>
          <p:cNvGrpSpPr/>
          <p:nvPr/>
        </p:nvGrpSpPr>
        <p:grpSpPr>
          <a:xfrm>
            <a:off x="3365316" y="466980"/>
            <a:ext cx="944806" cy="765441"/>
            <a:chOff x="581564" y="1301432"/>
            <a:chExt cx="944806" cy="765441"/>
          </a:xfrm>
        </p:grpSpPr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02725463-47DB-C15F-151D-D92B24EEA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FE550B8-E378-85E2-A018-B13765305DE0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믿고 있어</a:t>
              </a:r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921860F8-A565-75A9-558B-F89ECB11D877}"/>
              </a:ext>
            </a:extLst>
          </p:cNvPr>
          <p:cNvGrpSpPr/>
          <p:nvPr/>
        </p:nvGrpSpPr>
        <p:grpSpPr>
          <a:xfrm>
            <a:off x="6478483" y="4407842"/>
            <a:ext cx="944806" cy="765441"/>
            <a:chOff x="581564" y="1301432"/>
            <a:chExt cx="944806" cy="765441"/>
          </a:xfrm>
        </p:grpSpPr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D6B7D724-4437-89AE-7BC1-710294AA98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83C1D46C-33BD-6A4C-F646-460AE757E10B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고마워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974DF133-7F94-B14A-08A6-CA1CBA5EF309}"/>
              </a:ext>
            </a:extLst>
          </p:cNvPr>
          <p:cNvGrpSpPr/>
          <p:nvPr/>
        </p:nvGrpSpPr>
        <p:grpSpPr>
          <a:xfrm>
            <a:off x="4721519" y="1766425"/>
            <a:ext cx="944806" cy="765441"/>
            <a:chOff x="581564" y="1301432"/>
            <a:chExt cx="944806" cy="765441"/>
          </a:xfrm>
        </p:grpSpPr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5C3243EE-99DB-0BA3-8622-39FF876183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B3C3499-A3F8-32A5-5F90-8E0F18575EDD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 err="1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부탁할게</a:t>
              </a:r>
              <a:endPara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endParaRPr>
            </a:p>
          </p:txBody>
        </p:sp>
      </p:grpSp>
      <p:pic>
        <p:nvPicPr>
          <p:cNvPr id="64" name="그림 63">
            <a:extLst>
              <a:ext uri="{FF2B5EF4-FFF2-40B4-BE49-F238E27FC236}">
                <a16:creationId xmlns:a16="http://schemas.microsoft.com/office/drawing/2014/main" id="{CCF3B127-81D8-CFE2-41F3-1C933D647A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6950886" y="985450"/>
            <a:ext cx="944806" cy="765441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9AFFB39F-7713-1991-E626-699E5EFAC8F4}"/>
              </a:ext>
            </a:extLst>
          </p:cNvPr>
          <p:cNvSpPr txBox="1"/>
          <p:nvPr/>
        </p:nvSpPr>
        <p:spPr>
          <a:xfrm>
            <a:off x="6923293" y="1190828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42ECD059-2523-559F-BF5B-EB7A3E01A0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2335601" y="5270323"/>
            <a:ext cx="944806" cy="765441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89292C34-6A8A-D1F7-1A42-D7131A54FA00}"/>
              </a:ext>
            </a:extLst>
          </p:cNvPr>
          <p:cNvSpPr txBox="1"/>
          <p:nvPr/>
        </p:nvSpPr>
        <p:spPr>
          <a:xfrm>
            <a:off x="2310731" y="5475701"/>
            <a:ext cx="1030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너밖에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없어</a:t>
            </a: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DB8E796-2A65-0721-EBD8-D7AC60368D8B}"/>
              </a:ext>
            </a:extLst>
          </p:cNvPr>
          <p:cNvGrpSpPr/>
          <p:nvPr/>
        </p:nvGrpSpPr>
        <p:grpSpPr>
          <a:xfrm>
            <a:off x="581564" y="1301432"/>
            <a:ext cx="944806" cy="765441"/>
            <a:chOff x="581564" y="1301432"/>
            <a:chExt cx="944806" cy="765441"/>
          </a:xfrm>
        </p:grpSpPr>
        <p:pic>
          <p:nvPicPr>
            <p:cNvPr id="70" name="그림 69">
              <a:extLst>
                <a:ext uri="{FF2B5EF4-FFF2-40B4-BE49-F238E27FC236}">
                  <a16:creationId xmlns:a16="http://schemas.microsoft.com/office/drawing/2014/main" id="{3847BB81-4D15-A007-ECA8-5DF05FA4C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B0D69BC-BC84-8917-5DF1-3A69AFE9DBE8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역시 너야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5221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A84E3-D2CD-360A-2558-DF09544BC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343678C-FC41-0834-7E95-F3BAB4AD9D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6607359D-3A0A-932C-75ED-E9DC41E2E8D6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C087A3BB-49CD-1566-29C3-D7B23BBFCA68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E8931E9B-1BA8-915E-A000-BC7A87AA1CCE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6A6A86E9-31D0-2498-BE24-1FCEFF7A0C37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A7EA3AE5-8BAE-7364-0722-8727732E3C2F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5EC1E8A6-B820-E4B7-F0AE-E2C520E4C34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58494A9-3C2E-02B8-DDE6-CF5EED0962C8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0012C4C9-111B-3932-B9E2-09291FD3CC95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2A801FB9-8246-1C1A-DAD1-8FBE98B56EC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ED56128E-7C35-E4C8-C431-87F86AD4ECD7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C2F9B5-064A-41E6-5D12-25DAABFEF1C3}"/>
              </a:ext>
            </a:extLst>
          </p:cNvPr>
          <p:cNvSpPr txBox="1"/>
          <p:nvPr/>
        </p:nvSpPr>
        <p:spPr>
          <a:xfrm>
            <a:off x="1410952" y="3020457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8ECA50-C85F-86F0-550A-BFBB6F51F87E}"/>
              </a:ext>
            </a:extLst>
          </p:cNvPr>
          <p:cNvSpPr txBox="1"/>
          <p:nvPr/>
        </p:nvSpPr>
        <p:spPr>
          <a:xfrm>
            <a:off x="1334752" y="3579927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7E0B5589-F467-FF99-3947-B54BA91211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1278810" y="2531866"/>
            <a:ext cx="2558909" cy="2073117"/>
          </a:xfrm>
          <a:prstGeom prst="rect">
            <a:avLst/>
          </a:prstGeom>
        </p:spPr>
      </p:pic>
      <p:grpSp>
        <p:nvGrpSpPr>
          <p:cNvPr id="57" name="그룹 56">
            <a:extLst>
              <a:ext uri="{FF2B5EF4-FFF2-40B4-BE49-F238E27FC236}">
                <a16:creationId xmlns:a16="http://schemas.microsoft.com/office/drawing/2014/main" id="{0260E40B-12E2-0ED8-7A33-4B6851E896F6}"/>
              </a:ext>
            </a:extLst>
          </p:cNvPr>
          <p:cNvGrpSpPr/>
          <p:nvPr/>
        </p:nvGrpSpPr>
        <p:grpSpPr>
          <a:xfrm>
            <a:off x="7193097" y="2614302"/>
            <a:ext cx="944806" cy="765441"/>
            <a:chOff x="581564" y="1301432"/>
            <a:chExt cx="944806" cy="765441"/>
          </a:xfrm>
        </p:grpSpPr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7F394440-82E5-625C-7607-2717C18FF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C7C627C-3BBE-F050-C729-EEE5D076E391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믿고 있어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434054D-289D-4E52-BBA0-90ABF273A105}"/>
              </a:ext>
            </a:extLst>
          </p:cNvPr>
          <p:cNvGrpSpPr/>
          <p:nvPr/>
        </p:nvGrpSpPr>
        <p:grpSpPr>
          <a:xfrm>
            <a:off x="4721519" y="1766425"/>
            <a:ext cx="944806" cy="765441"/>
            <a:chOff x="581564" y="1301432"/>
            <a:chExt cx="944806" cy="765441"/>
          </a:xfrm>
        </p:grpSpPr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66BA6561-AE0A-30B9-4A64-97BBFB918D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2DEFB34-BA2E-53AE-FE71-8C3CFD733711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역시 너야</a:t>
              </a:r>
            </a:p>
          </p:txBody>
        </p:sp>
      </p:grpSp>
      <p:pic>
        <p:nvPicPr>
          <p:cNvPr id="64" name="그림 63">
            <a:extLst>
              <a:ext uri="{FF2B5EF4-FFF2-40B4-BE49-F238E27FC236}">
                <a16:creationId xmlns:a16="http://schemas.microsoft.com/office/drawing/2014/main" id="{A3CBF68A-AA67-AD34-A80D-71ABAA55D1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6818614" y="985450"/>
            <a:ext cx="944806" cy="765441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78EFF843-7B55-04D3-AC37-122615118C8E}"/>
              </a:ext>
            </a:extLst>
          </p:cNvPr>
          <p:cNvSpPr txBox="1"/>
          <p:nvPr/>
        </p:nvSpPr>
        <p:spPr>
          <a:xfrm>
            <a:off x="6791021" y="1190828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</p:spTree>
    <p:extLst>
      <p:ext uri="{BB962C8B-B14F-4D97-AF65-F5344CB8AC3E}">
        <p14:creationId xmlns:p14="http://schemas.microsoft.com/office/powerpoint/2010/main" val="396487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DE08EF-BFA9-BDE2-3E15-7E2665CE2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그림 77" descr="예술, 스크린샷, 만화 영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90A313-693C-C554-1F30-66D2EE7D2F0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2180" b="50587"/>
          <a:stretch>
            <a:fillRect/>
          </a:stretch>
        </p:blipFill>
        <p:spPr>
          <a:xfrm rot="5400000">
            <a:off x="4220385" y="2513852"/>
            <a:ext cx="4353339" cy="3240000"/>
          </a:xfrm>
          <a:prstGeom prst="rect">
            <a:avLst/>
          </a:prstGeom>
        </p:spPr>
      </p:pic>
      <p:grpSp>
        <p:nvGrpSpPr>
          <p:cNvPr id="50" name="그룹 49">
            <a:extLst>
              <a:ext uri="{FF2B5EF4-FFF2-40B4-BE49-F238E27FC236}">
                <a16:creationId xmlns:a16="http://schemas.microsoft.com/office/drawing/2014/main" id="{3AC8C9D1-8654-8E97-0FC3-993E2797C933}"/>
              </a:ext>
            </a:extLst>
          </p:cNvPr>
          <p:cNvGrpSpPr/>
          <p:nvPr/>
        </p:nvGrpSpPr>
        <p:grpSpPr>
          <a:xfrm flipH="1">
            <a:off x="1156826" y="1947335"/>
            <a:ext cx="3240000" cy="4353339"/>
            <a:chOff x="4571995" y="1947334"/>
            <a:chExt cx="3239250" cy="4353339"/>
          </a:xfrm>
        </p:grpSpPr>
        <p:pic>
          <p:nvPicPr>
            <p:cNvPr id="51" name="그림 50" descr="예술, 스크린샷, 만화 영화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8513693-A47E-7398-01A7-AD4D8F51D5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180" b="50587"/>
            <a:stretch>
              <a:fillRect/>
            </a:stretch>
          </p:blipFill>
          <p:spPr>
            <a:xfrm rot="5400000">
              <a:off x="4014950" y="2504379"/>
              <a:ext cx="4353339" cy="3239250"/>
            </a:xfrm>
            <a:prstGeom prst="rect">
              <a:avLst/>
            </a:prstGeom>
          </p:spPr>
        </p:pic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F7CE06C-62D9-6E2F-FDD1-0C940A40DF99}"/>
                </a:ext>
              </a:extLst>
            </p:cNvPr>
            <p:cNvSpPr/>
            <p:nvPr/>
          </p:nvSpPr>
          <p:spPr>
            <a:xfrm>
              <a:off x="6145401" y="3943349"/>
              <a:ext cx="82758" cy="70248"/>
            </a:xfrm>
            <a:prstGeom prst="rect">
              <a:avLst/>
            </a:prstGeom>
            <a:solidFill>
              <a:srgbClr val="B7AD7C"/>
            </a:solidFill>
            <a:ln>
              <a:noFill/>
            </a:ln>
            <a:effectLst>
              <a:softEdge rad="254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C3074205-948C-61F3-1AD7-6C19681D1216}"/>
                </a:ext>
              </a:extLst>
            </p:cNvPr>
            <p:cNvSpPr/>
            <p:nvPr/>
          </p:nvSpPr>
          <p:spPr>
            <a:xfrm>
              <a:off x="6011466" y="3675461"/>
              <a:ext cx="417909" cy="270271"/>
            </a:xfrm>
            <a:prstGeom prst="rect">
              <a:avLst/>
            </a:prstGeom>
            <a:solidFill>
              <a:srgbClr val="947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C4F1CDD9-912C-069F-4406-8DE6DE7F48E4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765C376-787B-B264-D599-E0D3EC8DD4CB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403E5E74-FAD1-5C8C-3B00-CF87430D8219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6A7CA66-EED1-791E-B3A1-0BC32528F566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949167FF-E5F1-C2E2-49A8-EC612DA7103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AD77AB57-90C5-1E0D-ACA6-45B2DF291107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0E6B00E-09E0-593F-8F2A-8055F5F58F62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2B896E24-CD65-DE70-C8D2-4C940155429F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D662DD2-7C1D-82EF-CC76-0C70193CF2A3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86714CA8-C82B-9197-6798-498389C8DC39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ACD3BE9-A577-A2EF-4B02-83E73F835E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9332" t="49606" r="17572" b="37734"/>
          <a:stretch>
            <a:fillRect/>
          </a:stretch>
        </p:blipFill>
        <p:spPr>
          <a:xfrm>
            <a:off x="3308346" y="608777"/>
            <a:ext cx="2527304" cy="13853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A89ABAC-CBEA-212F-3E4B-8E4038A8F87F}"/>
              </a:ext>
            </a:extLst>
          </p:cNvPr>
          <p:cNvSpPr txBox="1"/>
          <p:nvPr/>
        </p:nvSpPr>
        <p:spPr>
          <a:xfrm>
            <a:off x="3622673" y="962585"/>
            <a:ext cx="201295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</a:t>
            </a:r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착해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!</a:t>
            </a:r>
            <a:endParaRPr lang="ko-KR" altLang="en-US" sz="35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E1BC92-6CC4-A0EF-7C5A-4C936D3A5EF9}"/>
              </a:ext>
            </a:extLst>
          </p:cNvPr>
          <p:cNvSpPr txBox="1"/>
          <p:nvPr/>
        </p:nvSpPr>
        <p:spPr>
          <a:xfrm>
            <a:off x="3775073" y="1504796"/>
            <a:ext cx="20129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BC3BEE9-A943-5A1D-EE0C-2BFD69658D05}"/>
              </a:ext>
            </a:extLst>
          </p:cNvPr>
          <p:cNvGrpSpPr/>
          <p:nvPr/>
        </p:nvGrpSpPr>
        <p:grpSpPr>
          <a:xfrm>
            <a:off x="3634591" y="3095897"/>
            <a:ext cx="944806" cy="765441"/>
            <a:chOff x="581564" y="1301432"/>
            <a:chExt cx="944806" cy="765441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CAAD1DD8-1849-2006-FE80-6107063B8B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54F65EA-554E-E43B-F80F-AC07F558543E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고마워</a:t>
              </a: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5E15EE0-BD47-89A2-0241-6A04F9F8C273}"/>
              </a:ext>
            </a:extLst>
          </p:cNvPr>
          <p:cNvGrpSpPr/>
          <p:nvPr/>
        </p:nvGrpSpPr>
        <p:grpSpPr>
          <a:xfrm>
            <a:off x="1311073" y="2207454"/>
            <a:ext cx="944806" cy="765441"/>
            <a:chOff x="581564" y="1301432"/>
            <a:chExt cx="944806" cy="765441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BA872BD3-2C02-5F47-D223-89BD3F7C2A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D35147-4E12-C4B4-B288-F1BF52826D58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 err="1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부탁할게</a:t>
              </a:r>
              <a:endPara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endParaRPr>
            </a:p>
          </p:txBody>
        </p:sp>
      </p:grpSp>
      <p:pic>
        <p:nvPicPr>
          <p:cNvPr id="74" name="그림 73">
            <a:extLst>
              <a:ext uri="{FF2B5EF4-FFF2-40B4-BE49-F238E27FC236}">
                <a16:creationId xmlns:a16="http://schemas.microsoft.com/office/drawing/2014/main" id="{A7EFA274-78F2-07C2-EED6-4706E86CAB8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 flipH="1">
            <a:off x="6826102" y="2207454"/>
            <a:ext cx="943919" cy="76544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5B3C35F-D918-EF0E-4ABC-E4EB6275C5A1}"/>
              </a:ext>
            </a:extLst>
          </p:cNvPr>
          <p:cNvSpPr txBox="1"/>
          <p:nvPr/>
        </p:nvSpPr>
        <p:spPr>
          <a:xfrm flipH="1">
            <a:off x="6801812" y="2409760"/>
            <a:ext cx="1029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너여야만</a:t>
            </a:r>
            <a:r>
              <a:rPr lang="ko-KR" altLang="en-US" sz="1100" dirty="0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해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34A97B07-B01A-35EB-FEEC-E28EB740E61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 flipV="1">
            <a:off x="4594089" y="4247008"/>
            <a:ext cx="944806" cy="8316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34438C7-4EF4-921C-3974-B5893E752EE3}"/>
              </a:ext>
            </a:extLst>
          </p:cNvPr>
          <p:cNvSpPr txBox="1"/>
          <p:nvPr/>
        </p:nvSpPr>
        <p:spPr>
          <a:xfrm flipV="1">
            <a:off x="4583652" y="4571257"/>
            <a:ext cx="943291" cy="284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네가 해줘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BAD1ACA-D230-CA5F-A8EF-1B7B78FD8CE2}"/>
              </a:ext>
            </a:extLst>
          </p:cNvPr>
          <p:cNvSpPr/>
          <p:nvPr/>
        </p:nvSpPr>
        <p:spPr>
          <a:xfrm>
            <a:off x="3474245" y="784944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3CC13FB-FB92-FAD5-2D77-26A864446F71}"/>
              </a:ext>
            </a:extLst>
          </p:cNvPr>
          <p:cNvSpPr/>
          <p:nvPr/>
        </p:nvSpPr>
        <p:spPr>
          <a:xfrm>
            <a:off x="5507846" y="784944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99FF3290-3E93-62EF-5A32-6D6EC5D02FAA}"/>
              </a:ext>
            </a:extLst>
          </p:cNvPr>
          <p:cNvSpPr/>
          <p:nvPr/>
        </p:nvSpPr>
        <p:spPr>
          <a:xfrm>
            <a:off x="5505527" y="1740883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A75595F5-0BE2-9B42-9851-D1FDFC1DDB11}"/>
              </a:ext>
            </a:extLst>
          </p:cNvPr>
          <p:cNvSpPr/>
          <p:nvPr/>
        </p:nvSpPr>
        <p:spPr>
          <a:xfrm>
            <a:off x="3472729" y="1740882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A16D143C-4188-18AC-A2A7-F56EF0570A61}"/>
              </a:ext>
            </a:extLst>
          </p:cNvPr>
          <p:cNvSpPr/>
          <p:nvPr/>
        </p:nvSpPr>
        <p:spPr>
          <a:xfrm>
            <a:off x="3332514" y="712636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FDBD847C-2F1A-EA9F-A005-03443CB0C98E}"/>
              </a:ext>
            </a:extLst>
          </p:cNvPr>
          <p:cNvSpPr/>
          <p:nvPr/>
        </p:nvSpPr>
        <p:spPr>
          <a:xfrm>
            <a:off x="5664946" y="712636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B08CC0C-163B-A0D3-D507-22AC814362EB}"/>
              </a:ext>
            </a:extLst>
          </p:cNvPr>
          <p:cNvSpPr/>
          <p:nvPr/>
        </p:nvSpPr>
        <p:spPr>
          <a:xfrm>
            <a:off x="3629829" y="715841"/>
            <a:ext cx="1897114" cy="202340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98F4EFEB-9C4D-E249-AEFF-8A00FD803513}"/>
              </a:ext>
            </a:extLst>
          </p:cNvPr>
          <p:cNvSpPr/>
          <p:nvPr/>
        </p:nvSpPr>
        <p:spPr>
          <a:xfrm>
            <a:off x="3479872" y="641152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31284B01-9D7A-1FDF-F087-415D0F1DC456}"/>
              </a:ext>
            </a:extLst>
          </p:cNvPr>
          <p:cNvSpPr/>
          <p:nvPr/>
        </p:nvSpPr>
        <p:spPr>
          <a:xfrm>
            <a:off x="3479872" y="1885346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528481FB-6917-BE3B-CB45-062AC2CA06EA}"/>
              </a:ext>
            </a:extLst>
          </p:cNvPr>
          <p:cNvSpPr/>
          <p:nvPr/>
        </p:nvSpPr>
        <p:spPr>
          <a:xfrm>
            <a:off x="5512670" y="1887938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FF38648C-B397-04B0-FC8D-1A8C5CE5DF95}"/>
              </a:ext>
            </a:extLst>
          </p:cNvPr>
          <p:cNvSpPr/>
          <p:nvPr/>
        </p:nvSpPr>
        <p:spPr>
          <a:xfrm>
            <a:off x="3636972" y="1810127"/>
            <a:ext cx="1885209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787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980013" y="593098"/>
            <a:ext cx="1151334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목차</a:t>
            </a:r>
          </a:p>
        </p:txBody>
      </p:sp>
      <p:sp>
        <p:nvSpPr>
          <p:cNvPr id="51" name="가로 글상자 50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54" name="타원 53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56" name="타원 55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타원 56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타원 57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타원 58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타원 59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타원 60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2" name="TextBox 1"/>
          <p:cNvSpPr txBox="1"/>
          <p:nvPr/>
        </p:nvSpPr>
        <p:spPr>
          <a:xfrm>
            <a:off x="9316166" y="1301432"/>
            <a:ext cx="2808778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글꼴</a:t>
            </a:r>
          </a:p>
          <a:p>
            <a:pPr lvl="0">
              <a:defRPr/>
            </a:pPr>
            <a:r>
              <a:rPr lang="ko-KR" altLang="en-US" sz="1900" smtClean="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넥슨</a:t>
            </a:r>
            <a:r>
              <a:rPr lang="en-US" altLang="ko-KR" sz="1900" smtClean="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Lv2</a:t>
            </a:r>
            <a:r>
              <a:rPr lang="ko-KR" altLang="en-US" sz="1900" smtClean="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고딕 </a:t>
            </a:r>
            <a:r>
              <a:rPr lang="en-US" altLang="ko-KR" sz="1900" smtClean="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OTF Light</a:t>
            </a:r>
            <a:endParaRPr lang="ko-KR" altLang="en-US" sz="1900"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3" name="가로 글상자 62"/>
          <p:cNvSpPr txBox="1"/>
          <p:nvPr/>
        </p:nvSpPr>
        <p:spPr>
          <a:xfrm>
            <a:off x="509585" y="2072401"/>
            <a:ext cx="230267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개요</a:t>
            </a:r>
          </a:p>
        </p:txBody>
      </p:sp>
      <p:sp>
        <p:nvSpPr>
          <p:cNvPr id="64" name="가로 글상자 63"/>
          <p:cNvSpPr txBox="1"/>
          <p:nvPr/>
        </p:nvSpPr>
        <p:spPr>
          <a:xfrm>
            <a:off x="2269330" y="2109202"/>
            <a:ext cx="35349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제목          장르          시놉시스          재미요소          </a:t>
            </a:r>
          </a:p>
        </p:txBody>
      </p:sp>
      <p:sp>
        <p:nvSpPr>
          <p:cNvPr id="65" name="가로 글상자 64"/>
          <p:cNvSpPr txBox="1"/>
          <p:nvPr/>
        </p:nvSpPr>
        <p:spPr>
          <a:xfrm>
            <a:off x="509586" y="2756301"/>
            <a:ext cx="144542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게임의 정의</a:t>
            </a:r>
            <a:endParaRPr lang="en-US" altLang="ko-KR" sz="1900" b="1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6" name="가로 글상자 65"/>
          <p:cNvSpPr txBox="1"/>
          <p:nvPr/>
        </p:nvSpPr>
        <p:spPr>
          <a:xfrm>
            <a:off x="2269331" y="2797827"/>
            <a:ext cx="35349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플레이의 작용요소          방해요인          </a:t>
            </a:r>
            <a:r>
              <a:rPr lang="ko-KR" altLang="en-US" sz="13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목적</a:t>
            </a:r>
            <a:r>
              <a:rPr lang="ko-KR" altLang="en-US" sz="14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       </a:t>
            </a:r>
          </a:p>
        </p:txBody>
      </p:sp>
      <p:pic>
        <p:nvPicPr>
          <p:cNvPr id="72" name="그림 71"/>
          <p:cNvPicPr>
            <a:picLocks noChangeAspect="1"/>
          </p:cNvPicPr>
          <p:nvPr/>
        </p:nvPicPr>
        <p:blipFill rotWithShape="1">
          <a:blip r:embed="rId3">
            <a:extLst>
              <a:ext uri="783A4284-B454-46f5-B8C8-42B5039CE256">
                <hp:hncPhoto xmlns:hp="http://schemas.haansoft.com/office/presentation/8.0" xmlns:dsp="http://schemas.microsoft.com/office/drawing/2008/diagram" xmlns:dgm="http://schemas.openxmlformats.org/drawingml/2006/diagram" xmlns:c="http://schemas.openxmlformats.org/drawingml/2006/chart" xmlns="">
                  <hd:imgLayer xmlns:hd="http://schemas.haansoft.com/office/drawingml/8.0" r:embed="rId4">
                    <hd:imgEffect xmlns:hd="http://schemas.haansoft.com/office/drawingml/8.0">
                      <hd:artEffectSketch/>
                    </hd:imgEffect>
                  </hd:imgLayer>
                </hp:hncPhoto>
              </a:ext>
            </a:extLst>
          </a:blip>
          <a:stretch>
            <a:fillRect/>
          </a:stretch>
        </p:blipFill>
        <p:spPr>
          <a:xfrm>
            <a:off x="482606" y="655624"/>
            <a:ext cx="494995" cy="494995"/>
          </a:xfrm>
          <a:prstGeom prst="rect">
            <a:avLst/>
          </a:prstGeom>
        </p:spPr>
      </p:pic>
      <p:sp>
        <p:nvSpPr>
          <p:cNvPr id="73" name="모서리가 둥근 직사각형 72"/>
          <p:cNvSpPr/>
          <p:nvPr/>
        </p:nvSpPr>
        <p:spPr>
          <a:xfrm>
            <a:off x="482606" y="1301432"/>
            <a:ext cx="8178788" cy="464094"/>
          </a:xfrm>
          <a:prstGeom prst="roundRect">
            <a:avLst>
              <a:gd name="adj" fmla="val 16667"/>
            </a:avLst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pic>
        <p:nvPicPr>
          <p:cNvPr id="75" name="그림 74"/>
          <p:cNvPicPr>
            <a:picLocks noChangeAspect="1"/>
          </p:cNvPicPr>
          <p:nvPr/>
        </p:nvPicPr>
        <p:blipFill rotWithShape="1">
          <a:blip r:embed="rId5"/>
          <a:srcRect l="30810" t="32500" r="39130" b="28590"/>
          <a:stretch>
            <a:fillRect/>
          </a:stretch>
        </p:blipFill>
        <p:spPr>
          <a:xfrm>
            <a:off x="7467957" y="430583"/>
            <a:ext cx="930746" cy="1205017"/>
          </a:xfrm>
          <a:prstGeom prst="rect">
            <a:avLst/>
          </a:prstGeom>
        </p:spPr>
      </p:pic>
      <p:cxnSp>
        <p:nvCxnSpPr>
          <p:cNvPr id="76" name="선 75"/>
          <p:cNvCxnSpPr/>
          <p:nvPr/>
        </p:nvCxnSpPr>
        <p:spPr>
          <a:xfrm rot="16200000" flipH="1" flipV="1">
            <a:off x="-105886" y="4133293"/>
            <a:ext cx="4121787" cy="0"/>
          </a:xfrm>
          <a:prstGeom prst="line">
            <a:avLst/>
          </a:prstGeom>
          <a:ln w="25400">
            <a:solidFill>
              <a:srgbClr val="496F7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가로 글상자 76"/>
          <p:cNvSpPr txBox="1"/>
          <p:nvPr/>
        </p:nvSpPr>
        <p:spPr>
          <a:xfrm>
            <a:off x="0" y="-363368"/>
            <a:ext cx="9144000" cy="370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목차는 이번 수업에서 중요하지 않으므로 만들지 않고 넘어간다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71944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355100" y="1969770"/>
            <a:ext cx="157043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플랫폼</a:t>
            </a:r>
            <a:r>
              <a:rPr lang="en-US" altLang="ko-KR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Platform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2682613" y="1969770"/>
            <a:ext cx="2166314" cy="295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100" b="1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PC</a:t>
            </a:r>
            <a:r>
              <a:rPr lang="en-US" altLang="ko-KR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, CONSOLE</a:t>
            </a:r>
            <a:endParaRPr lang="ko-KR" altLang="en-US" sz="1100" b="1" spc="100">
              <a:solidFill>
                <a:srgbClr val="767779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682613" y="2537234"/>
            <a:ext cx="2598274" cy="295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FCE89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내러티브 중심 어드벤처</a:t>
            </a:r>
          </a:p>
        </p:txBody>
      </p:sp>
      <p:sp>
        <p:nvSpPr>
          <p:cNvPr id="39" name="가로 글상자 38"/>
          <p:cNvSpPr txBox="1"/>
          <p:nvPr/>
        </p:nvSpPr>
        <p:spPr>
          <a:xfrm>
            <a:off x="2682612" y="3082622"/>
            <a:ext cx="6369948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선택지가 주어지는 것처럼 보이지만</a:t>
            </a:r>
            <a:r>
              <a:rPr lang="en-US" altLang="ko-KR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,</a:t>
            </a: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이야기가 진행될수록 </a:t>
            </a:r>
            <a:r>
              <a:rPr lang="ko-KR" altLang="en-US" sz="1100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모든 선택은 하나의 방향으로 수렴</a:t>
            </a: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한다</a:t>
            </a:r>
            <a:r>
              <a:rPr lang="en-US" altLang="ko-KR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100" spc="100">
              <a:solidFill>
                <a:srgbClr val="767779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스스로를 특별히 착한 사람이라 여기지 않는 </a:t>
            </a:r>
            <a:r>
              <a:rPr lang="ko-KR" altLang="en-US" sz="1100" spc="100" smtClean="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주인공은</a:t>
            </a:r>
            <a:r>
              <a:rPr lang="en-US" altLang="ko-KR" sz="1100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</a:t>
            </a:r>
            <a:r>
              <a:rPr lang="en-US" altLang="ko-KR" sz="1100" spc="100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’</a:t>
            </a:r>
            <a:r>
              <a:rPr lang="ko-KR" altLang="en-US" sz="1100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가장 착한 사람</a:t>
            </a:r>
            <a:r>
              <a:rPr lang="en-US" altLang="ko-KR" sz="1100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’</a:t>
            </a: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이기를 요구받는 기대 속에서</a:t>
            </a:r>
            <a:r>
              <a:rPr lang="en-US" altLang="ko-KR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서서히 붕괴되어 가는 세계와 함께 하나의 역할로 소모되어 간다</a:t>
            </a:r>
            <a:r>
              <a:rPr lang="en-US" altLang="ko-KR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100" spc="100">
              <a:solidFill>
                <a:srgbClr val="767779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선택을 반복할수록 </a:t>
            </a:r>
            <a:r>
              <a:rPr lang="ko-KR" altLang="en-US" sz="1100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선</a:t>
            </a:r>
            <a:r>
              <a:rPr lang="ko-KR" altLang="en-US" sz="1100" b="1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의</a:t>
            </a:r>
            <a:r>
              <a:rPr lang="ko-KR" altLang="en-US" sz="1100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는 의미를 잃고</a:t>
            </a:r>
            <a:r>
              <a:rPr lang="en-US" altLang="ko-KR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,</a:t>
            </a: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착함은 자발적인 판단이 아닌 </a:t>
            </a:r>
            <a:r>
              <a:rPr lang="ko-KR" altLang="en-US" sz="1100" spc="100">
                <a:solidFill>
                  <a:srgbClr val="EB657E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피할 수 없는 의무</a:t>
            </a: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가 된다</a:t>
            </a:r>
            <a:r>
              <a:rPr lang="en-US" altLang="ko-KR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.</a:t>
            </a:r>
            <a:endParaRPr lang="ko-KR" altLang="en-US" sz="1100" b="1" spc="100">
              <a:solidFill>
                <a:srgbClr val="767779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40" name="가로 글상자 39"/>
          <p:cNvSpPr txBox="1"/>
          <p:nvPr/>
        </p:nvSpPr>
        <p:spPr>
          <a:xfrm>
            <a:off x="2682613" y="4604990"/>
            <a:ext cx="5200501" cy="90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▶     </a:t>
            </a:r>
            <a:r>
              <a:rPr lang="ko-KR" altLang="en-US" sz="1100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감정적</a:t>
            </a: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</a:t>
            </a:r>
            <a:r>
              <a:rPr lang="ko-KR" altLang="en-US" sz="1100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압박과 몰입</a:t>
            </a: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을 즐기는 내러티브 플레이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▶     </a:t>
            </a:r>
            <a:r>
              <a:rPr lang="ko-KR" altLang="en-US" sz="1100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선택에 따라 변화</a:t>
            </a: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하는 스토리 전개와 엔딩 구조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▶     선택 누적에 따라 </a:t>
            </a:r>
            <a:r>
              <a:rPr lang="ko-KR" altLang="en-US" sz="1100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분위기와 연출이 변화</a:t>
            </a: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하는 시스템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▶     선행이 보상이 아닌 </a:t>
            </a: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부담으로 작동하는 </a:t>
            </a:r>
            <a:r>
              <a:rPr lang="en-US" altLang="ko-KR" sz="1100" b="1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‘</a:t>
            </a:r>
            <a:r>
              <a:rPr lang="ko-KR" altLang="en-US" sz="1100" b="1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선택 소모화</a:t>
            </a:r>
            <a:r>
              <a:rPr lang="en-US" altLang="ko-KR" sz="1100" b="1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’</a:t>
            </a:r>
            <a:r>
              <a:rPr lang="ko-KR" altLang="en-US" sz="1100" b="1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</a:t>
            </a: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구조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355101" y="2537234"/>
            <a:ext cx="157043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게임장르</a:t>
            </a:r>
            <a:r>
              <a:rPr lang="en-US" altLang="ko-KR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Genre</a:t>
            </a:r>
          </a:p>
        </p:txBody>
      </p:sp>
      <p:sp>
        <p:nvSpPr>
          <p:cNvPr id="42" name="가로 글상자 41"/>
          <p:cNvSpPr txBox="1"/>
          <p:nvPr/>
        </p:nvSpPr>
        <p:spPr>
          <a:xfrm>
            <a:off x="355102" y="4589524"/>
            <a:ext cx="1781072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재미 요소</a:t>
            </a:r>
            <a:r>
              <a:rPr lang="en-US" altLang="ko-KR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Core Fun</a:t>
            </a:r>
            <a:r>
              <a:rPr lang="en-US" altLang="ko-KR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  </a:t>
            </a:r>
          </a:p>
        </p:txBody>
      </p:sp>
      <p:sp>
        <p:nvSpPr>
          <p:cNvPr id="43" name="가로 글상자 42"/>
          <p:cNvSpPr txBox="1"/>
          <p:nvPr/>
        </p:nvSpPr>
        <p:spPr>
          <a:xfrm>
            <a:off x="355103" y="3082622"/>
            <a:ext cx="178107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시놉시스</a:t>
            </a:r>
            <a:r>
              <a:rPr lang="en-US" altLang="ko-KR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  </a:t>
            </a:r>
            <a:r>
              <a:rPr lang="en-US" altLang="ko-KR" sz="1100" b="1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Synopsis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355102" y="1383461"/>
            <a:ext cx="157043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슬로건   </a:t>
            </a:r>
            <a:r>
              <a:rPr lang="en-US" altLang="ko-KR" sz="1100" b="1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Slogan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2682611" y="1420415"/>
            <a:ext cx="2598277" cy="295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496F78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선택하거나</a:t>
            </a:r>
            <a:r>
              <a:rPr lang="ko-KR" altLang="en-US" sz="1100" b="1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</a:t>
            </a:r>
            <a:r>
              <a:rPr lang="en-US" altLang="ko-KR" sz="1100" b="1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-</a:t>
            </a:r>
            <a:r>
              <a:rPr lang="ko-KR" altLang="en-US" sz="1100" b="1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</a:t>
            </a:r>
            <a:r>
              <a:rPr lang="ko-KR" altLang="en-US" sz="1100" b="1" spc="100">
                <a:solidFill>
                  <a:srgbClr val="8B5587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선택 당하거나</a:t>
            </a:r>
          </a:p>
        </p:txBody>
      </p:sp>
      <p:sp>
        <p:nvSpPr>
          <p:cNvPr id="70" name="가로 글상자 69"/>
          <p:cNvSpPr txBox="1"/>
          <p:nvPr/>
        </p:nvSpPr>
        <p:spPr>
          <a:xfrm>
            <a:off x="509586" y="391416"/>
            <a:ext cx="393396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개요</a:t>
            </a:r>
          </a:p>
        </p:txBody>
      </p:sp>
      <p:sp>
        <p:nvSpPr>
          <p:cNvPr id="82" name="타원 8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3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84" name="타원 8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타원 8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타원 8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타원 8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9" name="타원 8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0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cxnSp>
        <p:nvCxnSpPr>
          <p:cNvPr id="91" name="선 90"/>
          <p:cNvCxnSpPr/>
          <p:nvPr/>
        </p:nvCxnSpPr>
        <p:spPr>
          <a:xfrm rot="16200000" flipH="1" flipV="1">
            <a:off x="-112131" y="3891928"/>
            <a:ext cx="5016891" cy="0"/>
          </a:xfrm>
          <a:prstGeom prst="line">
            <a:avLst/>
          </a:prstGeom>
          <a:ln w="25400">
            <a:solidFill>
              <a:srgbClr val="7677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그림 91"/>
          <p:cNvPicPr>
            <a:picLocks noChangeAspect="1"/>
          </p:cNvPicPr>
          <p:nvPr/>
        </p:nvPicPr>
        <p:blipFill rotWithShape="1">
          <a:blip r:embed="rId3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94" name="가로 글상자 93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개요</a:t>
            </a:r>
          </a:p>
        </p:txBody>
      </p:sp>
      <p:sp>
        <p:nvSpPr>
          <p:cNvPr id="99" name="가로 글상자 98"/>
          <p:cNvSpPr txBox="1"/>
          <p:nvPr/>
        </p:nvSpPr>
        <p:spPr>
          <a:xfrm>
            <a:off x="2682609" y="5716427"/>
            <a:ext cx="6369951" cy="701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▶     </a:t>
            </a:r>
            <a:r>
              <a:rPr lang="ko-KR" altLang="en-US" sz="1100" b="1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기대 압박 구조</a:t>
            </a: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           </a:t>
            </a:r>
            <a:r>
              <a:rPr lang="en-US" altLang="ko-KR" sz="1100" b="1" spc="100">
                <a:solidFill>
                  <a:srgbClr val="496F78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NPC</a:t>
            </a:r>
            <a:r>
              <a:rPr lang="ko-KR" altLang="en-US" sz="1100" b="1" spc="100">
                <a:solidFill>
                  <a:srgbClr val="496F78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의 반응과 상황</a:t>
            </a: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을 통해 특정 선택이 당연해지도록 만드는 흐름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▶     </a:t>
            </a:r>
            <a:r>
              <a:rPr lang="ko-KR" altLang="en-US" sz="1100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선택 소모 메커니즘</a:t>
            </a: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   선행 선택이 반복될수록 </a:t>
            </a:r>
            <a:r>
              <a:rPr lang="ko-KR" altLang="en-US" sz="1100" spc="100">
                <a:solidFill>
                  <a:srgbClr val="496F78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대가</a:t>
            </a: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가 커지는 진행 방식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▶     </a:t>
            </a:r>
            <a:r>
              <a:rPr lang="ko-KR" altLang="en-US" sz="1100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분위기 반응 연출 </a:t>
            </a: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      </a:t>
            </a:r>
            <a:r>
              <a:rPr lang="ko-KR" altLang="en-US" sz="1100" spc="100">
                <a:solidFill>
                  <a:srgbClr val="496F78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선택 누적</a:t>
            </a:r>
            <a:r>
              <a:rPr lang="ko-KR" altLang="en-US" sz="1100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에 따라 세계의 톤이 변화하는 연출</a:t>
            </a:r>
          </a:p>
        </p:txBody>
      </p:sp>
      <p:sp>
        <p:nvSpPr>
          <p:cNvPr id="100" name="가로 글상자 99"/>
          <p:cNvSpPr txBox="1"/>
          <p:nvPr/>
        </p:nvSpPr>
        <p:spPr>
          <a:xfrm>
            <a:off x="355100" y="5716427"/>
            <a:ext cx="195796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킬러 컨텐츠</a:t>
            </a:r>
            <a:r>
              <a:rPr lang="en-US" altLang="ko-KR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 </a:t>
            </a:r>
            <a:r>
              <a:rPr lang="en-US" altLang="ko-KR" sz="1100" b="1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Contents</a:t>
            </a:r>
          </a:p>
        </p:txBody>
      </p:sp>
      <p:cxnSp>
        <p:nvCxnSpPr>
          <p:cNvPr id="103" name="선 102"/>
          <p:cNvCxnSpPr/>
          <p:nvPr/>
        </p:nvCxnSpPr>
        <p:spPr>
          <a:xfrm>
            <a:off x="560746" y="1009053"/>
            <a:ext cx="2337804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783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908908" y="4146521"/>
            <a:ext cx="1898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이야기 목적</a:t>
            </a:r>
          </a:p>
          <a:p>
            <a:pPr lvl="0">
              <a:defRPr/>
            </a:pPr>
            <a:r>
              <a:rPr lang="en-US" altLang="ko-KR" sz="1100" b="1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Narrative Goal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3120902" y="4146521"/>
            <a:ext cx="5721423" cy="498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100" b="1" spc="100">
                <a:solidFill>
                  <a:srgbClr val="496F78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‘</a:t>
            </a:r>
            <a:r>
              <a:rPr lang="ko-KR" altLang="en-US" sz="1100" b="1" spc="100">
                <a:solidFill>
                  <a:srgbClr val="496F78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착함</a:t>
            </a:r>
            <a:r>
              <a:rPr lang="en-US" altLang="ko-KR" sz="1100" b="1" spc="100">
                <a:solidFill>
                  <a:srgbClr val="496F78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’</a:t>
            </a: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이라는 기대 속에서</a:t>
            </a:r>
            <a:r>
              <a:rPr lang="en-US" altLang="ko-KR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,</a:t>
            </a:r>
            <a:endParaRPr lang="ko-KR" altLang="en-US" sz="1100" b="1" spc="100">
              <a:solidFill>
                <a:srgbClr val="767779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세계의 붕괴와 함께 소모되어 가는 </a:t>
            </a:r>
            <a:r>
              <a:rPr lang="ko-KR" altLang="en-US" sz="1100" b="1" spc="100">
                <a:solidFill>
                  <a:srgbClr val="496F78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한 인물의 선택</a:t>
            </a: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을 그린다</a:t>
            </a:r>
            <a:r>
              <a:rPr lang="en-US" altLang="ko-KR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.</a:t>
            </a:r>
          </a:p>
        </p:txBody>
      </p:sp>
      <p:sp>
        <p:nvSpPr>
          <p:cNvPr id="38" name="가로 글상자 37"/>
          <p:cNvSpPr txBox="1"/>
          <p:nvPr/>
        </p:nvSpPr>
        <p:spPr>
          <a:xfrm>
            <a:off x="3120901" y="5383365"/>
            <a:ext cx="5721426" cy="498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플레이어는 선택과 장애를 넘어서며 이야기를 완주하고</a:t>
            </a:r>
            <a:r>
              <a:rPr lang="en-US" altLang="ko-KR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8B5587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선택이 누적되며 만들어지는 감정과 서사를 체험</a:t>
            </a: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한다</a:t>
            </a:r>
            <a:r>
              <a:rPr lang="en-US" altLang="ko-KR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.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908907" y="5383365"/>
            <a:ext cx="156766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플레이 목적</a:t>
            </a:r>
          </a:p>
          <a:p>
            <a:pPr lvl="0">
              <a:defRPr/>
            </a:pPr>
            <a:r>
              <a:rPr lang="en-US" altLang="ko-KR" sz="1100" b="1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Player Goal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908909" y="2942828"/>
            <a:ext cx="1898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방해 요인</a:t>
            </a:r>
          </a:p>
          <a:p>
            <a:pPr lvl="0">
              <a:defRPr/>
            </a:pPr>
            <a:r>
              <a:rPr lang="en-US" altLang="ko-KR" sz="1100" b="1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Obstacles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3120897" y="2942828"/>
            <a:ext cx="5721428" cy="701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세계가 붕괴되어 가는 과정 속에서 </a:t>
            </a:r>
            <a:r>
              <a:rPr lang="ko-KR" altLang="en-US" sz="1100" b="1" spc="100">
                <a:solidFill>
                  <a:srgbClr val="EB657E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몬스터와 퍼즐</a:t>
            </a: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이 등장하며</a:t>
            </a:r>
            <a:r>
              <a:rPr lang="en-US" altLang="ko-KR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동시에 </a:t>
            </a:r>
            <a:r>
              <a:rPr lang="ko-KR" altLang="en-US" sz="1100" b="1" spc="100">
                <a:solidFill>
                  <a:srgbClr val="EB657E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주변 인물들의 말과 반복되는 요구</a:t>
            </a: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는 심리적인 압박으로 작용해</a:t>
            </a:r>
            <a:r>
              <a:rPr lang="en-US" altLang="ko-KR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FCE89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플레이어가 특정한 선택을 하도록 몰아가는 상황</a:t>
            </a: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을 만든다</a:t>
            </a:r>
            <a:r>
              <a:rPr lang="en-US" altLang="ko-KR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.</a:t>
            </a:r>
          </a:p>
        </p:txBody>
      </p:sp>
      <p:sp>
        <p:nvSpPr>
          <p:cNvPr id="59" name="가로 글상자 58"/>
          <p:cNvSpPr txBox="1"/>
          <p:nvPr/>
        </p:nvSpPr>
        <p:spPr>
          <a:xfrm>
            <a:off x="908909" y="1770774"/>
            <a:ext cx="1898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플레이 작용 요소</a:t>
            </a:r>
          </a:p>
          <a:p>
            <a:pPr lvl="0">
              <a:defRPr/>
            </a:pPr>
            <a:r>
              <a:rPr lang="en-US" altLang="ko-KR" sz="1100" b="1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Player Actions</a:t>
            </a:r>
          </a:p>
        </p:txBody>
      </p:sp>
      <p:sp>
        <p:nvSpPr>
          <p:cNvPr id="61" name="가로 글상자 60"/>
          <p:cNvSpPr txBox="1"/>
          <p:nvPr/>
        </p:nvSpPr>
        <p:spPr>
          <a:xfrm>
            <a:off x="3120898" y="1770774"/>
            <a:ext cx="5721427" cy="701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플레이어는 </a:t>
            </a:r>
            <a:r>
              <a:rPr lang="ko-KR" altLang="en-US" sz="1100" b="1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대화와 행동 선택</a:t>
            </a: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을 통해 상황에 개입한다</a:t>
            </a:r>
            <a:r>
              <a:rPr lang="en-US" altLang="ko-KR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선택은 즉각적인 결과뿐 아니라 </a:t>
            </a:r>
            <a:r>
              <a:rPr lang="ko-KR" altLang="en-US" sz="1100" b="1" spc="10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이후 전개과 선택지 구성에 누적된 영향</a:t>
            </a: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을 미치며</a:t>
            </a:r>
            <a:r>
              <a:rPr lang="en-US" altLang="ko-KR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주인공이 주변의 기대에 어떻게 반응해 왔는 지를 드러낸다</a:t>
            </a:r>
            <a:r>
              <a:rPr lang="en-US" altLang="ko-KR" sz="1100" b="1" spc="100">
                <a:solidFill>
                  <a:srgbClr val="767779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.</a:t>
            </a:r>
          </a:p>
        </p:txBody>
      </p:sp>
      <p:sp>
        <p:nvSpPr>
          <p:cNvPr id="91" name="가로 글상자 90"/>
          <p:cNvSpPr txBox="1"/>
          <p:nvPr/>
        </p:nvSpPr>
        <p:spPr>
          <a:xfrm>
            <a:off x="509586" y="294858"/>
            <a:ext cx="393396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sz="3500" b="1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96" name="가로 글상자 95"/>
          <p:cNvSpPr txBox="1"/>
          <p:nvPr/>
        </p:nvSpPr>
        <p:spPr>
          <a:xfrm>
            <a:off x="509586" y="391416"/>
            <a:ext cx="393396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게임의 정의</a:t>
            </a:r>
            <a:endParaRPr lang="en-US" altLang="ko-KR" sz="3500" b="1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cxnSp>
        <p:nvCxnSpPr>
          <p:cNvPr id="97" name="선 96"/>
          <p:cNvCxnSpPr/>
          <p:nvPr/>
        </p:nvCxnSpPr>
        <p:spPr>
          <a:xfrm>
            <a:off x="560746" y="1009053"/>
            <a:ext cx="2337804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선 97"/>
          <p:cNvCxnSpPr/>
          <p:nvPr/>
        </p:nvCxnSpPr>
        <p:spPr>
          <a:xfrm rot="16200000" flipH="1">
            <a:off x="559725" y="3883543"/>
            <a:ext cx="4495885" cy="0"/>
          </a:xfrm>
          <a:prstGeom prst="line">
            <a:avLst/>
          </a:prstGeom>
          <a:ln w="25400">
            <a:solidFill>
              <a:srgbClr val="7677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3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100" name="가로 글상자 99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개요</a:t>
            </a:r>
          </a:p>
        </p:txBody>
      </p:sp>
      <p:sp>
        <p:nvSpPr>
          <p:cNvPr id="101" name="타원 100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2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103" name="타원 102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4" name="타원 103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5" name="타원 104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6" name="타원 105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7" name="타원 106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8" name="타원 107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9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</p:spTree>
    <p:extLst>
      <p:ext uri="{BB962C8B-B14F-4D97-AF65-F5344CB8AC3E}">
        <p14:creationId xmlns:p14="http://schemas.microsoft.com/office/powerpoint/2010/main" val="2445378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그림 106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57" b="100000" l="714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11440" y="1995813"/>
            <a:ext cx="292343" cy="290952"/>
          </a:xfrm>
          <a:prstGeom prst="rect">
            <a:avLst/>
          </a:prstGeom>
        </p:spPr>
      </p:pic>
      <p:pic>
        <p:nvPicPr>
          <p:cNvPr id="106" name="그림 105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346" b="100000" l="0" r="96414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787483" y="2296885"/>
            <a:ext cx="378952" cy="406127"/>
          </a:xfrm>
          <a:prstGeom prst="rect">
            <a:avLst/>
          </a:prstGeom>
        </p:spPr>
      </p:pic>
      <p:pic>
        <p:nvPicPr>
          <p:cNvPr id="105" name="그림 104"/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395" b="100000" l="0" r="100000">
                        <a14:foregroundMark x1="14076" y1="24901" x2="14076" y2="24901"/>
                        <a14:foregroundMark x1="12610" y1="15020" x2="12610" y2="15020"/>
                        <a14:foregroundMark x1="7038" y1="9091" x2="10850" y2="19763"/>
                        <a14:foregroundMark x1="14956" y1="17787" x2="19062" y2="26877"/>
                        <a14:foregroundMark x1="29619" y1="10672" x2="41935" y2="29644"/>
                        <a14:foregroundMark x1="39003" y1="9091" x2="41056" y2="19763"/>
                        <a14:foregroundMark x1="55132" y1="8696" x2="66862" y2="30040"/>
                        <a14:foregroundMark x1="80938" y1="12253" x2="94135" y2="26877"/>
                        <a14:foregroundMark x1="75660" y1="39526" x2="91496" y2="57312"/>
                        <a14:foregroundMark x1="46921" y1="42292" x2="29912" y2="56126"/>
                        <a14:foregroundMark x1="9091" y1="37154" x2="14076" y2="62055"/>
                        <a14:foregroundMark x1="11730" y1="73518" x2="14076" y2="88933"/>
                        <a14:foregroundMark x1="29912" y1="79447" x2="43695" y2="83794"/>
                        <a14:foregroundMark x1="61290" y1="75099" x2="62463" y2="86957"/>
                        <a14:foregroundMark x1="84164" y1="70751" x2="87683" y2="92490"/>
                        <a14:foregroundMark x1="76833" y1="71542" x2="80645" y2="81818"/>
                        <a14:foregroundMark x1="75660" y1="69960" x2="80645" y2="758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525020" y="2756653"/>
            <a:ext cx="404307" cy="299970"/>
          </a:xfrm>
          <a:prstGeom prst="rect">
            <a:avLst/>
          </a:prstGeom>
        </p:spPr>
      </p:pic>
      <p:pic>
        <p:nvPicPr>
          <p:cNvPr id="94" name="그림 93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>
            <a:off x="6771702" y="1622847"/>
            <a:ext cx="457654" cy="457653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3" name="그림 92"/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3457" b="96296" l="9735" r="89381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69451" y="1568282"/>
            <a:ext cx="384217" cy="688530"/>
          </a:xfrm>
          <a:prstGeom prst="rect">
            <a:avLst/>
          </a:prstGeom>
        </p:spPr>
      </p:pic>
      <p:pic>
        <p:nvPicPr>
          <p:cNvPr id="90" name="그림 89"/>
          <p:cNvPicPr>
            <a:picLocks noChangeAspect="1"/>
          </p:cNvPicPr>
          <p:nvPr/>
        </p:nvPicPr>
        <p:blipFill>
          <a:blip r:embed="rId12" cstate="print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6382" y="5060959"/>
            <a:ext cx="540000" cy="491744"/>
          </a:xfrm>
          <a:prstGeom prst="rect">
            <a:avLst/>
          </a:prstGeom>
        </p:spPr>
      </p:pic>
      <p:pic>
        <p:nvPicPr>
          <p:cNvPr id="86" name="그림 85"/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01082" y="1283529"/>
            <a:ext cx="229495" cy="450981"/>
          </a:xfrm>
          <a:prstGeom prst="ellipse">
            <a:avLst/>
          </a:prstGeom>
          <a:ln w="190500" cap="rnd">
            <a:noFill/>
            <a:prstDash val="solid"/>
          </a:ln>
          <a:effectLst>
            <a:outerShdw blurRad="127000" algn="bl" rotWithShape="0">
              <a:srgbClr val="000000"/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1965269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cxnSp>
        <p:nvCxnSpPr>
          <p:cNvPr id="24" name="선 96"/>
          <p:cNvCxnSpPr/>
          <p:nvPr/>
        </p:nvCxnSpPr>
        <p:spPr>
          <a:xfrm>
            <a:off x="560746" y="1009053"/>
            <a:ext cx="2715854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가로 글상자 95"/>
          <p:cNvSpPr txBox="1"/>
          <p:nvPr/>
        </p:nvSpPr>
        <p:spPr>
          <a:xfrm>
            <a:off x="509586" y="391416"/>
            <a:ext cx="393396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컨텐츠 볼륨 맵</a:t>
            </a:r>
            <a:endParaRPr lang="en-US" altLang="ko-KR" sz="3500" b="1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05888" y="5271064"/>
            <a:ext cx="166328" cy="166328"/>
          </a:xfrm>
          <a:prstGeom prst="ellipse">
            <a:avLst/>
          </a:prstGeom>
          <a:noFill/>
          <a:ln w="38100">
            <a:solidFill>
              <a:srgbClr val="496F7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/>
          <p:cNvSpPr/>
          <p:nvPr/>
        </p:nvSpPr>
        <p:spPr>
          <a:xfrm>
            <a:off x="6005887" y="6221341"/>
            <a:ext cx="166313" cy="166313"/>
          </a:xfrm>
          <a:prstGeom prst="ellipse">
            <a:avLst/>
          </a:prstGeom>
          <a:noFill/>
          <a:ln w="38100">
            <a:solidFill>
              <a:srgbClr val="EB65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/>
          <p:cNvSpPr/>
          <p:nvPr/>
        </p:nvSpPr>
        <p:spPr>
          <a:xfrm>
            <a:off x="6005888" y="5746203"/>
            <a:ext cx="166312" cy="166312"/>
          </a:xfrm>
          <a:prstGeom prst="ellipse">
            <a:avLst/>
          </a:prstGeom>
          <a:noFill/>
          <a:ln w="38100">
            <a:solidFill>
              <a:srgbClr val="ECED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/>
          <p:cNvSpPr txBox="1"/>
          <p:nvPr/>
        </p:nvSpPr>
        <p:spPr>
          <a:xfrm>
            <a:off x="6172200" y="5694256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기본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172200" y="6173692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확장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35976" y="1733974"/>
            <a:ext cx="835991" cy="3847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캐릭터</a:t>
            </a:r>
            <a:endParaRPr lang="ko-KR" altLang="en-US" sz="19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172200" y="5223423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핵심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35976" y="3336603"/>
            <a:ext cx="83599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시점</a:t>
            </a:r>
            <a:endParaRPr lang="ko-KR" altLang="en-US" sz="19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35976" y="5335187"/>
            <a:ext cx="83599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선택</a:t>
            </a:r>
            <a:endParaRPr lang="ko-KR" altLang="en-US" sz="19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46" name="타원 45"/>
          <p:cNvSpPr>
            <a:spLocks noChangeAspect="1"/>
          </p:cNvSpPr>
          <p:nvPr/>
        </p:nvSpPr>
        <p:spPr>
          <a:xfrm>
            <a:off x="2208935" y="1573404"/>
            <a:ext cx="648000" cy="648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2063330" y="1726279"/>
            <a:ext cx="835991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장애물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179276" y="1475238"/>
            <a:ext cx="835991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몬스터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263011" y="2352024"/>
            <a:ext cx="835991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퍼즐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460392" y="1733974"/>
            <a:ext cx="835991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탐색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573116" y="1734510"/>
            <a:ext cx="835991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맵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6559527" y="2352560"/>
            <a:ext cx="835991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상점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623189" y="5293041"/>
            <a:ext cx="835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NPC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631833" y="5884465"/>
            <a:ext cx="835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배경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629739" y="4689405"/>
            <a:ext cx="835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사운드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132019" y="4937754"/>
            <a:ext cx="835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대화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079633" y="5644521"/>
            <a:ext cx="835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행동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686173" y="3252356"/>
            <a:ext cx="835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타인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2974198" y="3271038"/>
            <a:ext cx="835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책임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2982836" y="3835310"/>
            <a:ext cx="835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동조</a:t>
            </a:r>
            <a:endParaRPr lang="ko-KR" altLang="en-US" sz="1100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7430698" y="1967303"/>
            <a:ext cx="835991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조사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347094" y="2752671"/>
            <a:ext cx="835991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가방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878387" y="3143560"/>
            <a:ext cx="8359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애니</a:t>
            </a:r>
            <a:endParaRPr lang="en-US" altLang="ko-KR" sz="1100" b="1" smtClean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  <a:p>
            <a:pPr algn="ctr"/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메</a:t>
            </a:r>
            <a:r>
              <a:rPr lang="ko-KR" altLang="en-US" sz="1100" b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이</a:t>
            </a:r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션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58286" y="2988480"/>
            <a:ext cx="835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smtClean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연출</a:t>
            </a:r>
            <a:endParaRPr lang="ko-KR" altLang="en-US" sz="1100" b="1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3416052" y="1265571"/>
            <a:ext cx="540000" cy="54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타원 91"/>
          <p:cNvSpPr/>
          <p:nvPr/>
        </p:nvSpPr>
        <p:spPr>
          <a:xfrm>
            <a:off x="741581" y="1500263"/>
            <a:ext cx="835991" cy="835991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타원 94"/>
          <p:cNvSpPr>
            <a:spLocks noChangeAspect="1"/>
          </p:cNvSpPr>
          <p:nvPr/>
        </p:nvSpPr>
        <p:spPr>
          <a:xfrm>
            <a:off x="3448917" y="2227985"/>
            <a:ext cx="540000" cy="54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/>
          <p:cNvSpPr>
            <a:spLocks noChangeAspect="1"/>
          </p:cNvSpPr>
          <p:nvPr/>
        </p:nvSpPr>
        <p:spPr>
          <a:xfrm>
            <a:off x="5622511" y="1549362"/>
            <a:ext cx="648000" cy="648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타원 96"/>
          <p:cNvSpPr>
            <a:spLocks noChangeAspect="1"/>
          </p:cNvSpPr>
          <p:nvPr/>
        </p:nvSpPr>
        <p:spPr>
          <a:xfrm>
            <a:off x="6728441" y="1598887"/>
            <a:ext cx="540000" cy="54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타원 98"/>
          <p:cNvSpPr>
            <a:spLocks noChangeAspect="1"/>
          </p:cNvSpPr>
          <p:nvPr/>
        </p:nvSpPr>
        <p:spPr>
          <a:xfrm>
            <a:off x="7550843" y="1849178"/>
            <a:ext cx="540000" cy="54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타원 99"/>
          <p:cNvSpPr>
            <a:spLocks noChangeAspect="1"/>
          </p:cNvSpPr>
          <p:nvPr/>
        </p:nvSpPr>
        <p:spPr>
          <a:xfrm>
            <a:off x="7475095" y="2619741"/>
            <a:ext cx="540000" cy="54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타원 100"/>
          <p:cNvSpPr>
            <a:spLocks noChangeAspect="1"/>
          </p:cNvSpPr>
          <p:nvPr/>
        </p:nvSpPr>
        <p:spPr>
          <a:xfrm>
            <a:off x="6729349" y="2267173"/>
            <a:ext cx="540000" cy="54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타원 102"/>
          <p:cNvSpPr>
            <a:spLocks noChangeAspect="1"/>
          </p:cNvSpPr>
          <p:nvPr/>
        </p:nvSpPr>
        <p:spPr>
          <a:xfrm>
            <a:off x="6037291" y="3077844"/>
            <a:ext cx="540000" cy="54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/>
          <p:cNvSpPr>
            <a:spLocks noChangeAspect="1"/>
          </p:cNvSpPr>
          <p:nvPr/>
        </p:nvSpPr>
        <p:spPr>
          <a:xfrm>
            <a:off x="5336172" y="2878128"/>
            <a:ext cx="648000" cy="648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타원 108"/>
          <p:cNvSpPr/>
          <p:nvPr/>
        </p:nvSpPr>
        <p:spPr>
          <a:xfrm>
            <a:off x="744825" y="3125805"/>
            <a:ext cx="835991" cy="835991"/>
          </a:xfrm>
          <a:prstGeom prst="ellipse">
            <a:avLst/>
          </a:prstGeom>
          <a:noFill/>
          <a:ln w="38100">
            <a:solidFill>
              <a:srgbClr val="EB657E"/>
            </a:solidFill>
          </a:ln>
          <a:effectLst>
            <a:glow rad="101600">
              <a:srgbClr val="EB657E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타원 110"/>
          <p:cNvSpPr>
            <a:spLocks noChangeAspect="1"/>
          </p:cNvSpPr>
          <p:nvPr/>
        </p:nvSpPr>
        <p:spPr>
          <a:xfrm>
            <a:off x="1837146" y="3133654"/>
            <a:ext cx="648000" cy="648000"/>
          </a:xfrm>
          <a:prstGeom prst="ellipse">
            <a:avLst/>
          </a:prstGeom>
          <a:noFill/>
          <a:ln w="38100">
            <a:solidFill>
              <a:srgbClr val="EB657E"/>
            </a:solidFill>
          </a:ln>
          <a:effectLst>
            <a:glow rad="101600">
              <a:srgbClr val="EB657E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타원 111"/>
          <p:cNvSpPr>
            <a:spLocks noChangeAspect="1"/>
          </p:cNvSpPr>
          <p:nvPr/>
        </p:nvSpPr>
        <p:spPr>
          <a:xfrm>
            <a:off x="3149794" y="3154741"/>
            <a:ext cx="540000" cy="540000"/>
          </a:xfrm>
          <a:prstGeom prst="ellipse">
            <a:avLst/>
          </a:prstGeom>
          <a:noFill/>
          <a:ln w="38100">
            <a:solidFill>
              <a:srgbClr val="EB657E"/>
            </a:solidFill>
          </a:ln>
          <a:effectLst>
            <a:glow rad="101600">
              <a:srgbClr val="EB657E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타원 112"/>
          <p:cNvSpPr>
            <a:spLocks noChangeAspect="1"/>
          </p:cNvSpPr>
          <p:nvPr/>
        </p:nvSpPr>
        <p:spPr>
          <a:xfrm>
            <a:off x="3163212" y="3746595"/>
            <a:ext cx="540000" cy="540000"/>
          </a:xfrm>
          <a:prstGeom prst="ellipse">
            <a:avLst/>
          </a:prstGeom>
          <a:noFill/>
          <a:ln w="38100">
            <a:solidFill>
              <a:srgbClr val="EB657E"/>
            </a:solidFill>
          </a:ln>
          <a:effectLst>
            <a:glow rad="101600">
              <a:srgbClr val="EB657E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타원 113"/>
          <p:cNvSpPr/>
          <p:nvPr/>
        </p:nvSpPr>
        <p:spPr>
          <a:xfrm>
            <a:off x="1756482" y="4506889"/>
            <a:ext cx="540000" cy="540000"/>
          </a:xfrm>
          <a:prstGeom prst="ellipse">
            <a:avLst/>
          </a:prstGeom>
          <a:noFill/>
          <a:ln w="38100">
            <a:solidFill>
              <a:srgbClr val="496F78"/>
            </a:solidFill>
          </a:ln>
          <a:effectLst>
            <a:glow rad="101600">
              <a:srgbClr val="496F78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타원 115"/>
          <p:cNvSpPr/>
          <p:nvPr/>
        </p:nvSpPr>
        <p:spPr>
          <a:xfrm>
            <a:off x="719811" y="5117246"/>
            <a:ext cx="835991" cy="835991"/>
          </a:xfrm>
          <a:prstGeom prst="ellipse">
            <a:avLst/>
          </a:prstGeom>
          <a:noFill/>
          <a:ln w="38100">
            <a:solidFill>
              <a:srgbClr val="496F78"/>
            </a:solidFill>
          </a:ln>
          <a:effectLst>
            <a:glow rad="101600">
              <a:srgbClr val="496F78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타원 116"/>
          <p:cNvSpPr>
            <a:spLocks noChangeAspect="1"/>
          </p:cNvSpPr>
          <p:nvPr/>
        </p:nvSpPr>
        <p:spPr>
          <a:xfrm>
            <a:off x="1750598" y="5077284"/>
            <a:ext cx="540000" cy="540000"/>
          </a:xfrm>
          <a:prstGeom prst="ellipse">
            <a:avLst/>
          </a:prstGeom>
          <a:noFill/>
          <a:ln w="38100">
            <a:solidFill>
              <a:srgbClr val="496F78"/>
            </a:solidFill>
          </a:ln>
          <a:effectLst>
            <a:glow rad="101600">
              <a:srgbClr val="496F78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타원 117"/>
          <p:cNvSpPr/>
          <p:nvPr/>
        </p:nvSpPr>
        <p:spPr>
          <a:xfrm>
            <a:off x="1778272" y="5688302"/>
            <a:ext cx="540000" cy="540000"/>
          </a:xfrm>
          <a:prstGeom prst="ellipse">
            <a:avLst/>
          </a:prstGeom>
          <a:noFill/>
          <a:ln w="38100">
            <a:solidFill>
              <a:srgbClr val="496F78"/>
            </a:solidFill>
          </a:ln>
          <a:effectLst>
            <a:glow rad="101600">
              <a:srgbClr val="496F78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타원 118"/>
          <p:cNvSpPr/>
          <p:nvPr/>
        </p:nvSpPr>
        <p:spPr>
          <a:xfrm>
            <a:off x="3241763" y="5468506"/>
            <a:ext cx="540000" cy="540000"/>
          </a:xfrm>
          <a:prstGeom prst="ellipse">
            <a:avLst/>
          </a:prstGeom>
          <a:noFill/>
          <a:ln w="38100">
            <a:solidFill>
              <a:srgbClr val="496F78"/>
            </a:solidFill>
          </a:ln>
          <a:effectLst>
            <a:glow rad="101600">
              <a:srgbClr val="496F78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타원 119"/>
          <p:cNvSpPr/>
          <p:nvPr/>
        </p:nvSpPr>
        <p:spPr>
          <a:xfrm>
            <a:off x="3297645" y="4730161"/>
            <a:ext cx="540000" cy="540000"/>
          </a:xfrm>
          <a:prstGeom prst="ellipse">
            <a:avLst/>
          </a:prstGeom>
          <a:noFill/>
          <a:ln w="38100">
            <a:solidFill>
              <a:srgbClr val="496F78"/>
            </a:solidFill>
          </a:ln>
          <a:effectLst>
            <a:glow rad="101600">
              <a:srgbClr val="496F78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775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타원 40"/>
          <p:cNvSpPr/>
          <p:nvPr/>
        </p:nvSpPr>
        <p:spPr>
          <a:xfrm>
            <a:off x="1394737" y="2812968"/>
            <a:ext cx="835991" cy="835991"/>
          </a:xfrm>
          <a:prstGeom prst="ellipse">
            <a:avLst/>
          </a:prstGeom>
          <a:noFill/>
          <a:ln w="38100">
            <a:solidFill>
              <a:srgbClr val="496F7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1965269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cxnSp>
        <p:nvCxnSpPr>
          <p:cNvPr id="24" name="선 96"/>
          <p:cNvCxnSpPr/>
          <p:nvPr/>
        </p:nvCxnSpPr>
        <p:spPr>
          <a:xfrm>
            <a:off x="560746" y="1009053"/>
            <a:ext cx="2715854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가로 글상자 95"/>
          <p:cNvSpPr txBox="1"/>
          <p:nvPr/>
        </p:nvSpPr>
        <p:spPr>
          <a:xfrm>
            <a:off x="509586" y="391416"/>
            <a:ext cx="393396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컨텐츠 볼륨 맵</a:t>
            </a:r>
            <a:endParaRPr lang="en-US" altLang="ko-KR" sz="3500" b="1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05888" y="5271064"/>
            <a:ext cx="166328" cy="166328"/>
          </a:xfrm>
          <a:prstGeom prst="ellipse">
            <a:avLst/>
          </a:prstGeom>
          <a:noFill/>
          <a:ln w="38100">
            <a:solidFill>
              <a:srgbClr val="496F7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/>
          <p:cNvSpPr/>
          <p:nvPr/>
        </p:nvSpPr>
        <p:spPr>
          <a:xfrm>
            <a:off x="6005887" y="6221341"/>
            <a:ext cx="166313" cy="166313"/>
          </a:xfrm>
          <a:prstGeom prst="ellipse">
            <a:avLst/>
          </a:prstGeom>
          <a:noFill/>
          <a:ln w="38100">
            <a:solidFill>
              <a:srgbClr val="EB65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/>
          <p:cNvSpPr/>
          <p:nvPr/>
        </p:nvSpPr>
        <p:spPr>
          <a:xfrm>
            <a:off x="6005888" y="5746203"/>
            <a:ext cx="166312" cy="166312"/>
          </a:xfrm>
          <a:prstGeom prst="ellipse">
            <a:avLst/>
          </a:prstGeom>
          <a:noFill/>
          <a:ln w="38100">
            <a:solidFill>
              <a:srgbClr val="ECED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4102100" y="3003627"/>
            <a:ext cx="207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주변 인물</a:t>
            </a:r>
            <a:endParaRPr lang="ko-KR" altLang="en-US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172200" y="5694256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기본</a:t>
            </a:r>
            <a:endParaRPr lang="ko-KR" altLang="en-US" sz="1100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172200" y="6173692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확장</a:t>
            </a:r>
            <a:endParaRPr lang="ko-KR" altLang="en-US" sz="1100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102100" y="4969645"/>
            <a:ext cx="207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퀴즈</a:t>
            </a:r>
            <a:r>
              <a:rPr lang="en-US" altLang="ko-KR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, </a:t>
            </a:r>
            <a:r>
              <a:rPr lang="ko-KR" altLang="en-US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퍼즐</a:t>
            </a:r>
            <a:endParaRPr lang="ko-KR" altLang="en-US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494424" y="4491013"/>
            <a:ext cx="207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몬스터</a:t>
            </a:r>
            <a:endParaRPr lang="ko-KR" altLang="en-US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287606" y="2222847"/>
            <a:ext cx="207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스토리</a:t>
            </a:r>
            <a:endParaRPr lang="ko-KR" altLang="en-US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394737" y="3046297"/>
            <a:ext cx="835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선택</a:t>
            </a:r>
            <a:endParaRPr lang="ko-KR" altLang="en-US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765800" y="1534188"/>
            <a:ext cx="207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분위기</a:t>
            </a:r>
            <a:endParaRPr lang="ko-KR" altLang="en-US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800850" y="1968182"/>
            <a:ext cx="207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사운드 </a:t>
            </a:r>
            <a:r>
              <a:rPr lang="en-US" altLang="ko-KR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(</a:t>
            </a:r>
            <a:r>
              <a:rPr lang="ko-KR" altLang="en-US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음향</a:t>
            </a:r>
            <a:r>
              <a:rPr lang="en-US" altLang="ko-KR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, </a:t>
            </a:r>
            <a:r>
              <a:rPr lang="ko-KR" altLang="en-US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음악</a:t>
            </a:r>
            <a:r>
              <a:rPr lang="en-US" altLang="ko-KR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)</a:t>
            </a:r>
            <a:endParaRPr lang="ko-KR" altLang="en-US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695700" y="3525567"/>
            <a:ext cx="207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배경</a:t>
            </a:r>
            <a:endParaRPr lang="en-US" altLang="ko-KR" smtClean="0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172200" y="5223423"/>
            <a:ext cx="628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smtClean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핵심</a:t>
            </a:r>
            <a:endParaRPr lang="ko-KR" altLang="en-US" sz="1100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9121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뺄셈 기호 3"/>
          <p:cNvSpPr/>
          <p:nvPr/>
        </p:nvSpPr>
        <p:spPr>
          <a:xfrm>
            <a:off x="287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뺄셈 기호 4"/>
          <p:cNvSpPr/>
          <p:nvPr/>
        </p:nvSpPr>
        <p:spPr>
          <a:xfrm>
            <a:off x="224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뺄셈 기호 5"/>
          <p:cNvSpPr/>
          <p:nvPr/>
        </p:nvSpPr>
        <p:spPr>
          <a:xfrm>
            <a:off x="255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뺄셈 기호 6"/>
          <p:cNvSpPr/>
          <p:nvPr/>
        </p:nvSpPr>
        <p:spPr>
          <a:xfrm>
            <a:off x="192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뺄셈 기호 7"/>
          <p:cNvSpPr/>
          <p:nvPr/>
        </p:nvSpPr>
        <p:spPr>
          <a:xfrm>
            <a:off x="160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뺄셈 기호 8"/>
          <p:cNvSpPr/>
          <p:nvPr/>
        </p:nvSpPr>
        <p:spPr>
          <a:xfrm>
            <a:off x="128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뺄셈 기호 9"/>
          <p:cNvSpPr/>
          <p:nvPr/>
        </p:nvSpPr>
        <p:spPr>
          <a:xfrm>
            <a:off x="97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뺄셈 기호 10"/>
          <p:cNvSpPr/>
          <p:nvPr/>
        </p:nvSpPr>
        <p:spPr>
          <a:xfrm>
            <a:off x="319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뺄셈 기호 11"/>
          <p:cNvSpPr/>
          <p:nvPr/>
        </p:nvSpPr>
        <p:spPr>
          <a:xfrm>
            <a:off x="65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뺄셈 기호 12"/>
          <p:cNvSpPr/>
          <p:nvPr/>
        </p:nvSpPr>
        <p:spPr>
          <a:xfrm>
            <a:off x="33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뺄셈 기호 13"/>
          <p:cNvSpPr/>
          <p:nvPr/>
        </p:nvSpPr>
        <p:spPr>
          <a:xfrm>
            <a:off x="351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1965269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</p:spTree>
    <p:extLst>
      <p:ext uri="{BB962C8B-B14F-4D97-AF65-F5344CB8AC3E}">
        <p14:creationId xmlns:p14="http://schemas.microsoft.com/office/powerpoint/2010/main" val="28457148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438</TotalTime>
  <Words>599</Words>
  <Application>Microsoft Office PowerPoint</Application>
  <PresentationFormat>화면 슬라이드 쇼(4:3)</PresentationFormat>
  <Paragraphs>179</Paragraphs>
  <Slides>10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7" baseType="lpstr">
      <vt:lpstr>맑은 고딕</vt:lpstr>
      <vt:lpstr>충북대70주년체 Regular</vt:lpstr>
      <vt:lpstr>Arial</vt:lpstr>
      <vt:lpstr>GalmuriMono7 Regular</vt:lpstr>
      <vt:lpstr>넥슨Lv2고딕 OTF Light</vt:lpstr>
      <vt:lpstr>Calibri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</dc:creator>
  <cp:lastModifiedBy>FullName</cp:lastModifiedBy>
  <cp:revision>176</cp:revision>
  <dcterms:created xsi:type="dcterms:W3CDTF">2026-01-12T05:12:27Z</dcterms:created>
  <dcterms:modified xsi:type="dcterms:W3CDTF">2026-01-20T06:51:38Z</dcterms:modified>
  <cp:version/>
</cp:coreProperties>
</file>