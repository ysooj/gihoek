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306" r:id="rId9"/>
    <p:sldId id="309" r:id="rId10"/>
    <p:sldId id="308" r:id="rId11"/>
    <p:sldId id="299" r:id="rId12"/>
  </p:sldIdLst>
  <p:sldSz cx="9144000" cy="6858000" type="screen4x3"/>
  <p:notesSz cx="6858000" cy="9144000"/>
  <p:embeddedFontLst>
    <p:embeddedFont>
      <p:font typeface="KoddiUD 온고딕 Regular" panose="020B0503000000000000" pitchFamily="50" charset="-127"/>
      <p:regular r:id="rId14"/>
    </p:embeddedFont>
    <p:embeddedFont>
      <p:font typeface="넥슨Lv2고딕 OTF Light" panose="020B0600000101010101" charset="-127"/>
      <p:regular r:id="rId15"/>
    </p:embeddedFont>
    <p:embeddedFont>
      <p:font typeface="충북대70주년체 Regular" panose="020B0000000000000000" pitchFamily="50" charset="-127"/>
      <p:regular r:id="rId16"/>
    </p:embeddedFont>
    <p:embeddedFont>
      <p:font typeface="GalmuriMono7 Regular" panose="020B0503020202000000" pitchFamily="50" charset="-127"/>
      <p:regular r:id="rId17"/>
    </p:embeddedFont>
    <p:embeddedFont>
      <p:font typeface="Yu Gothic UI" panose="020B0500000000000000" pitchFamily="34" charset="-128"/>
      <p:regular r:id="rId18"/>
      <p:bold r:id="rId19"/>
    </p:embeddedFont>
    <p:embeddedFont>
      <p:font typeface="맑은 고딕" panose="020B0503020000020004" pitchFamily="50" charset="-127"/>
      <p:regular r:id="rId20"/>
      <p:bold r:id="rId2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657E"/>
    <a:srgbClr val="496F78"/>
    <a:srgbClr val="B9C2C9"/>
    <a:srgbClr val="ECEDF1"/>
    <a:srgbClr val="1E2432"/>
    <a:srgbClr val="1E0D20"/>
    <a:srgbClr val="11151D"/>
    <a:srgbClr val="12161E"/>
    <a:srgbClr val="5E5F62"/>
    <a:srgbClr val="171B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341" dt="2026-01-20T10:29:19.8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924" y="156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1-20T10:29:20.488" v="2648" actId="22"/>
      <pc:docMkLst>
        <pc:docMk/>
      </pc:docMkLst>
      <pc:sldChg chg="addSp delSp modSp mod">
        <pc:chgData name="musukie52@gmail.com" userId="017bd91f96aa8751" providerId="LiveId" clId="{5B2C3894-F97E-4CAB-8812-5BB4D83AAC6A}" dt="2026-01-19T10:10:23.456" v="608" actId="478"/>
        <pc:sldMkLst>
          <pc:docMk/>
          <pc:sldMk cId="761492686" sldId="296"/>
        </pc:sldMkLst>
        <pc:spChg chg="add del mod">
          <ac:chgData name="musukie52@gmail.com" userId="017bd91f96aa8751" providerId="LiveId" clId="{5B2C3894-F97E-4CAB-8812-5BB4D83AAC6A}" dt="2026-01-19T10:04:25.102" v="403" actId="478"/>
          <ac:spMkLst>
            <pc:docMk/>
            <pc:sldMk cId="761492686" sldId="296"/>
            <ac:spMk id="2" creationId="{7E460248-77F7-C9DA-A5C8-BC8CD242285B}"/>
          </ac:spMkLst>
        </pc:spChg>
        <pc:spChg chg="add del mod">
          <ac:chgData name="musukie52@gmail.com" userId="017bd91f96aa8751" providerId="LiveId" clId="{5B2C3894-F97E-4CAB-8812-5BB4D83AAC6A}" dt="2026-01-19T10:05:07.303" v="436" actId="478"/>
          <ac:spMkLst>
            <pc:docMk/>
            <pc:sldMk cId="761492686" sldId="296"/>
            <ac:spMk id="3" creationId="{E26FAD52-67A1-7C19-64F5-3B48502B8036}"/>
          </ac:spMkLst>
        </pc:spChg>
        <pc:spChg chg="add del mod ord">
          <ac:chgData name="musukie52@gmail.com" userId="017bd91f96aa8751" providerId="LiveId" clId="{5B2C3894-F97E-4CAB-8812-5BB4D83AAC6A}" dt="2026-01-19T10:06:19.573" v="545" actId="478"/>
          <ac:spMkLst>
            <pc:docMk/>
            <pc:sldMk cId="761492686" sldId="296"/>
            <ac:spMk id="5" creationId="{7626696D-4DFE-B8AA-92D8-C63D05C02452}"/>
          </ac:spMkLst>
        </pc:spChg>
        <pc:spChg chg="add mod">
          <ac:chgData name="musukie52@gmail.com" userId="017bd91f96aa8751" providerId="LiveId" clId="{5B2C3894-F97E-4CAB-8812-5BB4D83AAC6A}" dt="2026-01-19T10:04:35.649" v="429" actId="122"/>
          <ac:spMkLst>
            <pc:docMk/>
            <pc:sldMk cId="761492686" sldId="296"/>
            <ac:spMk id="6" creationId="{6A08E2DD-842E-F7A4-42D1-0477A57288AB}"/>
          </ac:spMkLst>
        </pc:spChg>
        <pc:spChg chg="add del mod ord">
          <ac:chgData name="musukie52@gmail.com" userId="017bd91f96aa8751" providerId="LiveId" clId="{5B2C3894-F97E-4CAB-8812-5BB4D83AAC6A}" dt="2026-01-19T10:07:32.302" v="602" actId="478"/>
          <ac:spMkLst>
            <pc:docMk/>
            <pc:sldMk cId="761492686" sldId="296"/>
            <ac:spMk id="7" creationId="{19E13054-AB71-84D5-D98A-E24632CC08F6}"/>
          </ac:spMkLst>
        </pc:spChg>
        <pc:spChg chg="add del mod ord">
          <ac:chgData name="musukie52@gmail.com" userId="017bd91f96aa8751" providerId="LiveId" clId="{5B2C3894-F97E-4CAB-8812-5BB4D83AAC6A}" dt="2026-01-19T10:06:50.854" v="578" actId="478"/>
          <ac:spMkLst>
            <pc:docMk/>
            <pc:sldMk cId="761492686" sldId="296"/>
            <ac:spMk id="8" creationId="{7DC1FFB7-9F45-4312-977A-C442C77D9B4E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9" creationId="{EF0782FA-CDD1-8048-98EB-6BFEA83F9618}"/>
          </ac:spMkLst>
        </pc:spChg>
        <pc:spChg chg="add mod">
          <ac:chgData name="musukie52@gmail.com" userId="017bd91f96aa8751" providerId="LiveId" clId="{5B2C3894-F97E-4CAB-8812-5BB4D83AAC6A}" dt="2026-01-19T09:52:27.408" v="272" actId="1076"/>
          <ac:spMkLst>
            <pc:docMk/>
            <pc:sldMk cId="761492686" sldId="296"/>
            <ac:spMk id="10" creationId="{A36D49DF-1561-B345-DD6B-C0117F7A46AD}"/>
          </ac:spMkLst>
        </pc:spChg>
        <pc:spChg chg="add mod">
          <ac:chgData name="musukie52@gmail.com" userId="017bd91f96aa8751" providerId="LiveId" clId="{5B2C3894-F97E-4CAB-8812-5BB4D83AAC6A}" dt="2026-01-19T09:52:31.303" v="274" actId="1076"/>
          <ac:spMkLst>
            <pc:docMk/>
            <pc:sldMk cId="761492686" sldId="296"/>
            <ac:spMk id="11" creationId="{0E841352-18C6-102B-6D94-DF4B80ECD52B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2" creationId="{8F354DB6-03CF-7D76-06AD-D957427E5A00}"/>
          </ac:spMkLst>
        </pc:spChg>
        <pc:spChg chg="add mod">
          <ac:chgData name="musukie52@gmail.com" userId="017bd91f96aa8751" providerId="LiveId" clId="{5B2C3894-F97E-4CAB-8812-5BB4D83AAC6A}" dt="2026-01-19T09:53:11.301" v="281" actId="1076"/>
          <ac:spMkLst>
            <pc:docMk/>
            <pc:sldMk cId="761492686" sldId="296"/>
            <ac:spMk id="13" creationId="{D65B2D55-DD39-719C-5603-41E66EFAC2BC}"/>
          </ac:spMkLst>
        </pc:spChg>
        <pc:spChg chg="add mod">
          <ac:chgData name="musukie52@gmail.com" userId="017bd91f96aa8751" providerId="LiveId" clId="{5B2C3894-F97E-4CAB-8812-5BB4D83AAC6A}" dt="2026-01-19T09:53:08.113" v="280" actId="1076"/>
          <ac:spMkLst>
            <pc:docMk/>
            <pc:sldMk cId="761492686" sldId="296"/>
            <ac:spMk id="14" creationId="{5F5EEFB5-55D6-D64F-D794-8FD1F6E99153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5" creationId="{E010CE59-F309-12EE-F7BD-679861918776}"/>
          </ac:spMkLst>
        </pc:spChg>
        <pc:spChg chg="add mod">
          <ac:chgData name="musukie52@gmail.com" userId="017bd91f96aa8751" providerId="LiveId" clId="{5B2C3894-F97E-4CAB-8812-5BB4D83AAC6A}" dt="2026-01-19T09:53:45.346" v="285" actId="1076"/>
          <ac:spMkLst>
            <pc:docMk/>
            <pc:sldMk cId="761492686" sldId="296"/>
            <ac:spMk id="16" creationId="{D856C02E-AFC1-6E99-17DE-2EDA597260DA}"/>
          </ac:spMkLst>
        </pc:spChg>
        <pc:spChg chg="add mod">
          <ac:chgData name="musukie52@gmail.com" userId="017bd91f96aa8751" providerId="LiveId" clId="{5B2C3894-F97E-4CAB-8812-5BB4D83AAC6A}" dt="2026-01-19T09:54:38.890" v="289" actId="207"/>
          <ac:spMkLst>
            <pc:docMk/>
            <pc:sldMk cId="761492686" sldId="296"/>
            <ac:spMk id="17" creationId="{E195459B-8BF4-A361-3194-6C16C9CC9982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18" creationId="{A015BE95-DF84-B4AD-998D-006473670CCF}"/>
          </ac:spMkLst>
        </pc:spChg>
        <pc:spChg chg="add mod">
          <ac:chgData name="musukie52@gmail.com" userId="017bd91f96aa8751" providerId="LiveId" clId="{5B2C3894-F97E-4CAB-8812-5BB4D83AAC6A}" dt="2026-01-19T09:54:58.311" v="293" actId="1076"/>
          <ac:spMkLst>
            <pc:docMk/>
            <pc:sldMk cId="761492686" sldId="296"/>
            <ac:spMk id="19" creationId="{F051A929-FC85-6BE3-3DBD-083F30D4130D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2" creationId="{3678F973-B895-D0E2-8E66-8EF5F155FD10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3" creationId="{6A99C126-255B-3559-4283-F1A3C0DCC254}"/>
          </ac:spMkLst>
        </pc:spChg>
        <pc:spChg chg="add mod">
          <ac:chgData name="musukie52@gmail.com" userId="017bd91f96aa8751" providerId="LiveId" clId="{5B2C3894-F97E-4CAB-8812-5BB4D83AAC6A}" dt="2026-01-19T10:02:07.797" v="383" actId="1076"/>
          <ac:spMkLst>
            <pc:docMk/>
            <pc:sldMk cId="761492686" sldId="296"/>
            <ac:spMk id="24" creationId="{15BB6873-4DF1-041D-A8DC-F0D408BD5093}"/>
          </ac:spMkLst>
        </pc:spChg>
        <pc:spChg chg="add mod">
          <ac:chgData name="musukie52@gmail.com" userId="017bd91f96aa8751" providerId="LiveId" clId="{5B2C3894-F97E-4CAB-8812-5BB4D83AAC6A}" dt="2026-01-19T10:01:24.279" v="373" actId="1076"/>
          <ac:spMkLst>
            <pc:docMk/>
            <pc:sldMk cId="761492686" sldId="296"/>
            <ac:spMk id="25" creationId="{1DA93A5B-C907-0CBB-8276-321BFA7C9F7B}"/>
          </ac:spMkLst>
        </pc:spChg>
        <pc:spChg chg="add del mod">
          <ac:chgData name="musukie52@gmail.com" userId="017bd91f96aa8751" providerId="LiveId" clId="{5B2C3894-F97E-4CAB-8812-5BB4D83AAC6A}" dt="2026-01-19T09:55:37.672" v="305" actId="478"/>
          <ac:spMkLst>
            <pc:docMk/>
            <pc:sldMk cId="761492686" sldId="296"/>
            <ac:spMk id="26" creationId="{178270BF-15A4-B702-CDC4-6A6E0C848A09}"/>
          </ac:spMkLst>
        </pc:spChg>
        <pc:spChg chg="add mod">
          <ac:chgData name="musukie52@gmail.com" userId="017bd91f96aa8751" providerId="LiveId" clId="{5B2C3894-F97E-4CAB-8812-5BB4D83AAC6A}" dt="2026-01-19T10:01:43.846" v="379" actId="1035"/>
          <ac:spMkLst>
            <pc:docMk/>
            <pc:sldMk cId="761492686" sldId="296"/>
            <ac:spMk id="27" creationId="{B5A3528E-442E-A34F-0B8B-D5B03E837EA6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28" creationId="{B949E56F-E485-BE0F-EDF1-61EE6855B255}"/>
          </ac:spMkLst>
        </pc:spChg>
        <pc:spChg chg="add mod">
          <ac:chgData name="musukie52@gmail.com" userId="017bd91f96aa8751" providerId="LiveId" clId="{5B2C3894-F97E-4CAB-8812-5BB4D83AAC6A}" dt="2026-01-19T10:03:37.382" v="396" actId="1035"/>
          <ac:spMkLst>
            <pc:docMk/>
            <pc:sldMk cId="761492686" sldId="296"/>
            <ac:spMk id="29" creationId="{F3CA1A1A-BD13-9771-0555-31983DA33834}"/>
          </ac:spMkLst>
        </pc:spChg>
        <pc:spChg chg="add mod">
          <ac:chgData name="musukie52@gmail.com" userId="017bd91f96aa8751" providerId="LiveId" clId="{5B2C3894-F97E-4CAB-8812-5BB4D83AAC6A}" dt="2026-01-19T09:56:39.735" v="317" actId="1076"/>
          <ac:spMkLst>
            <pc:docMk/>
            <pc:sldMk cId="761492686" sldId="296"/>
            <ac:spMk id="30" creationId="{071204C7-16D6-E165-F9D8-68A64DA904D4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31" creationId="{B91D7B22-3055-2060-EE1A-1F18761B34C5}"/>
          </ac:spMkLst>
        </pc:spChg>
        <pc:spChg chg="add del mod">
          <ac:chgData name="musukie52@gmail.com" userId="017bd91f96aa8751" providerId="LiveId" clId="{5B2C3894-F97E-4CAB-8812-5BB4D83AAC6A}" dt="2026-01-19T10:00:24.369" v="362" actId="478"/>
          <ac:spMkLst>
            <pc:docMk/>
            <pc:sldMk cId="761492686" sldId="296"/>
            <ac:spMk id="33" creationId="{EF4160F5-887C-C4AC-F513-305B02B02244}"/>
          </ac:spMkLst>
        </pc:spChg>
        <pc:spChg chg="add del mod">
          <ac:chgData name="musukie52@gmail.com" userId="017bd91f96aa8751" providerId="LiveId" clId="{5B2C3894-F97E-4CAB-8812-5BB4D83AAC6A}" dt="2026-01-19T10:01:17.109" v="372" actId="478"/>
          <ac:spMkLst>
            <pc:docMk/>
            <pc:sldMk cId="761492686" sldId="296"/>
            <ac:spMk id="34" creationId="{200F16A9-36AE-DC73-796B-796E443BCA14}"/>
          </ac:spMkLst>
        </pc:spChg>
        <pc:spChg chg="add mod">
          <ac:chgData name="musukie52@gmail.com" userId="017bd91f96aa8751" providerId="LiveId" clId="{5B2C3894-F97E-4CAB-8812-5BB4D83AAC6A}" dt="2026-01-19T09:57:30.890" v="325" actId="1076"/>
          <ac:spMkLst>
            <pc:docMk/>
            <pc:sldMk cId="761492686" sldId="296"/>
            <ac:spMk id="44" creationId="{E075C075-863D-4C94-4832-728605709C7C}"/>
          </ac:spMkLst>
        </pc:spChg>
        <pc:spChg chg="add mod">
          <ac:chgData name="musukie52@gmail.com" userId="017bd91f96aa8751" providerId="LiveId" clId="{5B2C3894-F97E-4CAB-8812-5BB4D83AAC6A}" dt="2026-01-19T09:57:50.596" v="331" actId="1038"/>
          <ac:spMkLst>
            <pc:docMk/>
            <pc:sldMk cId="761492686" sldId="296"/>
            <ac:spMk id="45" creationId="{8EB39C2F-9AEC-BF5B-6DD9-8A9A958BE704}"/>
          </ac:spMkLst>
        </pc:spChg>
        <pc:spChg chg="add mod">
          <ac:chgData name="musukie52@gmail.com" userId="017bd91f96aa8751" providerId="LiveId" clId="{5B2C3894-F97E-4CAB-8812-5BB4D83AAC6A}" dt="2026-01-19T10:00:59.256" v="368" actId="1035"/>
          <ac:spMkLst>
            <pc:docMk/>
            <pc:sldMk cId="761492686" sldId="296"/>
            <ac:spMk id="46" creationId="{745C4CB9-663A-D4EE-D1C7-5254CBC10BC6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47" creationId="{8B0003D7-B9FE-9E27-DC11-4448F1EFCE9B}"/>
          </ac:spMkLst>
        </pc:spChg>
        <pc:spChg chg="add del mod">
          <ac:chgData name="musukie52@gmail.com" userId="017bd91f96aa8751" providerId="LiveId" clId="{5B2C3894-F97E-4CAB-8812-5BB4D83AAC6A}" dt="2026-01-19T10:00:23.054" v="361" actId="478"/>
          <ac:spMkLst>
            <pc:docMk/>
            <pc:sldMk cId="761492686" sldId="296"/>
            <ac:spMk id="48" creationId="{C591C77D-2403-7943-81FF-4708606036E6}"/>
          </ac:spMkLst>
        </pc:spChg>
        <pc:spChg chg="add mod">
          <ac:chgData name="musukie52@gmail.com" userId="017bd91f96aa8751" providerId="LiveId" clId="{5B2C3894-F97E-4CAB-8812-5BB4D83AAC6A}" dt="2026-01-19T09:59:48.330" v="354" actId="1076"/>
          <ac:spMkLst>
            <pc:docMk/>
            <pc:sldMk cId="761492686" sldId="296"/>
            <ac:spMk id="49" creationId="{D604580C-7B02-6525-6A2B-C8474BFB0259}"/>
          </ac:spMkLst>
        </pc:spChg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spChg chg="add mod">
          <ac:chgData name="musukie52@gmail.com" userId="017bd91f96aa8751" providerId="LiveId" clId="{5B2C3894-F97E-4CAB-8812-5BB4D83AAC6A}" dt="2026-01-19T10:03:45.111" v="397" actId="164"/>
          <ac:spMkLst>
            <pc:docMk/>
            <pc:sldMk cId="761492686" sldId="296"/>
            <ac:spMk id="51" creationId="{0BA42BE4-8555-45CA-64FB-38EDA60D3E22}"/>
          </ac:spMkLst>
        </pc:spChg>
        <pc:spChg chg="add mod">
          <ac:chgData name="musukie52@gmail.com" userId="017bd91f96aa8751" providerId="LiveId" clId="{5B2C3894-F97E-4CAB-8812-5BB4D83AAC6A}" dt="2026-01-19T10:02:15.953" v="385" actId="1076"/>
          <ac:spMkLst>
            <pc:docMk/>
            <pc:sldMk cId="761492686" sldId="296"/>
            <ac:spMk id="52" creationId="{221EC8A6-642F-25B2-F25C-D95F518626B4}"/>
          </ac:spMkLst>
        </pc:spChg>
        <pc:spChg chg="add mod">
          <ac:chgData name="musukie52@gmail.com" userId="017bd91f96aa8751" providerId="LiveId" clId="{5B2C3894-F97E-4CAB-8812-5BB4D83AAC6A}" dt="2026-01-19T10:02:27.673" v="388" actId="1076"/>
          <ac:spMkLst>
            <pc:docMk/>
            <pc:sldMk cId="761492686" sldId="296"/>
            <ac:spMk id="53" creationId="{3BC91559-FA44-EE6F-0211-BC3319ACF082}"/>
          </ac:spMkLst>
        </pc:spChg>
        <pc:spChg chg="add mod">
          <ac:chgData name="musukie52@gmail.com" userId="017bd91f96aa8751" providerId="LiveId" clId="{5B2C3894-F97E-4CAB-8812-5BB4D83AAC6A}" dt="2026-01-19T10:02:41.074" v="390" actId="1076"/>
          <ac:spMkLst>
            <pc:docMk/>
            <pc:sldMk cId="761492686" sldId="296"/>
            <ac:spMk id="54" creationId="{D33CE699-1A86-5CEE-5954-1FA4C0AB1AA8}"/>
          </ac:spMkLst>
        </pc:spChg>
        <pc:spChg chg="add mod">
          <ac:chgData name="musukie52@gmail.com" userId="017bd91f96aa8751" providerId="LiveId" clId="{5B2C3894-F97E-4CAB-8812-5BB4D83AAC6A}" dt="2026-01-19T10:02:58.126" v="393" actId="1076"/>
          <ac:spMkLst>
            <pc:docMk/>
            <pc:sldMk cId="761492686" sldId="296"/>
            <ac:spMk id="55" creationId="{13DE9BDD-97D1-8CD0-F5C2-9E699A4650D4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57" creationId="{FFE33DAA-5364-3E92-72FE-FB526DB58763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58" creationId="{FA5D8FEC-4ADE-3363-5DA4-7B1D3A8D8AC9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2" creationId="{9E09CD82-518F-F6F8-F4BD-406A8C85F1AF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3" creationId="{0F52318F-D4EB-7C96-BD12-C2CD83850858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5" creationId="{93CAAFCA-066D-E1EE-F6A7-189103B5E20D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68" creationId="{A9EED15D-47B0-3C63-8323-EAEB722383B2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3" creationId="{EA0CFDEE-1ABC-9B2F-A875-4D0ABEB30B01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5" creationId="{207333A6-BBAB-862F-D4DA-AE5719E2CCED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78" creationId="{3AD9362F-958D-8F49-F73E-D343E3B7E371}"/>
          </ac:spMkLst>
        </pc:spChg>
        <pc:spChg chg="add mod">
          <ac:chgData name="musukie52@gmail.com" userId="017bd91f96aa8751" providerId="LiveId" clId="{5B2C3894-F97E-4CAB-8812-5BB4D83AAC6A}" dt="2026-01-19T10:03:16.989" v="394"/>
          <ac:spMkLst>
            <pc:docMk/>
            <pc:sldMk cId="761492686" sldId="296"/>
            <ac:spMk id="83" creationId="{EB893E93-E7D3-6E42-E313-7875BA25604D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87" creationId="{906DE364-15D7-1642-381C-614D23785E09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88" creationId="{63C33AB2-9BFC-8BB2-EBFF-E27C4B0469CB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2" creationId="{EB264319-63D4-C3A3-E36A-FBA9A30C8F97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7" creationId="{C35C606C-68FA-39C3-2810-54AEC2FEE4A3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98" creationId="{8C5826E7-307C-1ADF-C46C-0EBCDB2F474E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0" creationId="{1235FDBD-4C16-7AFB-BE52-2F7112F7C614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6" creationId="{135E4E48-C653-0CA1-FE52-5ECB2FB7BB51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09" creationId="{9AC216E4-5C1E-3427-A311-B4FE196B5C39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10" creationId="{B4566968-9C91-B935-E848-C8F7D10A9011}"/>
          </ac:spMkLst>
        </pc:spChg>
        <pc:spChg chg="add mod">
          <ac:chgData name="musukie52@gmail.com" userId="017bd91f96aa8751" providerId="LiveId" clId="{5B2C3894-F97E-4CAB-8812-5BB4D83AAC6A}" dt="2026-01-19T10:03:23.951" v="395"/>
          <ac:spMkLst>
            <pc:docMk/>
            <pc:sldMk cId="761492686" sldId="296"/>
            <ac:spMk id="117" creationId="{1C73CFCF-02F4-757F-B210-CF7255EF5CD8}"/>
          </ac:spMkLst>
        </pc:spChg>
        <pc:spChg chg="mod">
          <ac:chgData name="musukie52@gmail.com" userId="017bd91f96aa8751" providerId="LiveId" clId="{5B2C3894-F97E-4CAB-8812-5BB4D83AAC6A}" dt="2026-01-19T10:04:31.612" v="428" actId="20577"/>
          <ac:spMkLst>
            <pc:docMk/>
            <pc:sldMk cId="761492686" sldId="296"/>
            <ac:spMk id="120" creationId="{2CCCEC11-0B33-7909-4BC6-C71C052D0FB1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2" creationId="{3FD2BC33-F286-FDBF-D8B7-B52E1F2B503D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4" creationId="{CEA7CFB9-7865-A493-C6D6-51793D738532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5" creationId="{DCAAF321-621F-E729-EF1D-20B35744C92F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7" creationId="{EE80BB42-A8E0-B3CC-5343-A92C555EB067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28" creationId="{578FB91E-CB76-E0CB-8779-A1B75F31B94C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5" creationId="{4A4EA7D7-0719-3C0B-C503-A83BEA93F354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6" creationId="{5DC83ABC-FEE6-2646-F253-48F074BFDA10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37" creationId="{F07426A2-A0F1-3E4B-FB48-9A93366472E3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46" creationId="{175E8A6D-F54C-889E-A201-0BF8C58ED260}"/>
          </ac:spMkLst>
        </pc:spChg>
        <pc:spChg chg="mod">
          <ac:chgData name="musukie52@gmail.com" userId="017bd91f96aa8751" providerId="LiveId" clId="{5B2C3894-F97E-4CAB-8812-5BB4D83AAC6A}" dt="2026-01-19T10:04:05.020" v="398"/>
          <ac:spMkLst>
            <pc:docMk/>
            <pc:sldMk cId="761492686" sldId="296"/>
            <ac:spMk id="148" creationId="{66A73602-EA6D-A1A5-9E85-38BDB2C7B60A}"/>
          </ac:spMkLst>
        </pc:spChg>
        <pc:spChg chg="mod">
          <ac:chgData name="musukie52@gmail.com" userId="017bd91f96aa8751" providerId="LiveId" clId="{5B2C3894-F97E-4CAB-8812-5BB4D83AAC6A}" dt="2026-01-19T10:05:41.238" v="506" actId="20577"/>
          <ac:spMkLst>
            <pc:docMk/>
            <pc:sldMk cId="761492686" sldId="296"/>
            <ac:spMk id="152" creationId="{F735A11B-06B1-CD7F-C8E7-DE7962CA0CA5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57" creationId="{7B92F1B6-3E1D-B667-5628-230F6C31507D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3" creationId="{A4C39B4D-04DC-1754-1DD9-C05E9BE98354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5" creationId="{D451205B-7F74-13BB-ADF0-D90B905A0E2F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6" creationId="{CD3F8002-48D0-4C5C-855B-DAE7630B28DE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68" creationId="{98230DBE-09C2-0E27-C022-E4036EA17197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3" creationId="{7B4B0C7D-518D-29E3-343A-0E07AE1C7E3F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4" creationId="{ACF980C4-CA41-7C80-E0A3-659B65BA305D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5" creationId="{66AEE36B-1638-A6A7-FD77-482117DA4292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76" creationId="{DAB8E881-50FA-EB90-B849-AB6F04065822}"/>
          </ac:spMkLst>
        </pc:spChg>
        <pc:spChg chg="mod">
          <ac:chgData name="musukie52@gmail.com" userId="017bd91f96aa8751" providerId="LiveId" clId="{5B2C3894-F97E-4CAB-8812-5BB4D83AAC6A}" dt="2026-01-19T10:04:42.476" v="430"/>
          <ac:spMkLst>
            <pc:docMk/>
            <pc:sldMk cId="761492686" sldId="296"/>
            <ac:spMk id="181" creationId="{9A21DC17-7479-BDDC-F765-6826C853B216}"/>
          </ac:spMkLst>
        </pc:spChg>
        <pc:spChg chg="mod">
          <ac:chgData name="musukie52@gmail.com" userId="017bd91f96aa8751" providerId="LiveId" clId="{5B2C3894-F97E-4CAB-8812-5BB4D83AAC6A}" dt="2026-01-19T10:06:29.095" v="562" actId="20577"/>
          <ac:spMkLst>
            <pc:docMk/>
            <pc:sldMk cId="761492686" sldId="296"/>
            <ac:spMk id="184" creationId="{DC538617-AB0C-8D73-522F-8529332ED0CC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87" creationId="{9E49D6FE-3E1A-2DDE-9C0B-2B96888E9E83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89" creationId="{1B0AD318-572F-3247-28CB-8574FEF0117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0" creationId="{13CF2E18-E4DD-572C-CF79-72165CADAAAA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3" creationId="{A14640D8-B63A-E026-3A56-D6A4D540830C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197" creationId="{6CB2DEFB-9A3F-F02A-BC2D-BFC131BDD59F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0" creationId="{71E41996-BABA-281D-54C8-9D593865663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3" creationId="{8F2956E3-630E-2E50-C38D-AFA0AA622848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5" creationId="{A930CFE9-DFC1-F2F9-D9E9-4F0167F95266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06" creationId="{5DD11ADD-E2D4-AC34-B580-31FEEA370F7B}"/>
          </ac:spMkLst>
        </pc:spChg>
        <pc:spChg chg="mod">
          <ac:chgData name="musukie52@gmail.com" userId="017bd91f96aa8751" providerId="LiveId" clId="{5B2C3894-F97E-4CAB-8812-5BB4D83AAC6A}" dt="2026-01-19T10:05:50.264" v="535"/>
          <ac:spMkLst>
            <pc:docMk/>
            <pc:sldMk cId="761492686" sldId="296"/>
            <ac:spMk id="214" creationId="{5A07B1A3-F84C-3F5E-F48C-661A6B481A38}"/>
          </ac:spMkLst>
        </pc:spChg>
        <pc:spChg chg="mod">
          <ac:chgData name="musukie52@gmail.com" userId="017bd91f96aa8751" providerId="LiveId" clId="{5B2C3894-F97E-4CAB-8812-5BB4D83AAC6A}" dt="2026-01-19T10:06:42.934" v="576" actId="1076"/>
          <ac:spMkLst>
            <pc:docMk/>
            <pc:sldMk cId="761492686" sldId="296"/>
            <ac:spMk id="216" creationId="{6C007F75-318B-9121-C857-6339A71EB755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18" creationId="{C2CF363E-47AF-F47A-C76B-09535E6E05CD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0" creationId="{27E3F194-6797-70DB-252A-9607947CFF39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1" creationId="{82B6AC2D-1810-92A8-290C-860C9CEEE323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3" creationId="{882E0A29-73D2-D255-5D5F-13FF7E2A8B67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28" creationId="{F1E2B31B-FFAD-71E3-9E82-3C4AD902BFCA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37" creationId="{E04E01F2-5B64-3979-1E83-D74E95300394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39" creationId="{96FBA7E7-3662-265E-1A33-FB274B61BCE6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42" creationId="{8AC41316-DEE6-427C-FEB7-BBC1561BD535}"/>
          </ac:spMkLst>
        </pc:spChg>
        <pc:spChg chg="mod">
          <ac:chgData name="musukie52@gmail.com" userId="017bd91f96aa8751" providerId="LiveId" clId="{5B2C3894-F97E-4CAB-8812-5BB4D83AAC6A}" dt="2026-01-19T10:06:29.557" v="563"/>
          <ac:spMkLst>
            <pc:docMk/>
            <pc:sldMk cId="761492686" sldId="296"/>
            <ac:spMk id="245" creationId="{77DF9E2B-09BB-49E6-86E0-A99FD9093948}"/>
          </ac:spMkLst>
        </pc:spChg>
        <pc:spChg chg="mod">
          <ac:chgData name="musukie52@gmail.com" userId="017bd91f96aa8751" providerId="LiveId" clId="{5B2C3894-F97E-4CAB-8812-5BB4D83AAC6A}" dt="2026-01-19T10:07:24.827" v="598" actId="20577"/>
          <ac:spMkLst>
            <pc:docMk/>
            <pc:sldMk cId="761492686" sldId="296"/>
            <ac:spMk id="248" creationId="{DF1CABD8-95A0-4E45-AEF1-80BA18E4E2D6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54" creationId="{BE5FB123-5731-3A02-2A4D-FB81D0694780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57" creationId="{6DB05C68-C5EC-207D-E1B0-DF64AC7E6860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0" creationId="{A7824EB7-AC7A-9C9F-AAC7-893AD3B2E8F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1" creationId="{D463FC60-2DCA-0F0C-E884-A91DAEB992B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2" creationId="{C3352BF6-18B1-5DFC-E1DF-83208F08B958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5" creationId="{02C6F147-8488-7AF7-3BB1-AC3B9A95919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6" creationId="{0D55B8F8-E818-326D-4B29-D17864004D8E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69" creationId="{C5F8E4AE-E437-05AC-7FD3-06C8FD917199}"/>
          </ac:spMkLst>
        </pc:spChg>
        <pc:spChg chg="mod">
          <ac:chgData name="musukie52@gmail.com" userId="017bd91f96aa8751" providerId="LiveId" clId="{5B2C3894-F97E-4CAB-8812-5BB4D83AAC6A}" dt="2026-01-19T10:07:18.402" v="579"/>
          <ac:spMkLst>
            <pc:docMk/>
            <pc:sldMk cId="761492686" sldId="296"/>
            <ac:spMk id="278" creationId="{1B220787-03C3-005C-AC31-7E5E3727516B}"/>
          </ac:spMkLst>
        </pc:spChg>
        <pc:grpChg chg="del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18" creationId="{7F2F4F76-AB3D-FCC9-1A33-A8B4386D64F8}"/>
          </ac:grpSpMkLst>
        </pc:grpChg>
        <pc:grpChg chg="add 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19" creationId="{63E0C6C0-0023-4D01-BDD2-6DFE8A43A5ED}"/>
          </ac:grpSpMkLst>
        </pc:grpChg>
        <pc:grpChg chg="add 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51" creationId="{E0AF33EE-2215-9891-5D1E-DD0CEB358506}"/>
          </ac:grpSpMkLst>
        </pc:grpChg>
        <pc:grpChg chg="del mod or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183" creationId="{E0E58F0B-9644-5474-A663-2C35D476439A}"/>
          </ac:grpSpMkLst>
        </pc:grpChg>
        <pc:grpChg chg="del mo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215" creationId="{634BA8DB-363C-71FE-6539-A07092D2263A}"/>
          </ac:grpSpMkLst>
        </pc:grpChg>
        <pc:grpChg chg="del mod">
          <ac:chgData name="musukie52@gmail.com" userId="017bd91f96aa8751" providerId="LiveId" clId="{5B2C3894-F97E-4CAB-8812-5BB4D83AAC6A}" dt="2026-01-19T10:10:23.456" v="608" actId="478"/>
          <ac:grpSpMkLst>
            <pc:docMk/>
            <pc:sldMk cId="761492686" sldId="296"/>
            <ac:grpSpMk id="247" creationId="{C42BAEA6-F1B0-8DF0-7483-EF522AA97D09}"/>
          </ac:grpSpMkLst>
        </pc:gr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modSp mod">
        <pc:chgData name="musukie52@gmail.com" userId="017bd91f96aa8751" providerId="LiveId" clId="{5B2C3894-F97E-4CAB-8812-5BB4D83AAC6A}" dt="2026-01-20T09:50:39.550" v="2097" actId="14100"/>
        <pc:sldMkLst>
          <pc:docMk/>
          <pc:sldMk cId="571944720" sldId="297"/>
        </pc:sldMkLst>
        <pc:spChg chg="mod">
          <ac:chgData name="musukie52@gmail.com" userId="017bd91f96aa8751" providerId="LiveId" clId="{5B2C3894-F97E-4CAB-8812-5BB4D83AAC6A}" dt="2026-01-20T09:50:39.550" v="2097" actId="14100"/>
          <ac:spMkLst>
            <pc:docMk/>
            <pc:sldMk cId="571944720" sldId="297"/>
            <ac:spMk id="64" creationId="{00000000-0000-0000-0000-000000000000}"/>
          </ac:spMkLst>
        </pc:spChg>
      </pc:sldChg>
      <pc:sldChg chg="addSp delSp modSp mod">
        <pc:chgData name="musukie52@gmail.com" userId="017bd91f96aa8751" providerId="LiveId" clId="{5B2C3894-F97E-4CAB-8812-5BB4D83AAC6A}" dt="2026-01-20T09:50:13.153" v="2015"/>
        <pc:sldMkLst>
          <pc:docMk/>
          <pc:sldMk cId="2178783012" sldId="298"/>
        </pc:sldMkLst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0:13.153" v="2015"/>
          <ac:spMkLst>
            <pc:docMk/>
            <pc:sldMk cId="2178783012" sldId="298"/>
            <ac:spMk id="7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100" creationId="{00000000-0000-0000-0000-000000000000}"/>
          </ac:spMkLst>
        </pc:spChg>
        <pc:cxnChg chg="add mod">
          <ac:chgData name="musukie52@gmail.com" userId="017bd91f96aa8751" providerId="LiveId" clId="{5B2C3894-F97E-4CAB-8812-5BB4D83AAC6A}" dt="2026-01-20T09:50:05.934" v="2005"/>
          <ac:cxnSpMkLst>
            <pc:docMk/>
            <pc:sldMk cId="2178783012" sldId="298"/>
            <ac:cxnSpMk id="3" creationId="{799AAAC8-ABAC-A8BD-1A08-24628D7F299E}"/>
          </ac:cxnSpMkLst>
        </pc:cxnChg>
        <pc:cxnChg chg="mod">
          <ac:chgData name="musukie52@gmail.com" userId="017bd91f96aa8751" providerId="LiveId" clId="{5B2C3894-F97E-4CAB-8812-5BB4D83AAC6A}" dt="2026-01-20T09:45:13.866" v="1911" actId="1076"/>
          <ac:cxnSpMkLst>
            <pc:docMk/>
            <pc:sldMk cId="2178783012" sldId="298"/>
            <ac:cxnSpMk id="91" creationId="{00000000-0000-0000-0000-000000000000}"/>
          </ac:cxnSpMkLst>
        </pc:cxnChg>
        <pc:cxnChg chg="del mod">
          <ac:chgData name="musukie52@gmail.com" userId="017bd91f96aa8751" providerId="LiveId" clId="{5B2C3894-F97E-4CAB-8812-5BB4D83AAC6A}" dt="2026-01-20T09:50:05.118" v="2004" actId="478"/>
          <ac:cxnSpMkLst>
            <pc:docMk/>
            <pc:sldMk cId="2178783012" sldId="298"/>
            <ac:cxnSpMk id="103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0T10:24:35.916" v="2478" actId="21"/>
        <pc:sldMkLst>
          <pc:docMk/>
          <pc:sldMk cId="2845714888" sldId="299"/>
        </pc:sldMkLst>
        <pc:spChg chg="add del mod">
          <ac:chgData name="musukie52@gmail.com" userId="017bd91f96aa8751" providerId="LiveId" clId="{5B2C3894-F97E-4CAB-8812-5BB4D83AAC6A}" dt="2026-01-20T10:10:24.273" v="2207" actId="21"/>
          <ac:spMkLst>
            <pc:docMk/>
            <pc:sldMk cId="2845714888" sldId="299"/>
            <ac:spMk id="2" creationId="{B9256C07-9088-B797-DD80-5144B1E4AA5B}"/>
          </ac:spMkLst>
        </pc:spChg>
        <pc:spChg chg="add mod">
          <ac:chgData name="musukie52@gmail.com" userId="017bd91f96aa8751" providerId="LiveId" clId="{5B2C3894-F97E-4CAB-8812-5BB4D83AAC6A}" dt="2026-01-20T10:13:27.462" v="2277" actId="164"/>
          <ac:spMkLst>
            <pc:docMk/>
            <pc:sldMk cId="2845714888" sldId="299"/>
            <ac:spMk id="24" creationId="{22B8E053-7A4D-DA2F-4810-EB8EA3C4D7BE}"/>
          </ac:spMkLst>
        </pc:spChg>
        <pc:spChg chg="add mod">
          <ac:chgData name="musukie52@gmail.com" userId="017bd91f96aa8751" providerId="LiveId" clId="{5B2C3894-F97E-4CAB-8812-5BB4D83AAC6A}" dt="2026-01-20T10:13:27.462" v="2277" actId="164"/>
          <ac:spMkLst>
            <pc:docMk/>
            <pc:sldMk cId="2845714888" sldId="299"/>
            <ac:spMk id="25" creationId="{D746AE60-DC8A-03AC-FEFD-856EE6F74609}"/>
          </ac:spMkLst>
        </pc:spChg>
        <pc:spChg chg="add del mod">
          <ac:chgData name="musukie52@gmail.com" userId="017bd91f96aa8751" providerId="LiveId" clId="{5B2C3894-F97E-4CAB-8812-5BB4D83AAC6A}" dt="2026-01-20T10:17:51.514" v="2390" actId="21"/>
          <ac:spMkLst>
            <pc:docMk/>
            <pc:sldMk cId="2845714888" sldId="299"/>
            <ac:spMk id="27" creationId="{EA392294-33B9-D24C-C8E5-DF7D6C450063}"/>
          </ac:spMkLst>
        </pc:spChg>
        <pc:spChg chg="add del mod">
          <ac:chgData name="musukie52@gmail.com" userId="017bd91f96aa8751" providerId="LiveId" clId="{5B2C3894-F97E-4CAB-8812-5BB4D83AAC6A}" dt="2026-01-20T10:17:51.514" v="2390" actId="21"/>
          <ac:spMkLst>
            <pc:docMk/>
            <pc:sldMk cId="2845714888" sldId="299"/>
            <ac:spMk id="4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24:09.837" v="2471" actId="165"/>
          <ac:spMkLst>
            <pc:docMk/>
            <pc:sldMk cId="2845714888" sldId="299"/>
            <ac:spMk id="54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0T10:24:09.837" v="2471" actId="165"/>
          <ac:spMkLst>
            <pc:docMk/>
            <pc:sldMk cId="2845714888" sldId="299"/>
            <ac:spMk id="56" creationId="{A0C0A5BD-D0EC-AAD3-732C-B6D42E62756D}"/>
          </ac:spMkLst>
        </pc:spChg>
        <pc:spChg chg="add del mod">
          <ac:chgData name="musukie52@gmail.com" userId="017bd91f96aa8751" providerId="LiveId" clId="{5B2C3894-F97E-4CAB-8812-5BB4D83AAC6A}" dt="2026-01-20T10:15:42.029" v="2305" actId="21"/>
          <ac:spMkLst>
            <pc:docMk/>
            <pc:sldMk cId="2845714888" sldId="299"/>
            <ac:spMk id="62" creationId="{22B8E053-7A4D-DA2F-4810-EB8EA3C4D7BE}"/>
          </ac:spMkLst>
        </pc:spChg>
        <pc:spChg chg="add del mod">
          <ac:chgData name="musukie52@gmail.com" userId="017bd91f96aa8751" providerId="LiveId" clId="{5B2C3894-F97E-4CAB-8812-5BB4D83AAC6A}" dt="2026-01-20T10:15:42.029" v="2305" actId="21"/>
          <ac:spMkLst>
            <pc:docMk/>
            <pc:sldMk cId="2845714888" sldId="299"/>
            <ac:spMk id="64" creationId="{D746AE60-DC8A-03AC-FEFD-856EE6F74609}"/>
          </ac:spMkLst>
        </pc:spChg>
        <pc:spChg chg="add del mod">
          <ac:chgData name="musukie52@gmail.com" userId="017bd91f96aa8751" providerId="LiveId" clId="{5B2C3894-F97E-4CAB-8812-5BB4D83AAC6A}" dt="2026-01-20T10:10:24.273" v="2207" actId="21"/>
          <ac:spMkLst>
            <pc:docMk/>
            <pc:sldMk cId="2845714888" sldId="299"/>
            <ac:spMk id="95" creationId="{00000000-0000-0000-0000-000000000000}"/>
          </ac:spMkLst>
        </pc:spChg>
        <pc:grpChg chg="add del mod">
          <ac:chgData name="musukie52@gmail.com" userId="017bd91f96aa8751" providerId="LiveId" clId="{5B2C3894-F97E-4CAB-8812-5BB4D83AAC6A}" dt="2026-01-20T10:13:28.461" v="2278" actId="21"/>
          <ac:grpSpMkLst>
            <pc:docMk/>
            <pc:sldMk cId="2845714888" sldId="299"/>
            <ac:grpSpMk id="26" creationId="{87AA99A0-DEBC-27CB-A3C9-865AC3D1B462}"/>
          </ac:grpSpMkLst>
        </pc:grpChg>
        <pc:grpChg chg="add del mod">
          <ac:chgData name="musukie52@gmail.com" userId="017bd91f96aa8751" providerId="LiveId" clId="{5B2C3894-F97E-4CAB-8812-5BB4D83AAC6A}" dt="2026-01-20T10:24:09.837" v="2471" actId="165"/>
          <ac:grpSpMkLst>
            <pc:docMk/>
            <pc:sldMk cId="2845714888" sldId="299"/>
            <ac:grpSpMk id="28" creationId="{18088FAE-C4AA-EB54-14CA-3A10FF9F22E6}"/>
          </ac:grpSpMkLst>
        </pc:grpChg>
        <pc:grpChg chg="add del mod">
          <ac:chgData name="musukie52@gmail.com" userId="017bd91f96aa8751" providerId="LiveId" clId="{5B2C3894-F97E-4CAB-8812-5BB4D83AAC6A}" dt="2026-01-20T10:24:35.916" v="2478" actId="21"/>
          <ac:grpSpMkLst>
            <pc:docMk/>
            <pc:sldMk cId="2845714888" sldId="299"/>
            <ac:grpSpMk id="31" creationId="{C10FE211-AD51-C151-2B39-49CC95D099A7}"/>
          </ac:grpSpMkLst>
        </pc:grpChg>
        <pc:grpChg chg="add mod topLvl">
          <ac:chgData name="musukie52@gmail.com" userId="017bd91f96aa8751" providerId="LiveId" clId="{5B2C3894-F97E-4CAB-8812-5BB4D83AAC6A}" dt="2026-01-20T10:24:32.760" v="2477" actId="164"/>
          <ac:grpSpMkLst>
            <pc:docMk/>
            <pc:sldMk cId="2845714888" sldId="299"/>
            <ac:grpSpMk id="52" creationId="{BF8EFA08-64CE-5ED7-58E8-F19AAE1F977F}"/>
          </ac:grpSpMkLst>
        </pc:grpChg>
        <pc:picChg chg="add mod">
          <ac:chgData name="musukie52@gmail.com" userId="017bd91f96aa8751" providerId="LiveId" clId="{5B2C3894-F97E-4CAB-8812-5BB4D83AAC6A}" dt="2026-01-20T10:13:27.462" v="2277" actId="164"/>
          <ac:picMkLst>
            <pc:docMk/>
            <pc:sldMk cId="2845714888" sldId="299"/>
            <ac:picMk id="3" creationId="{B98B4BE3-7DA2-92D9-82A6-DFEE6FC24F47}"/>
          </ac:picMkLst>
        </pc:picChg>
        <pc:picChg chg="add mod ord">
          <ac:chgData name="musukie52@gmail.com" userId="017bd91f96aa8751" providerId="LiveId" clId="{5B2C3894-F97E-4CAB-8812-5BB4D83AAC6A}" dt="2026-01-20T10:24:32.760" v="2477" actId="164"/>
          <ac:picMkLst>
            <pc:docMk/>
            <pc:sldMk cId="2845714888" sldId="299"/>
            <ac:picMk id="30" creationId="{605829D3-8DF2-C614-D70A-B6579C640673}"/>
          </ac:picMkLst>
        </pc:picChg>
        <pc:picChg chg="add del mod">
          <ac:chgData name="musukie52@gmail.com" userId="017bd91f96aa8751" providerId="LiveId" clId="{5B2C3894-F97E-4CAB-8812-5BB4D83AAC6A}" dt="2026-01-20T10:15:42.029" v="2305" actId="21"/>
          <ac:picMkLst>
            <pc:docMk/>
            <pc:sldMk cId="2845714888" sldId="299"/>
            <ac:picMk id="60" creationId="{B98B4BE3-7DA2-92D9-82A6-DFEE6FC24F47}"/>
          </ac:picMkLst>
        </pc:picChg>
        <pc:picChg chg="add del mod topLvl">
          <ac:chgData name="musukie52@gmail.com" userId="017bd91f96aa8751" providerId="LiveId" clId="{5B2C3894-F97E-4CAB-8812-5BB4D83AAC6A}" dt="2026-01-20T10:24:14.893" v="2474" actId="478"/>
          <ac:picMkLst>
            <pc:docMk/>
            <pc:sldMk cId="2845714888" sldId="299"/>
            <ac:picMk id="94" creationId="{00000000-0000-0000-0000-000000000000}"/>
          </ac:picMkLst>
        </pc:picChg>
      </pc:sldChg>
      <pc:sldChg chg="addSp delSp modSp mod">
        <pc:chgData name="musukie52@gmail.com" userId="017bd91f96aa8751" providerId="LiveId" clId="{5B2C3894-F97E-4CAB-8812-5BB4D83AAC6A}" dt="2026-01-20T09:50:01.692" v="2003"/>
        <pc:sldMkLst>
          <pc:docMk/>
          <pc:sldMk cId="2445378882" sldId="301"/>
        </pc:sldMkLst>
        <pc:spChg chg="add 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2" creationId="{DD8A1A92-2DA5-C5F0-AB60-5AAAC0EB3D2C}"/>
          </ac:spMkLst>
        </pc:spChg>
        <pc:spChg chg="mod">
          <ac:chgData name="musukie52@gmail.com" userId="017bd91f96aa8751" providerId="LiveId" clId="{5B2C3894-F97E-4CAB-8812-5BB4D83AAC6A}" dt="2026-01-20T09:49:06.594" v="1966" actId="404"/>
          <ac:spMkLst>
            <pc:docMk/>
            <pc:sldMk cId="2445378882" sldId="301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9.745" v="1968" actId="404"/>
          <ac:spMkLst>
            <pc:docMk/>
            <pc:sldMk cId="2445378882" sldId="301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2.886" v="1964" actId="404"/>
          <ac:spMkLst>
            <pc:docMk/>
            <pc:sldMk cId="2445378882" sldId="301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59.504" v="1962" actId="404"/>
          <ac:spMkLst>
            <pc:docMk/>
            <pc:sldMk cId="2445378882" sldId="301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6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09:46:06.920" v="1918" actId="478"/>
          <ac:spMkLst>
            <pc:docMk/>
            <pc:sldMk cId="2445378882" sldId="301"/>
            <ac:spMk id="9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100" creationId="{00000000-0000-0000-0000-000000000000}"/>
          </ac:spMkLst>
        </pc:spChg>
        <pc:cxnChg chg="add del mod">
          <ac:chgData name="musukie52@gmail.com" userId="017bd91f96aa8751" providerId="LiveId" clId="{5B2C3894-F97E-4CAB-8812-5BB4D83AAC6A}" dt="2026-01-20T09:50:00.818" v="2002" actId="478"/>
          <ac:cxnSpMkLst>
            <pc:docMk/>
            <pc:sldMk cId="2445378882" sldId="301"/>
            <ac:cxnSpMk id="3" creationId="{4C1C0458-1C09-A6F4-4644-CDCDD8249F67}"/>
          </ac:cxnSpMkLst>
        </pc:cxnChg>
        <pc:cxnChg chg="add mod">
          <ac:chgData name="musukie52@gmail.com" userId="017bd91f96aa8751" providerId="LiveId" clId="{5B2C3894-F97E-4CAB-8812-5BB4D83AAC6A}" dt="2026-01-20T09:50:01.692" v="2003"/>
          <ac:cxnSpMkLst>
            <pc:docMk/>
            <pc:sldMk cId="2445378882" sldId="301"/>
            <ac:cxnSpMk id="6" creationId="{2963222E-4B15-CE02-907D-DF6A4E13A3A0}"/>
          </ac:cxnSpMkLst>
        </pc:cxnChg>
        <pc:cxnChg chg="del">
          <ac:chgData name="musukie52@gmail.com" userId="017bd91f96aa8751" providerId="LiveId" clId="{5B2C3894-F97E-4CAB-8812-5BB4D83AAC6A}" dt="2026-01-20T09:46:09.014" v="1919" actId="478"/>
          <ac:cxnSpMkLst>
            <pc:docMk/>
            <pc:sldMk cId="2445378882" sldId="301"/>
            <ac:cxnSpMk id="97" creationId="{00000000-0000-0000-0000-000000000000}"/>
          </ac:cxnSpMkLst>
        </pc:cxnChg>
        <pc:cxnChg chg="mod">
          <ac:chgData name="musukie52@gmail.com" userId="017bd91f96aa8751" providerId="LiveId" clId="{5B2C3894-F97E-4CAB-8812-5BB4D83AAC6A}" dt="2026-01-20T09:48:34.591" v="1958" actId="1036"/>
          <ac:cxnSpMkLst>
            <pc:docMk/>
            <pc:sldMk cId="2445378882" sldId="301"/>
            <ac:cxnSpMk id="98" creationId="{00000000-0000-0000-0000-000000000000}"/>
          </ac:cxnSpMkLst>
        </pc:cxnChg>
      </pc:sldChg>
      <pc:sldChg chg="addSp delSp modSp add del mod setBg">
        <pc:chgData name="musukie52@gmail.com" userId="017bd91f96aa8751" providerId="LiveId" clId="{5B2C3894-F97E-4CAB-8812-5BB4D83AAC6A}" dt="2026-01-19T14:11:39.378" v="1065" actId="47"/>
        <pc:sldMkLst>
          <pc:docMk/>
          <pc:sldMk cId="1966456886" sldId="302"/>
        </pc:sldMkLst>
        <pc:spChg chg="add del mod">
          <ac:chgData name="musukie52@gmail.com" userId="017bd91f96aa8751" providerId="LiveId" clId="{5B2C3894-F97E-4CAB-8812-5BB4D83AAC6A}" dt="2026-01-19T13:57:05.199" v="833" actId="478"/>
          <ac:spMkLst>
            <pc:docMk/>
            <pc:sldMk cId="1966456886" sldId="302"/>
            <ac:spMk id="2" creationId="{EEA1174A-745F-CCFB-2A31-01FB753B41D8}"/>
          </ac:spMkLst>
        </pc:spChg>
        <pc:spChg chg="add del mod">
          <ac:chgData name="musukie52@gmail.com" userId="017bd91f96aa8751" providerId="LiveId" clId="{5B2C3894-F97E-4CAB-8812-5BB4D83AAC6A}" dt="2026-01-19T13:57:05.199" v="833" actId="478"/>
          <ac:spMkLst>
            <pc:docMk/>
            <pc:sldMk cId="1966456886" sldId="302"/>
            <ac:spMk id="3" creationId="{0BCAB973-50AA-FE63-759A-8C6A2C622366}"/>
          </ac:spMkLst>
        </pc:spChg>
        <pc:spChg chg="add del mod topLvl">
          <ac:chgData name="musukie52@gmail.com" userId="017bd91f96aa8751" providerId="LiveId" clId="{5B2C3894-F97E-4CAB-8812-5BB4D83AAC6A}" dt="2026-01-19T13:58:27.851" v="840" actId="478"/>
          <ac:spMkLst>
            <pc:docMk/>
            <pc:sldMk cId="1966456886" sldId="302"/>
            <ac:spMk id="5" creationId="{BC0715E5-5B5F-6838-1608-ACD951E330D0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7" creationId="{AEFBB744-C1A2-BCF4-76A1-359AB23F4017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0" creationId="{9EA2EB7A-3E21-4321-71B1-CC819A762D27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4" creationId="{FC4D4644-7B34-C40E-8A51-7226B3768713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17" creationId="{35ADBE41-5762-0393-53CE-8BDDCF08980C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2" creationId="{5139F9B6-19FB-534E-1ADE-611B24D0608F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26" creationId="{6D0B75E7-847C-48F8-1002-72174A5BB6F9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7" creationId="{E4C6D1F7-16A2-601D-6511-EB68B9E5248D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29" creationId="{4FB746B3-599C-2A70-8DE2-CC8FFAC40F58}"/>
          </ac:spMkLst>
        </pc:spChg>
        <pc:spChg chg="mod topLvl">
          <ac:chgData name="musukie52@gmail.com" userId="017bd91f96aa8751" providerId="LiveId" clId="{5B2C3894-F97E-4CAB-8812-5BB4D83AAC6A}" dt="2026-01-19T10:13:49.828" v="692" actId="165"/>
          <ac:spMkLst>
            <pc:docMk/>
            <pc:sldMk cId="1966456886" sldId="302"/>
            <ac:spMk id="30" creationId="{BF9C88D3-7DE9-CC85-0FE0-91F1F22C87B2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33" creationId="{61A78A29-4A9E-5B37-4669-7E4D764E90D1}"/>
          </ac:spMkLst>
        </pc:spChg>
        <pc:spChg chg="add mod topLvl">
          <ac:chgData name="musukie52@gmail.com" userId="017bd91f96aa8751" providerId="LiveId" clId="{5B2C3894-F97E-4CAB-8812-5BB4D83AAC6A}" dt="2026-01-19T10:16:56.158" v="751" actId="165"/>
          <ac:spMkLst>
            <pc:docMk/>
            <pc:sldMk cId="1966456886" sldId="302"/>
            <ac:spMk id="34" creationId="{545B4130-CFCA-5158-14DD-563B066D7A5A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46" creationId="{B8F62AFA-D24D-2365-ABEC-CC656491FB2C}"/>
          </ac:spMkLst>
        </pc:spChg>
        <pc:spChg chg="mod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0" creationId="{C951D300-6740-77C9-82B0-080A054E5383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1" creationId="{087EBC05-79AF-AD65-7F34-39A826541C3E}"/>
          </ac:spMkLst>
        </pc:spChg>
        <pc:spChg chg="mod topLvl">
          <ac:chgData name="musukie52@gmail.com" userId="017bd91f96aa8751" providerId="LiveId" clId="{5B2C3894-F97E-4CAB-8812-5BB4D83AAC6A}" dt="2026-01-19T10:14:09.657" v="695" actId="164"/>
          <ac:spMkLst>
            <pc:docMk/>
            <pc:sldMk cId="1966456886" sldId="302"/>
            <ac:spMk id="55" creationId="{013EED9E-7E6D-49AF-7CAB-10A1F712489D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57" creationId="{7DB904E4-840D-E1E2-3F2E-FEDBDA37618C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58" creationId="{9AA3301F-31B8-F6EF-AFFA-2ACC3141BD98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59" creationId="{3C564E6C-802F-E51C-83A6-9EA10B38E420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60" creationId="{F816766F-634B-C9D5-8E95-1B79A1C6959F}"/>
          </ac:spMkLst>
        </pc:spChg>
        <pc:spChg chg="del mod topLvl">
          <ac:chgData name="musukie52@gmail.com" userId="017bd91f96aa8751" providerId="LiveId" clId="{5B2C3894-F97E-4CAB-8812-5BB4D83AAC6A}" dt="2026-01-19T10:16:51.664" v="750" actId="478"/>
          <ac:spMkLst>
            <pc:docMk/>
            <pc:sldMk cId="1966456886" sldId="302"/>
            <ac:spMk id="61" creationId="{8F7557F5-EDC4-E22B-BCF4-B2963DEBEE5F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2" creationId="{37253F69-7695-86E8-F650-6C0485D52670}"/>
          </ac:spMkLst>
        </pc:spChg>
        <pc:spChg chg="add del mod">
          <ac:chgData name="musukie52@gmail.com" userId="017bd91f96aa8751" providerId="LiveId" clId="{5B2C3894-F97E-4CAB-8812-5BB4D83AAC6A}" dt="2026-01-19T13:56:55.302" v="831" actId="478"/>
          <ac:spMkLst>
            <pc:docMk/>
            <pc:sldMk cId="1966456886" sldId="302"/>
            <ac:spMk id="63" creationId="{5EEB5B08-94BE-EEAC-58CD-EF705EB20DE7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4" creationId="{25CCBCBD-5F8D-732C-C8E8-FEFBF3A8DCED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65" creationId="{27347543-8876-3EBB-8EE1-AB7B565D8A2C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6" creationId="{8A8A71D9-81C1-653C-66C8-0C63910A4052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7" creationId="{6DD79ECF-71D0-07AA-26DB-5834B925BC4C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8" creationId="{2AB4EDDC-5676-BDC0-B05D-BE525E6C7680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69" creationId="{3A5020F7-FEB4-67A5-92A0-13B56559E973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0" creationId="{D918BDD5-1048-B7A7-FA00-E8AD3E48DD54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1" creationId="{C3BB4125-9D9F-7F5D-5467-E1F75AC067F7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2" creationId="{8DCA21FF-6BE2-7651-F4FB-31A74FA67A8E}"/>
          </ac:spMkLst>
        </pc:spChg>
        <pc:spChg chg="add mod">
          <ac:chgData name="musukie52@gmail.com" userId="017bd91f96aa8751" providerId="LiveId" clId="{5B2C3894-F97E-4CAB-8812-5BB4D83AAC6A}" dt="2026-01-19T10:20:24.560" v="803" actId="164"/>
          <ac:spMkLst>
            <pc:docMk/>
            <pc:sldMk cId="1966456886" sldId="302"/>
            <ac:spMk id="73" creationId="{33A1624B-32BC-9C32-E328-2BDD8C0CB1C7}"/>
          </ac:spMkLst>
        </pc:spChg>
        <pc:spChg chg="add del mod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5" creationId="{EC207C72-CC67-8ACA-E70D-4868274FAAE7}"/>
          </ac:spMkLst>
        </pc:spChg>
        <pc:spChg chg="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7" creationId="{C3925D48-EED6-39F5-D941-0827C1691644}"/>
          </ac:spMkLst>
        </pc:spChg>
        <pc:spChg chg="add del mod topLvl">
          <ac:chgData name="musukie52@gmail.com" userId="017bd91f96aa8751" providerId="LiveId" clId="{5B2C3894-F97E-4CAB-8812-5BB4D83AAC6A}" dt="2026-01-19T13:56:55.302" v="831" actId="478"/>
          <ac:spMkLst>
            <pc:docMk/>
            <pc:sldMk cId="1966456886" sldId="302"/>
            <ac:spMk id="78" creationId="{EDFEF800-03A2-E984-AC03-8020C856F02A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79" creationId="{4AF3A684-5EBD-1E3F-363A-9A26AC79C6C4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0" creationId="{B27F1178-E99D-568C-18C3-54ED794679BE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1" creationId="{4BF57FB6-1E1E-1104-56C5-B57D7B946E93}"/>
          </ac:spMkLst>
        </pc:spChg>
        <pc:spChg chg="mod topLvl">
          <ac:chgData name="musukie52@gmail.com" userId="017bd91f96aa8751" providerId="LiveId" clId="{5B2C3894-F97E-4CAB-8812-5BB4D83AAC6A}" dt="2026-01-19T10:23:09.885" v="826" actId="368"/>
          <ac:spMkLst>
            <pc:docMk/>
            <pc:sldMk cId="1966456886" sldId="302"/>
            <ac:spMk id="82" creationId="{E39E5FA0-246E-42CF-D863-B43FF6DC11DD}"/>
          </ac:spMkLst>
        </pc:spChg>
        <pc:spChg chg="mod topLvl">
          <ac:chgData name="musukie52@gmail.com" userId="017bd91f96aa8751" providerId="LiveId" clId="{5B2C3894-F97E-4CAB-8812-5BB4D83AAC6A}" dt="2026-01-19T10:23:09.885" v="826" actId="368"/>
          <ac:spMkLst>
            <pc:docMk/>
            <pc:sldMk cId="1966456886" sldId="302"/>
            <ac:spMk id="83" creationId="{A7F6A96E-62A1-C96D-E856-AEA8D0FDA454}"/>
          </ac:spMkLst>
        </pc:spChg>
        <pc:spChg chg="add del mod topLvl">
          <ac:chgData name="musukie52@gmail.com" userId="017bd91f96aa8751" providerId="LiveId" clId="{5B2C3894-F97E-4CAB-8812-5BB4D83AAC6A}" dt="2026-01-19T13:57:27.154" v="834" actId="478"/>
          <ac:spMkLst>
            <pc:docMk/>
            <pc:sldMk cId="1966456886" sldId="302"/>
            <ac:spMk id="84" creationId="{D783D4F3-C236-7362-1EB9-ADAB670DF2AE}"/>
          </ac:spMkLst>
        </pc:spChg>
        <pc:spChg chg="add mod ord">
          <ac:chgData name="musukie52@gmail.com" userId="017bd91f96aa8751" providerId="LiveId" clId="{5B2C3894-F97E-4CAB-8812-5BB4D83AAC6A}" dt="2026-01-19T13:58:48.187" v="843" actId="14100"/>
          <ac:spMkLst>
            <pc:docMk/>
            <pc:sldMk cId="1966456886" sldId="302"/>
            <ac:spMk id="86" creationId="{4E8F1419-3022-7A92-F96C-C3E86CFBDC3B}"/>
          </ac:spMkLst>
        </pc:spChg>
        <pc:spChg chg="add mod">
          <ac:chgData name="musukie52@gmail.com" userId="017bd91f96aa8751" providerId="LiveId" clId="{5B2C3894-F97E-4CAB-8812-5BB4D83AAC6A}" dt="2026-01-19T13:59:03.887" v="845" actId="1076"/>
          <ac:spMkLst>
            <pc:docMk/>
            <pc:sldMk cId="1966456886" sldId="302"/>
            <ac:spMk id="87" creationId="{1914F096-5C50-55F6-C3CB-797D76D4DE8D}"/>
          </ac:spMkLst>
        </pc:spChg>
        <pc:spChg chg="add mod">
          <ac:chgData name="musukie52@gmail.com" userId="017bd91f96aa8751" providerId="LiveId" clId="{5B2C3894-F97E-4CAB-8812-5BB4D83AAC6A}" dt="2026-01-19T14:03:26.645" v="854" actId="1035"/>
          <ac:spMkLst>
            <pc:docMk/>
            <pc:sldMk cId="1966456886" sldId="302"/>
            <ac:spMk id="88" creationId="{FE20E533-93CA-761B-EC1B-8ADF0657F76B}"/>
          </ac:spMkLst>
        </pc:spChg>
        <pc:grpChg chg="add del">
          <ac:chgData name="musukie52@gmail.com" userId="017bd91f96aa8751" providerId="LiveId" clId="{5B2C3894-F97E-4CAB-8812-5BB4D83AAC6A}" dt="2026-01-19T14:03:26.324" v="853" actId="478"/>
          <ac:grpSpMkLst>
            <pc:docMk/>
            <pc:sldMk cId="1966456886" sldId="302"/>
            <ac:grpSpMk id="8" creationId="{A21D807A-0251-6F51-C7D6-1AECE9CE07D6}"/>
          </ac:grpSpMkLst>
        </pc:grpChg>
        <pc:grpChg chg="add del mod">
          <ac:chgData name="musukie52@gmail.com" userId="017bd91f96aa8751" providerId="LiveId" clId="{5B2C3894-F97E-4CAB-8812-5BB4D83AAC6A}" dt="2026-01-19T10:16:56.158" v="751" actId="165"/>
          <ac:grpSpMkLst>
            <pc:docMk/>
            <pc:sldMk cId="1966456886" sldId="302"/>
            <ac:grpSpMk id="48" creationId="{200D5ECE-96EA-AC0E-EBCC-FC489B4AE2F0}"/>
          </ac:grpSpMkLst>
        </pc:grpChg>
        <pc:grpChg chg="add del mod">
          <ac:chgData name="musukie52@gmail.com" userId="017bd91f96aa8751" providerId="LiveId" clId="{5B2C3894-F97E-4CAB-8812-5BB4D83AAC6A}" dt="2026-01-19T10:16:43.388" v="749" actId="165"/>
          <ac:grpSpMkLst>
            <pc:docMk/>
            <pc:sldMk cId="1966456886" sldId="302"/>
            <ac:grpSpMk id="56" creationId="{10B15DF7-8B61-9C87-A856-CAF4F2AB7F81}"/>
          </ac:grpSpMkLst>
        </pc:grpChg>
        <pc:grpChg chg="add mod">
          <ac:chgData name="musukie52@gmail.com" userId="017bd91f96aa8751" providerId="LiveId" clId="{5B2C3894-F97E-4CAB-8812-5BB4D83AAC6A}" dt="2026-01-19T10:20:55.146" v="806" actId="14100"/>
          <ac:grpSpMkLst>
            <pc:docMk/>
            <pc:sldMk cId="1966456886" sldId="302"/>
            <ac:grpSpMk id="74" creationId="{C181F3F6-04DB-7E8D-B3A6-5D230D31510F}"/>
          </ac:grpSpMkLst>
        </pc:grpChg>
        <pc:grpChg chg="add del mod">
          <ac:chgData name="musukie52@gmail.com" userId="017bd91f96aa8751" providerId="LiveId" clId="{5B2C3894-F97E-4CAB-8812-5BB4D83AAC6A}" dt="2026-01-19T10:22:24.913" v="817" actId="165"/>
          <ac:grpSpMkLst>
            <pc:docMk/>
            <pc:sldMk cId="1966456886" sldId="302"/>
            <ac:grpSpMk id="76" creationId="{D5B29102-D384-57B4-B66B-957BC5B70F16}"/>
          </ac:grpSpMkLst>
        </pc:grpChg>
        <pc:grpChg chg="mod">
          <ac:chgData name="musukie52@gmail.com" userId="017bd91f96aa8751" providerId="LiveId" clId="{5B2C3894-F97E-4CAB-8812-5BB4D83AAC6A}" dt="2026-01-19T10:23:06.256" v="823" actId="1076"/>
          <ac:grpSpMkLst>
            <pc:docMk/>
            <pc:sldMk cId="1966456886" sldId="302"/>
            <ac:grpSpMk id="85" creationId="{83508D19-9F26-FEAD-91E8-CCEE86EABEED}"/>
          </ac:grpSpMkLst>
        </pc:grpChg>
        <pc:grpChg chg="add del">
          <ac:chgData name="musukie52@gmail.com" userId="017bd91f96aa8751" providerId="LiveId" clId="{5B2C3894-F97E-4CAB-8812-5BB4D83AAC6A}" dt="2026-01-19T14:03:26.324" v="853" actId="478"/>
          <ac:grpSpMkLst>
            <pc:docMk/>
            <pc:sldMk cId="1966456886" sldId="302"/>
            <ac:grpSpMk id="119" creationId="{C0F59FF4-A998-13D2-E9FE-D549A0B80666}"/>
          </ac:grpSpMkLst>
        </pc:grpChg>
        <pc:picChg chg="del">
          <ac:chgData name="musukie52@gmail.com" userId="017bd91f96aa8751" providerId="LiveId" clId="{5B2C3894-F97E-4CAB-8812-5BB4D83AAC6A}" dt="2026-01-19T10:10:28.953" v="609" actId="478"/>
          <ac:picMkLst>
            <pc:docMk/>
            <pc:sldMk cId="1966456886" sldId="302"/>
            <ac:picMk id="20" creationId="{58757BB3-AEDC-46E4-B3B4-EE391D6FCE16}"/>
          </ac:picMkLst>
        </pc:picChg>
        <pc:picChg chg="del">
          <ac:chgData name="musukie52@gmail.com" userId="017bd91f96aa8751" providerId="LiveId" clId="{5B2C3894-F97E-4CAB-8812-5BB4D83AAC6A}" dt="2026-01-19T10:10:29.769" v="610" actId="478"/>
          <ac:picMkLst>
            <pc:docMk/>
            <pc:sldMk cId="1966456886" sldId="302"/>
            <ac:picMk id="21" creationId="{3304C5EB-8D22-21DF-905A-6463288E5094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09:37.023" v="1025" actId="1038"/>
        <pc:sldMkLst>
          <pc:docMk/>
          <pc:sldMk cId="345221784" sldId="303"/>
        </pc:sldMkLst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7" creationId="{C5503FE5-E3BD-EA45-71E3-887AE07BF6AB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26" creationId="{C4B23D48-15F1-99B6-367D-609F898F687A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33" creationId="{325E4C73-7FA6-D653-D607-F4BA4600236F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34" creationId="{FE1FBFC4-331B-1782-94BA-03861A6268A8}"/>
          </ac:spMkLst>
        </pc:spChg>
        <pc:spChg chg="add del mod">
          <ac:chgData name="musukie52@gmail.com" userId="017bd91f96aa8751" providerId="LiveId" clId="{5B2C3894-F97E-4CAB-8812-5BB4D83AAC6A}" dt="2026-01-19T14:07:57.474" v="941" actId="20577"/>
          <ac:spMkLst>
            <pc:docMk/>
            <pc:sldMk cId="345221784" sldId="303"/>
            <ac:spMk id="48" creationId="{1FE550B8-E378-85E2-A018-B13765305DE0}"/>
          </ac:spMkLst>
        </pc:spChg>
        <pc:spChg chg="mod">
          <ac:chgData name="musukie52@gmail.com" userId="017bd91f96aa8751" providerId="LiveId" clId="{5B2C3894-F97E-4CAB-8812-5BB4D83AAC6A}" dt="2026-01-19T14:09:21.328" v="1020" actId="20577"/>
          <ac:spMkLst>
            <pc:docMk/>
            <pc:sldMk cId="345221784" sldId="303"/>
            <ac:spMk id="59" creationId="{83C1D46C-33BD-6A4C-F646-460AE757E10B}"/>
          </ac:spMkLst>
        </pc:spChg>
        <pc:spChg chg="mod">
          <ac:chgData name="musukie52@gmail.com" userId="017bd91f96aa8751" providerId="LiveId" clId="{5B2C3894-F97E-4CAB-8812-5BB4D83AAC6A}" dt="2026-01-19T14:08:14.330" v="959" actId="20577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19T14:08:44.855" v="983" actId="1038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">
          <ac:chgData name="musukie52@gmail.com" userId="017bd91f96aa8751" providerId="LiveId" clId="{5B2C3894-F97E-4CAB-8812-5BB4D83AAC6A}" dt="2026-01-19T14:08:54.953" v="986"/>
          <ac:spMkLst>
            <pc:docMk/>
            <pc:sldMk cId="345221784" sldId="303"/>
            <ac:spMk id="71" creationId="{CB0D69BC-BC84-8917-5DF1-3A69AFE9DBE8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6" creationId="{5BB12632-65F1-CF2E-00F9-8B88B7140E8A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7" creationId="{1F43A857-000C-1976-ABA5-3FBC16BFAB74}"/>
          </ac:spMkLst>
        </pc:spChg>
        <pc:spChg chg="del">
          <ac:chgData name="musukie52@gmail.com" userId="017bd91f96aa8751" providerId="LiveId" clId="{5B2C3894-F97E-4CAB-8812-5BB4D83AAC6A}" dt="2026-01-19T14:03:49.875" v="858" actId="478"/>
          <ac:spMkLst>
            <pc:docMk/>
            <pc:sldMk cId="345221784" sldId="303"/>
            <ac:spMk id="88" creationId="{C363D6F4-D1E2-11C9-EFED-C7C563E1109A}"/>
          </ac:spMkLst>
        </pc:s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8" creationId="{8F4E73C8-F8A2-B91F-3BBA-07FC0796B6A9}"/>
          </ac:grpSpMkLst>
        </pc:grpChg>
        <pc:grpChg chg="add mod">
          <ac:chgData name="musukie52@gmail.com" userId="017bd91f96aa8751" providerId="LiveId" clId="{5B2C3894-F97E-4CAB-8812-5BB4D83AAC6A}" dt="2026-01-19T14:07:53.251" v="924" actId="1076"/>
          <ac:grpSpMkLst>
            <pc:docMk/>
            <pc:sldMk cId="345221784" sldId="303"/>
            <ac:grpSpMk id="56" creationId="{848B0FA3-1CEF-C23B-2533-BB7F2D58C923}"/>
          </ac:grpSpMkLst>
        </pc:grpChg>
        <pc:grpChg chg="add mod">
          <ac:chgData name="musukie52@gmail.com" userId="017bd91f96aa8751" providerId="LiveId" clId="{5B2C3894-F97E-4CAB-8812-5BB4D83AAC6A}" dt="2026-01-19T14:09:01.716" v="987" actId="1076"/>
          <ac:grpSpMkLst>
            <pc:docMk/>
            <pc:sldMk cId="345221784" sldId="303"/>
            <ac:grpSpMk id="57" creationId="{921860F8-A565-75A9-558B-F89ECB11D877}"/>
          </ac:grpSpMkLst>
        </pc:grpChg>
        <pc:grpChg chg="add mod">
          <ac:chgData name="musukie52@gmail.com" userId="017bd91f96aa8751" providerId="LiveId" clId="{5B2C3894-F97E-4CAB-8812-5BB4D83AAC6A}" dt="2026-01-19T14:08:07.393" v="944" actId="1076"/>
          <ac:grpSpMkLst>
            <pc:docMk/>
            <pc:sldMk cId="345221784" sldId="303"/>
            <ac:grpSpMk id="60" creationId="{974DF133-7F94-B14A-08A6-CA1CBA5EF309}"/>
          </ac:grpSpMkLst>
        </pc:grpChg>
        <pc:grpChg chg="add del mod">
          <ac:chgData name="musukie52@gmail.com" userId="017bd91f96aa8751" providerId="LiveId" clId="{5B2C3894-F97E-4CAB-8812-5BB4D83AAC6A}" dt="2026-01-19T14:08:34.347" v="979" actId="165"/>
          <ac:grpSpMkLst>
            <pc:docMk/>
            <pc:sldMk cId="345221784" sldId="303"/>
            <ac:grpSpMk id="63" creationId="{B20C54A4-42C5-7E80-4FA4-5C995BB8CE3E}"/>
          </ac:grpSpMkLst>
        </pc:grpChg>
        <pc:grpChg chg="add del mod">
          <ac:chgData name="musukie52@gmail.com" userId="017bd91f96aa8751" providerId="LiveId" clId="{5B2C3894-F97E-4CAB-8812-5BB4D83AAC6A}" dt="2026-01-19T14:09:23.276" v="1021" actId="165"/>
          <ac:grpSpMkLst>
            <pc:docMk/>
            <pc:sldMk cId="345221784" sldId="303"/>
            <ac:grpSpMk id="66" creationId="{59A0578E-CC4A-73C1-3326-2D02898AFEDE}"/>
          </ac:grpSpMkLst>
        </pc:grpChg>
        <pc:grpChg chg="add mod">
          <ac:chgData name="musukie52@gmail.com" userId="017bd91f96aa8751" providerId="LiveId" clId="{5B2C3894-F97E-4CAB-8812-5BB4D83AAC6A}" dt="2026-01-19T14:08:54.953" v="986"/>
          <ac:grpSpMkLst>
            <pc:docMk/>
            <pc:sldMk cId="345221784" sldId="303"/>
            <ac:grpSpMk id="69" creationId="{3DB8E796-2A65-0721-EBD8-D7AC60368D8B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19" creationId="{F32CD518-7FAD-99DC-B328-C71EA1FB62F9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51" creationId="{4708DF45-44C0-A2E6-526C-2929C2467AE1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183" creationId="{E8ED0597-5BA9-A28E-072F-1AE676F46D01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215" creationId="{4A4E9B7A-4C2C-5973-B6EA-0A423D7C4C13}"/>
          </ac:grpSpMkLst>
        </pc:grpChg>
        <pc:grpChg chg="del">
          <ac:chgData name="musukie52@gmail.com" userId="017bd91f96aa8751" providerId="LiveId" clId="{5B2C3894-F97E-4CAB-8812-5BB4D83AAC6A}" dt="2026-01-19T14:03:41.923" v="857" actId="478"/>
          <ac:grpSpMkLst>
            <pc:docMk/>
            <pc:sldMk cId="345221784" sldId="303"/>
            <ac:grpSpMk id="247" creationId="{0F9C9F47-ECCA-C92A-E6E7-BCAD762CE899}"/>
          </ac:grpSpMkLst>
        </pc:grpChg>
        <pc:picChg chg="add mod ord modCrop">
          <ac:chgData name="musukie52@gmail.com" userId="017bd91f96aa8751" providerId="LiveId" clId="{5B2C3894-F97E-4CAB-8812-5BB4D83AAC6A}" dt="2026-01-19T14:07:42.650" v="921" actId="164"/>
          <ac:picMkLst>
            <pc:docMk/>
            <pc:sldMk cId="345221784" sldId="303"/>
            <ac:picMk id="20" creationId="{02725463-47DB-C15F-151D-D92B24EEA9B9}"/>
          </ac:picMkLst>
        </pc:picChg>
        <pc:picChg chg="add mod">
          <ac:chgData name="musukie52@gmail.com" userId="017bd91f96aa8751" providerId="LiveId" clId="{5B2C3894-F97E-4CAB-8812-5BB4D83AAC6A}" dt="2026-01-19T14:05:30.392" v="876" actId="1035"/>
          <ac:picMkLst>
            <pc:docMk/>
            <pc:sldMk cId="345221784" sldId="303"/>
            <ac:picMk id="21" creationId="{33733B25-6724-057E-0901-DE71EC4CC260}"/>
          </ac:picMkLst>
        </pc:picChg>
        <pc:picChg chg="mod">
          <ac:chgData name="musukie52@gmail.com" userId="017bd91f96aa8751" providerId="LiveId" clId="{5B2C3894-F97E-4CAB-8812-5BB4D83AAC6A}" dt="2026-01-19T14:07:45.051" v="922"/>
          <ac:picMkLst>
            <pc:docMk/>
            <pc:sldMk cId="345221784" sldId="303"/>
            <ac:picMk id="58" creationId="{D6B7D724-4437-89AE-7BC1-710294AA98E7}"/>
          </ac:picMkLst>
        </pc:picChg>
        <pc:picChg chg="mod">
          <ac:chgData name="musukie52@gmail.com" userId="017bd91f96aa8751" providerId="LiveId" clId="{5B2C3894-F97E-4CAB-8812-5BB4D83AAC6A}" dt="2026-01-19T14:07:57.493" v="942"/>
          <ac:picMkLst>
            <pc:docMk/>
            <pc:sldMk cId="345221784" sldId="303"/>
            <ac:picMk id="61" creationId="{5C3243EE-99DB-0BA3-8622-39FF876183A8}"/>
          </ac:picMkLst>
        </pc:picChg>
        <pc:picChg chg="mod topLvl">
          <ac:chgData name="musukie52@gmail.com" userId="017bd91f96aa8751" providerId="LiveId" clId="{5B2C3894-F97E-4CAB-8812-5BB4D83AAC6A}" dt="2026-01-19T14:08:34.347" v="979" actId="165"/>
          <ac:picMkLst>
            <pc:docMk/>
            <pc:sldMk cId="345221784" sldId="303"/>
            <ac:picMk id="64" creationId="{CCF3B127-81D8-CFE2-41F3-1C933D647A1D}"/>
          </ac:picMkLst>
        </pc:picChg>
        <pc:picChg chg="mod topLvl">
          <ac:chgData name="musukie52@gmail.com" userId="017bd91f96aa8751" providerId="LiveId" clId="{5B2C3894-F97E-4CAB-8812-5BB4D83AAC6A}" dt="2026-01-19T14:09:23.276" v="1021" actId="165"/>
          <ac:picMkLst>
            <pc:docMk/>
            <pc:sldMk cId="345221784" sldId="303"/>
            <ac:picMk id="67" creationId="{42ECD059-2523-559F-BF5B-EB7A3E01A046}"/>
          </ac:picMkLst>
        </pc:picChg>
        <pc:picChg chg="mod">
          <ac:chgData name="musukie52@gmail.com" userId="017bd91f96aa8751" providerId="LiveId" clId="{5B2C3894-F97E-4CAB-8812-5BB4D83AAC6A}" dt="2026-01-19T14:08:54.953" v="986"/>
          <ac:picMkLst>
            <pc:docMk/>
            <pc:sldMk cId="345221784" sldId="303"/>
            <ac:picMk id="70" creationId="{3847BB81-4D15-A007-ECA8-5DF05FA4CB5B}"/>
          </ac:picMkLst>
        </pc:picChg>
      </pc:sldChg>
      <pc:sldChg chg="del">
        <pc:chgData name="musukie52@gmail.com" userId="017bd91f96aa8751" providerId="LiveId" clId="{5B2C3894-F97E-4CAB-8812-5BB4D83AAC6A}" dt="2026-01-19T10:09:02.377" v="605" actId="47"/>
        <pc:sldMkLst>
          <pc:docMk/>
          <pc:sldMk cId="3497256962" sldId="303"/>
        </pc:sldMkLst>
      </pc:sldChg>
      <pc:sldChg chg="addSp delSp modSp del mod">
        <pc:chgData name="musukie52@gmail.com" userId="017bd91f96aa8751" providerId="LiveId" clId="{5B2C3894-F97E-4CAB-8812-5BB4D83AAC6A}" dt="2026-01-19T10:08:59.845" v="603" actId="47"/>
        <pc:sldMkLst>
          <pc:docMk/>
          <pc:sldMk cId="1977113132" sldId="304"/>
        </pc:sldMkLst>
        <pc:spChg chg="add mod">
          <ac:chgData name="musukie52@gmail.com" userId="017bd91f96aa8751" providerId="LiveId" clId="{5B2C3894-F97E-4CAB-8812-5BB4D83AAC6A}" dt="2026-01-19T09:39:34.826" v="72" actId="1076"/>
          <ac:spMkLst>
            <pc:docMk/>
            <pc:sldMk cId="1977113132" sldId="304"/>
            <ac:spMk id="2" creationId="{2BD89E94-2349-08EC-4B06-E5CB84A0E59E}"/>
          </ac:spMkLst>
        </pc:spChg>
        <pc:spChg chg="del">
          <ac:chgData name="musukie52@gmail.com" userId="017bd91f96aa8751" providerId="LiveId" clId="{5B2C3894-F97E-4CAB-8812-5BB4D83AAC6A}" dt="2026-01-19T09:39:31.428" v="71" actId="478"/>
          <ac:spMkLst>
            <pc:docMk/>
            <pc:sldMk cId="1977113132" sldId="304"/>
            <ac:spMk id="58" creationId="{00000000-0000-0000-0000-000000000000}"/>
          </ac:spMkLst>
        </pc:spChg>
      </pc:sldChg>
      <pc:sldChg chg="addSp delSp modSp add mod setBg">
        <pc:chgData name="musukie52@gmail.com" userId="017bd91f96aa8751" providerId="LiveId" clId="{5B2C3894-F97E-4CAB-8812-5BB4D83AAC6A}" dt="2026-01-19T14:17:54.008" v="1155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19T14:10:35.170" v="1059" actId="20577"/>
          <ac:spMkLst>
            <pc:docMk/>
            <pc:sldMk cId="3964875354" sldId="304"/>
            <ac:spMk id="59" creationId="{DC7C627C-3BBE-F050-C729-EEE5D076E391}"/>
          </ac:spMkLst>
        </pc:spChg>
        <pc:spChg chg="mod">
          <ac:chgData name="musukie52@gmail.com" userId="017bd91f96aa8751" providerId="LiveId" clId="{5B2C3894-F97E-4CAB-8812-5BB4D83AAC6A}" dt="2026-01-19T14:10:22.139" v="1044" actId="20577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19T14:10:54.130" v="1064" actId="1076"/>
          <ac:spMkLst>
            <pc:docMk/>
            <pc:sldMk cId="3964875354" sldId="304"/>
            <ac:spMk id="65" creationId="{78EFF843-7B55-04D3-AC37-122615118C8E}"/>
          </ac:spMkLst>
        </pc:spChg>
        <pc:spChg chg="del">
          <ac:chgData name="musukie52@gmail.com" userId="017bd91f96aa8751" providerId="LiveId" clId="{5B2C3894-F97E-4CAB-8812-5BB4D83AAC6A}" dt="2026-01-19T14:10:08.653" v="1029" actId="478"/>
          <ac:spMkLst>
            <pc:docMk/>
            <pc:sldMk cId="3964875354" sldId="304"/>
            <ac:spMk id="68" creationId="{588468AC-6649-39C1-7AE0-85C2B39B99A4}"/>
          </ac:spMkLst>
        </pc:spChg>
        <pc:grpChg chg="del">
          <ac:chgData name="musukie52@gmail.com" userId="017bd91f96aa8751" providerId="LiveId" clId="{5B2C3894-F97E-4CAB-8812-5BB4D83AAC6A}" dt="2026-01-19T14:10:05.746" v="1028" actId="478"/>
          <ac:grpSpMkLst>
            <pc:docMk/>
            <pc:sldMk cId="3964875354" sldId="304"/>
            <ac:grpSpMk id="56" creationId="{738CB9F6-ADA7-2CE8-5B64-146CE3D75477}"/>
          </ac:grpSpMkLst>
        </pc:grpChg>
        <pc:grpChg chg="mod">
          <ac:chgData name="musukie52@gmail.com" userId="017bd91f96aa8751" providerId="LiveId" clId="{5B2C3894-F97E-4CAB-8812-5BB4D83AAC6A}" dt="2026-01-19T14:10:49.326" v="1063" actId="1076"/>
          <ac:grpSpMkLst>
            <pc:docMk/>
            <pc:sldMk cId="3964875354" sldId="304"/>
            <ac:grpSpMk id="57" creationId="{0260E40B-12E2-0ED8-7A33-4B6851E896F6}"/>
          </ac:grpSpMkLst>
        </pc:grpChg>
        <pc:grpChg chg="del">
          <ac:chgData name="musukie52@gmail.com" userId="017bd91f96aa8751" providerId="LiveId" clId="{5B2C3894-F97E-4CAB-8812-5BB4D83AAC6A}" dt="2026-01-19T14:10:05.746" v="1028" actId="478"/>
          <ac:grpSpMkLst>
            <pc:docMk/>
            <pc:sldMk cId="3964875354" sldId="304"/>
            <ac:grpSpMk id="69" creationId="{BB45313A-EF4B-1CC6-6F43-278B8E5F91ED}"/>
          </ac:grpSpMkLst>
        </pc:grpChg>
        <pc:picChg chg="add mod">
          <ac:chgData name="musukie52@gmail.com" userId="017bd91f96aa8751" providerId="LiveId" clId="{5B2C3894-F97E-4CAB-8812-5BB4D83AAC6A}" dt="2026-01-19T14:17:54.008" v="1155"/>
          <ac:picMkLst>
            <pc:docMk/>
            <pc:sldMk cId="3964875354" sldId="304"/>
            <ac:picMk id="5" creationId="{CEA73522-B158-0876-DAF2-97F4CC0D1E24}"/>
          </ac:picMkLst>
        </pc:picChg>
        <pc:picChg chg="mod">
          <ac:chgData name="musukie52@gmail.com" userId="017bd91f96aa8751" providerId="LiveId" clId="{5B2C3894-F97E-4CAB-8812-5BB4D83AAC6A}" dt="2026-01-19T14:10:54.130" v="1064" actId="1076"/>
          <ac:picMkLst>
            <pc:docMk/>
            <pc:sldMk cId="3964875354" sldId="304"/>
            <ac:picMk id="64" creationId="{A3CBF68A-AA67-AD34-A80D-71ABAA55D1AB}"/>
          </ac:picMkLst>
        </pc:picChg>
        <pc:picChg chg="del">
          <ac:chgData name="musukie52@gmail.com" userId="017bd91f96aa8751" providerId="LiveId" clId="{5B2C3894-F97E-4CAB-8812-5BB4D83AAC6A}" dt="2026-01-19T14:10:05.746" v="1028" actId="478"/>
          <ac:picMkLst>
            <pc:docMk/>
            <pc:sldMk cId="3964875354" sldId="304"/>
            <ac:picMk id="67" creationId="{DA69F3C2-16F9-4CDC-F028-53CD7CCE0279}"/>
          </ac:picMkLst>
        </pc:picChg>
      </pc:sldChg>
      <pc:sldChg chg="addSp delSp modSp add mod setBg">
        <pc:chgData name="musukie52@gmail.com" userId="017bd91f96aa8751" providerId="LiveId" clId="{5B2C3894-F97E-4CAB-8812-5BB4D83AAC6A}" dt="2026-01-19T14:50:05.102" v="1842" actId="478"/>
        <pc:sldMkLst>
          <pc:docMk/>
          <pc:sldMk cId="48787319" sldId="305"/>
        </pc:sldMkLst>
        <pc:spChg chg="del">
          <ac:chgData name="musukie52@gmail.com" userId="017bd91f96aa8751" providerId="LiveId" clId="{5B2C3894-F97E-4CAB-8812-5BB4D83AAC6A}" dt="2026-01-19T14:13:31.213" v="1071" actId="478"/>
          <ac:spMkLst>
            <pc:docMk/>
            <pc:sldMk cId="48787319" sldId="305"/>
            <ac:spMk id="2" creationId="{E7685B1E-7090-48FD-2371-18BD82B759EB}"/>
          </ac:spMkLst>
        </pc:spChg>
        <pc:spChg chg="del">
          <ac:chgData name="musukie52@gmail.com" userId="017bd91f96aa8751" providerId="LiveId" clId="{5B2C3894-F97E-4CAB-8812-5BB4D83AAC6A}" dt="2026-01-19T14:13:31.213" v="1071" actId="478"/>
          <ac:spMkLst>
            <pc:docMk/>
            <pc:sldMk cId="48787319" sldId="305"/>
            <ac:spMk id="3" creationId="{BE851788-478F-866E-C87C-17428A6C81E6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19T14:20:03.204" v="1249" actId="1038"/>
          <ac:spMkLst>
            <pc:docMk/>
            <pc:sldMk cId="48787319" sldId="305"/>
            <ac:spMk id="10" creationId="{3DE1BC92-6CC4-A0EF-7C5A-4C936D3A5EF9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3" creationId="{19C23C75-CEAD-1AB3-BC94-0D2985717796}"/>
          </ac:spMkLst>
        </pc:spChg>
        <pc:spChg chg="mod">
          <ac:chgData name="musukie52@gmail.com" userId="017bd91f96aa8751" providerId="LiveId" clId="{5B2C3894-F97E-4CAB-8812-5BB4D83AAC6A}" dt="2026-01-19T14:20:27.075" v="1250"/>
          <ac:spMkLst>
            <pc:docMk/>
            <pc:sldMk cId="48787319" sldId="305"/>
            <ac:spMk id="16" creationId="{154F65EA-554E-E43B-F80F-AC07F558543E}"/>
          </ac:spMkLst>
        </pc:spChg>
        <pc:spChg chg="mod">
          <ac:chgData name="musukie52@gmail.com" userId="017bd91f96aa8751" providerId="LiveId" clId="{5B2C3894-F97E-4CAB-8812-5BB4D83AAC6A}" dt="2026-01-19T14:25:13.928" v="1301" actId="571"/>
          <ac:spMkLst>
            <pc:docMk/>
            <pc:sldMk cId="48787319" sldId="305"/>
            <ac:spMk id="19" creationId="{0CD35147-4E12-C4B4-B288-F1BF52826D58}"/>
          </ac:spMkLst>
        </pc:spChg>
        <pc:spChg chg="add del mod">
          <ac:chgData name="musukie52@gmail.com" userId="017bd91f96aa8751" providerId="LiveId" clId="{5B2C3894-F97E-4CAB-8812-5BB4D83AAC6A}" dt="2026-01-19T14:25:31.949" v="1307" actId="478"/>
          <ac:spMkLst>
            <pc:docMk/>
            <pc:sldMk cId="48787319" sldId="305"/>
            <ac:spMk id="22" creationId="{752B3958-BAF0-07B4-9239-DC487DEDC693}"/>
          </ac:spMkLst>
        </pc:spChg>
        <pc:spChg chg="add mod topLvl">
          <ac:chgData name="musukie52@gmail.com" userId="017bd91f96aa8751" providerId="LiveId" clId="{5B2C3894-F97E-4CAB-8812-5BB4D83AAC6A}" dt="2026-01-19T14:46:51.642" v="1774"/>
          <ac:spMkLst>
            <pc:docMk/>
            <pc:sldMk cId="48787319" sldId="305"/>
            <ac:spMk id="24" creationId="{D5B3C35F-D918-EF0E-4ABC-E4EB6275C5A1}"/>
          </ac:spMkLst>
        </pc:spChg>
        <pc:spChg chg="mod topLvl">
          <ac:chgData name="musukie52@gmail.com" userId="017bd91f96aa8751" providerId="LiveId" clId="{5B2C3894-F97E-4CAB-8812-5BB4D83AAC6A}" dt="2026-01-19T14:44:56.810" v="1759" actId="1076"/>
          <ac:spMkLst>
            <pc:docMk/>
            <pc:sldMk cId="48787319" sldId="305"/>
            <ac:spMk id="27" creationId="{834438C7-4EF4-921C-3974-B5893E752EE3}"/>
          </ac:spMkLst>
        </pc:spChg>
        <pc:spChg chg="add del mod">
          <ac:chgData name="musukie52@gmail.com" userId="017bd91f96aa8751" providerId="LiveId" clId="{5B2C3894-F97E-4CAB-8812-5BB4D83AAC6A}" dt="2026-01-19T14:32:32.593" v="1425" actId="478"/>
          <ac:spMkLst>
            <pc:docMk/>
            <pc:sldMk cId="48787319" sldId="305"/>
            <ac:spMk id="28" creationId="{26F51605-51DF-B6CF-BAD6-06686AABF045}"/>
          </ac:spMkLst>
        </pc:spChg>
        <pc:spChg chg="add mod">
          <ac:chgData name="musukie52@gmail.com" userId="017bd91f96aa8751" providerId="LiveId" clId="{5B2C3894-F97E-4CAB-8812-5BB4D83AAC6A}" dt="2026-01-19T14:26:49.564" v="1319" actId="164"/>
          <ac:spMkLst>
            <pc:docMk/>
            <pc:sldMk cId="48787319" sldId="305"/>
            <ac:spMk id="29" creationId="{BCB7BEBB-15A2-561D-F3C7-C5D3A9B99EBA}"/>
          </ac:spMkLst>
        </pc:spChg>
        <pc:spChg chg="add mod">
          <ac:chgData name="musukie52@gmail.com" userId="017bd91f96aa8751" providerId="LiveId" clId="{5B2C3894-F97E-4CAB-8812-5BB4D83AAC6A}" dt="2026-01-19T14:26:49.564" v="1319" actId="164"/>
          <ac:spMkLst>
            <pc:docMk/>
            <pc:sldMk cId="48787319" sldId="305"/>
            <ac:spMk id="31" creationId="{5BED93C1-0180-45DA-10FB-BE194A038872}"/>
          </ac:spMkLst>
        </pc:spChg>
        <pc:spChg chg="del mod topLvl">
          <ac:chgData name="musukie52@gmail.com" userId="017bd91f96aa8751" providerId="LiveId" clId="{5B2C3894-F97E-4CAB-8812-5BB4D83AAC6A}" dt="2026-01-19T14:32:41.397" v="1429" actId="478"/>
          <ac:spMkLst>
            <pc:docMk/>
            <pc:sldMk cId="48787319" sldId="305"/>
            <ac:spMk id="45" creationId="{3599E2CC-29C4-BC99-B0AF-7F5D6A2749B6}"/>
          </ac:spMkLst>
        </pc:spChg>
        <pc:spChg chg="del mod topLvl">
          <ac:chgData name="musukie52@gmail.com" userId="017bd91f96aa8751" providerId="LiveId" clId="{5B2C3894-F97E-4CAB-8812-5BB4D83AAC6A}" dt="2026-01-19T14:32:41.397" v="1429" actId="478"/>
          <ac:spMkLst>
            <pc:docMk/>
            <pc:sldMk cId="48787319" sldId="305"/>
            <ac:spMk id="46" creationId="{7B1001BB-8717-E5EA-141B-A700181517E6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4" creationId="{3BAD1ACA-D230-CA5F-A8EF-1B7B78FD8CE2}"/>
          </ac:spMkLst>
        </pc:spChg>
        <pc:spChg chg="add mod">
          <ac:chgData name="musukie52@gmail.com" userId="017bd91f96aa8751" providerId="LiveId" clId="{5B2C3894-F97E-4CAB-8812-5BB4D83AAC6A}" dt="2026-01-19T14:38:21.390" v="1650" actId="1035"/>
          <ac:spMkLst>
            <pc:docMk/>
            <pc:sldMk cId="48787319" sldId="305"/>
            <ac:spMk id="55" creationId="{43CC13FB-FB92-FAD5-2D77-26A864446F71}"/>
          </ac:spMkLst>
        </pc:spChg>
        <pc:spChg chg="add mod">
          <ac:chgData name="musukie52@gmail.com" userId="017bd91f96aa8751" providerId="LiveId" clId="{5B2C3894-F97E-4CAB-8812-5BB4D83AAC6A}" dt="2026-01-19T14:40:08.904" v="1686" actId="1038"/>
          <ac:spMkLst>
            <pc:docMk/>
            <pc:sldMk cId="48787319" sldId="305"/>
            <ac:spMk id="56" creationId="{99FF3290-3E93-62EF-5A32-6D6EC5D02FAA}"/>
          </ac:spMkLst>
        </pc:spChg>
        <pc:spChg chg="add mod">
          <ac:chgData name="musukie52@gmail.com" userId="017bd91f96aa8751" providerId="LiveId" clId="{5B2C3894-F97E-4CAB-8812-5BB4D83AAC6A}" dt="2026-01-19T14:40:04.954" v="1685" actId="1036"/>
          <ac:spMkLst>
            <pc:docMk/>
            <pc:sldMk cId="48787319" sldId="305"/>
            <ac:spMk id="63" creationId="{A75595F5-0BE2-9B42-9851-D1FDFC1DDB11}"/>
          </ac:spMkLst>
        </pc:spChg>
        <pc:spChg chg="del">
          <ac:chgData name="musukie52@gmail.com" userId="017bd91f96aa8751" providerId="LiveId" clId="{5B2C3894-F97E-4CAB-8812-5BB4D83AAC6A}" dt="2026-01-19T14:13:36.088" v="1072" actId="478"/>
          <ac:spMkLst>
            <pc:docMk/>
            <pc:sldMk cId="48787319" sldId="305"/>
            <ac:spMk id="65" creationId="{53A798FB-8EB7-DFE0-DB6C-075CA8BD5A34}"/>
          </ac:spMkLst>
        </pc:spChg>
        <pc:spChg chg="add mod">
          <ac:chgData name="musukie52@gmail.com" userId="017bd91f96aa8751" providerId="LiveId" clId="{5B2C3894-F97E-4CAB-8812-5BB4D83AAC6A}" dt="2026-01-19T14:38:38.288" v="1659" actId="1037"/>
          <ac:spMkLst>
            <pc:docMk/>
            <pc:sldMk cId="48787319" sldId="305"/>
            <ac:spMk id="66" creationId="{A16D143C-4188-18AC-A2A7-F56EF0570A61}"/>
          </ac:spMkLst>
        </pc:spChg>
        <pc:spChg chg="add mod">
          <ac:chgData name="musukie52@gmail.com" userId="017bd91f96aa8751" providerId="LiveId" clId="{5B2C3894-F97E-4CAB-8812-5BB4D83AAC6A}" dt="2026-01-19T14:38:51.914" v="1663" actId="1076"/>
          <ac:spMkLst>
            <pc:docMk/>
            <pc:sldMk cId="48787319" sldId="305"/>
            <ac:spMk id="67" creationId="{FDBD847C-2F1A-EA9F-A005-03443CB0C98E}"/>
          </ac:spMkLst>
        </pc:spChg>
        <pc:spChg chg="add mod">
          <ac:chgData name="musukie52@gmail.com" userId="017bd91f96aa8751" providerId="LiveId" clId="{5B2C3894-F97E-4CAB-8812-5BB4D83AAC6A}" dt="2026-01-19T14:39:43.926" v="1679" actId="14100"/>
          <ac:spMkLst>
            <pc:docMk/>
            <pc:sldMk cId="48787319" sldId="305"/>
            <ac:spMk id="68" creationId="{7B08CC0C-163B-A0D3-D507-22AC814362EB}"/>
          </ac:spMkLst>
        </pc:spChg>
        <pc:spChg chg="add mod">
          <ac:chgData name="musukie52@gmail.com" userId="017bd91f96aa8751" providerId="LiveId" clId="{5B2C3894-F97E-4CAB-8812-5BB4D83AAC6A}" dt="2026-01-19T14:39:24.678" v="1669" actId="1038"/>
          <ac:spMkLst>
            <pc:docMk/>
            <pc:sldMk cId="48787319" sldId="305"/>
            <ac:spMk id="69" creationId="{98F4EFEB-9C4D-E249-AEFF-8A00FD803513}"/>
          </ac:spMkLst>
        </pc:spChg>
        <pc:spChg chg="add mod">
          <ac:chgData name="musukie52@gmail.com" userId="017bd91f96aa8751" providerId="LiveId" clId="{5B2C3894-F97E-4CAB-8812-5BB4D83AAC6A}" dt="2026-01-19T14:40:29.869" v="1691" actId="1035"/>
          <ac:spMkLst>
            <pc:docMk/>
            <pc:sldMk cId="48787319" sldId="305"/>
            <ac:spMk id="70" creationId="{31284B01-9D7A-1FDF-F087-415D0F1DC456}"/>
          </ac:spMkLst>
        </pc:spChg>
        <pc:spChg chg="add mod">
          <ac:chgData name="musukie52@gmail.com" userId="017bd91f96aa8751" providerId="LiveId" clId="{5B2C3894-F97E-4CAB-8812-5BB4D83AAC6A}" dt="2026-01-19T14:41:11.367" v="1706" actId="1038"/>
          <ac:spMkLst>
            <pc:docMk/>
            <pc:sldMk cId="48787319" sldId="305"/>
            <ac:spMk id="71" creationId="{528481FB-6917-BE3B-CB45-062AC2CA06EA}"/>
          </ac:spMkLst>
        </pc:spChg>
        <pc:spChg chg="add mod">
          <ac:chgData name="musukie52@gmail.com" userId="017bd91f96aa8751" providerId="LiveId" clId="{5B2C3894-F97E-4CAB-8812-5BB4D83AAC6A}" dt="2026-01-19T14:41:20.821" v="1707" actId="14100"/>
          <ac:spMkLst>
            <pc:docMk/>
            <pc:sldMk cId="48787319" sldId="305"/>
            <ac:spMk id="72" creationId="{FF38648C-B397-04B0-FC8D-1A8C5CE5DF95}"/>
          </ac:spMkLst>
        </pc:spChg>
        <pc:spChg chg="del mod topLvl">
          <ac:chgData name="musukie52@gmail.com" userId="017bd91f96aa8751" providerId="LiveId" clId="{5B2C3894-F97E-4CAB-8812-5BB4D83AAC6A}" dt="2026-01-19T14:42:43.378" v="1719" actId="478"/>
          <ac:spMkLst>
            <pc:docMk/>
            <pc:sldMk cId="48787319" sldId="305"/>
            <ac:spMk id="75" creationId="{DF27B239-4FC9-6FEB-E45E-A8763458610A}"/>
          </ac:spMkLst>
        </pc:spChg>
        <pc:spChg chg="del mod topLvl">
          <ac:chgData name="musukie52@gmail.com" userId="017bd91f96aa8751" providerId="LiveId" clId="{5B2C3894-F97E-4CAB-8812-5BB4D83AAC6A}" dt="2026-01-19T14:50:05.102" v="1842" actId="478"/>
          <ac:spMkLst>
            <pc:docMk/>
            <pc:sldMk cId="48787319" sldId="305"/>
            <ac:spMk id="79" creationId="{0F56FE6D-3568-727E-4578-01196AB559EC}"/>
          </ac:spMkLst>
        </pc:spChg>
        <pc:spChg chg="del mod topLvl">
          <ac:chgData name="musukie52@gmail.com" userId="017bd91f96aa8751" providerId="LiveId" clId="{5B2C3894-F97E-4CAB-8812-5BB4D83AAC6A}" dt="2026-01-19T14:50:03.129" v="1841" actId="478"/>
          <ac:spMkLst>
            <pc:docMk/>
            <pc:sldMk cId="48787319" sldId="305"/>
            <ac:spMk id="80" creationId="{9274901C-5FC0-5CCA-1A0D-1C8403CCBE6E}"/>
          </ac:spMkLst>
        </pc:spChg>
        <pc:grpChg chg="del mod">
          <ac:chgData name="musukie52@gmail.com" userId="017bd91f96aa8751" providerId="LiveId" clId="{5B2C3894-F97E-4CAB-8812-5BB4D83AAC6A}" dt="2026-01-19T14:25:48.414" v="1310" actId="478"/>
          <ac:grpSpMkLst>
            <pc:docMk/>
            <pc:sldMk cId="48787319" sldId="305"/>
            <ac:grpSpMk id="11" creationId="{A06B1BEE-B6B1-3E30-FD17-A92BCAB2CAA5}"/>
          </ac:grpSpMkLst>
        </pc:grpChg>
        <pc:grpChg chg="mod">
          <ac:chgData name="musukie52@gmail.com" userId="017bd91f96aa8751" providerId="LiveId" clId="{5B2C3894-F97E-4CAB-8812-5BB4D83AAC6A}" dt="2026-01-19T14:35:04.144" v="1605" actId="1076"/>
          <ac:grpSpMkLst>
            <pc:docMk/>
            <pc:sldMk cId="48787319" sldId="305"/>
            <ac:grpSpMk id="14" creationId="{6BC3BEE9-A943-5A1D-EE0C-2BFD69658D05}"/>
          </ac:grpSpMkLst>
        </pc:grpChg>
        <pc:grpChg chg="mod">
          <ac:chgData name="musukie52@gmail.com" userId="017bd91f96aa8751" providerId="LiveId" clId="{5B2C3894-F97E-4CAB-8812-5BB4D83AAC6A}" dt="2026-01-19T14:34:58.688" v="1604" actId="1076"/>
          <ac:grpSpMkLst>
            <pc:docMk/>
            <pc:sldMk cId="48787319" sldId="305"/>
            <ac:grpSpMk id="17" creationId="{A5E15EE0-BD47-89A2-0241-6A04F9F8C273}"/>
          </ac:grpSpMkLst>
        </pc:grpChg>
        <pc:grpChg chg="del mod">
          <ac:chgData name="musukie52@gmail.com" userId="017bd91f96aa8751" providerId="LiveId" clId="{5B2C3894-F97E-4CAB-8812-5BB4D83AAC6A}" dt="2026-01-19T14:44:28.348" v="1756" actId="165"/>
          <ac:grpSpMkLst>
            <pc:docMk/>
            <pc:sldMk cId="48787319" sldId="305"/>
            <ac:grpSpMk id="25" creationId="{E5D33B9B-CF30-2997-F8BE-78E6240FF1D6}"/>
          </ac:grpSpMkLst>
        </pc:grpChg>
        <pc:grpChg chg="add del mod ord">
          <ac:chgData name="musukie52@gmail.com" userId="017bd91f96aa8751" providerId="LiveId" clId="{5B2C3894-F97E-4CAB-8812-5BB4D83AAC6A}" dt="2026-01-19T14:32:11.928" v="1420" actId="478"/>
          <ac:grpSpMkLst>
            <pc:docMk/>
            <pc:sldMk cId="48787319" sldId="305"/>
            <ac:grpSpMk id="33" creationId="{5A7A01AC-BEA3-A382-3F26-3B535ACDD8B6}"/>
          </ac:grpSpMkLst>
        </pc:grpChg>
        <pc:grpChg chg="add del mod ord">
          <ac:chgData name="musukie52@gmail.com" userId="017bd91f96aa8751" providerId="LiveId" clId="{5B2C3894-F97E-4CAB-8812-5BB4D83AAC6A}" dt="2026-01-19T14:32:35.362" v="1426" actId="165"/>
          <ac:grpSpMkLst>
            <pc:docMk/>
            <pc:sldMk cId="48787319" sldId="305"/>
            <ac:grpSpMk id="34" creationId="{F073356E-C037-CE3D-ABD4-373A9C77A637}"/>
          </ac:grpSpMkLst>
        </pc:grpChg>
        <pc:grpChg chg="add mod ord">
          <ac:chgData name="musukie52@gmail.com" userId="017bd91f96aa8751" providerId="LiveId" clId="{5B2C3894-F97E-4CAB-8812-5BB4D83AAC6A}" dt="2026-01-19T14:47:30.297" v="1776" actId="14100"/>
          <ac:grpSpMkLst>
            <pc:docMk/>
            <pc:sldMk cId="48787319" sldId="305"/>
            <ac:grpSpMk id="50" creationId="{3AC8C9D1-8654-8E97-0FC3-993E2797C933}"/>
          </ac:grpSpMkLst>
        </pc:grpChg>
        <pc:grpChg chg="del">
          <ac:chgData name="musukie52@gmail.com" userId="017bd91f96aa8751" providerId="LiveId" clId="{5B2C3894-F97E-4CAB-8812-5BB4D83AAC6A}" dt="2026-01-19T14:13:36.088" v="1072" actId="478"/>
          <ac:grpSpMkLst>
            <pc:docMk/>
            <pc:sldMk cId="48787319" sldId="305"/>
            <ac:grpSpMk id="57" creationId="{1B02BFB4-2FBF-6A83-439E-46917E8D5262}"/>
          </ac:grpSpMkLst>
        </pc:grpChg>
        <pc:grpChg chg="del">
          <ac:chgData name="musukie52@gmail.com" userId="017bd91f96aa8751" providerId="LiveId" clId="{5B2C3894-F97E-4CAB-8812-5BB4D83AAC6A}" dt="2026-01-19T14:13:36.088" v="1072" actId="478"/>
          <ac:grpSpMkLst>
            <pc:docMk/>
            <pc:sldMk cId="48787319" sldId="305"/>
            <ac:grpSpMk id="60" creationId="{D5682E1D-6C16-004B-569D-453AD7B97496}"/>
          </ac:grpSpMkLst>
        </pc:grpChg>
        <pc:grpChg chg="add del mod">
          <ac:chgData name="musukie52@gmail.com" userId="017bd91f96aa8751" providerId="LiveId" clId="{5B2C3894-F97E-4CAB-8812-5BB4D83AAC6A}" dt="2026-01-19T14:42:37.118" v="1717" actId="165"/>
          <ac:grpSpMkLst>
            <pc:docMk/>
            <pc:sldMk cId="48787319" sldId="305"/>
            <ac:grpSpMk id="73" creationId="{87FF25C3-46F6-261F-1D2A-2EEE605B7760}"/>
          </ac:grpSpMkLst>
        </pc:grpChg>
        <pc:grpChg chg="add del mod">
          <ac:chgData name="musukie52@gmail.com" userId="017bd91f96aa8751" providerId="LiveId" clId="{5B2C3894-F97E-4CAB-8812-5BB4D83AAC6A}" dt="2026-01-19T14:43:59.056" v="1738" actId="165"/>
          <ac:grpSpMkLst>
            <pc:docMk/>
            <pc:sldMk cId="48787319" sldId="305"/>
            <ac:grpSpMk id="76" creationId="{A531510A-1687-ABE0-9163-1423889BC91D}"/>
          </ac:grpSpMkLst>
        </pc:grpChg>
        <pc:grpChg chg="add del mod ord">
          <ac:chgData name="musukie52@gmail.com" userId="017bd91f96aa8751" providerId="LiveId" clId="{5B2C3894-F97E-4CAB-8812-5BB4D83AAC6A}" dt="2026-01-19T14:49:19.611" v="1838" actId="165"/>
          <ac:grpSpMkLst>
            <pc:docMk/>
            <pc:sldMk cId="48787319" sldId="305"/>
            <ac:grpSpMk id="77" creationId="{192924E3-A60A-CAF3-8B46-BB3BEEF138F9}"/>
          </ac:grpSpMkLst>
        </pc:grpChg>
        <pc:picChg chg="del mod">
          <ac:chgData name="musukie52@gmail.com" userId="017bd91f96aa8751" providerId="LiveId" clId="{5B2C3894-F97E-4CAB-8812-5BB4D83AAC6A}" dt="2026-01-19T14:14:13.777" v="1122" actId="478"/>
          <ac:picMkLst>
            <pc:docMk/>
            <pc:sldMk cId="48787319" sldId="305"/>
            <ac:picMk id="4" creationId="{001AAED4-6260-3439-809B-4B7DBB579239}"/>
          </ac:picMkLst>
        </pc:picChg>
        <pc:picChg chg="add mod modCrop">
          <ac:chgData name="musukie52@gmail.com" userId="017bd91f96aa8751" providerId="LiveId" clId="{5B2C3894-F97E-4CAB-8812-5BB4D83AAC6A}" dt="2026-01-19T14:28:02.685" v="1325" actId="732"/>
          <ac:picMkLst>
            <pc:docMk/>
            <pc:sldMk cId="48787319" sldId="305"/>
            <ac:picMk id="6" creationId="{EE07F0FE-64ED-1F08-FF98-25494F4F8267}"/>
          </ac:picMkLst>
        </pc:picChg>
        <pc:picChg chg="add mod modCrop">
          <ac:chgData name="musukie52@gmail.com" userId="017bd91f96aa8751" providerId="LiveId" clId="{5B2C3894-F97E-4CAB-8812-5BB4D83AAC6A}" dt="2026-01-19T14:17:26.977" v="1154" actId="14100"/>
          <ac:picMkLst>
            <pc:docMk/>
            <pc:sldMk cId="48787319" sldId="305"/>
            <ac:picMk id="8" creationId="{0ACD3BE9-A577-A2EF-4B02-83E73F835E10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2" creationId="{926393E7-46C6-A0E6-08C7-3C064C193C22}"/>
          </ac:picMkLst>
        </pc:picChg>
        <pc:picChg chg="mod">
          <ac:chgData name="musukie52@gmail.com" userId="017bd91f96aa8751" providerId="LiveId" clId="{5B2C3894-F97E-4CAB-8812-5BB4D83AAC6A}" dt="2026-01-19T14:20:27.075" v="1250"/>
          <ac:picMkLst>
            <pc:docMk/>
            <pc:sldMk cId="48787319" sldId="305"/>
            <ac:picMk id="15" creationId="{CAAD1DD8-1849-2006-FE80-6107063B8B85}"/>
          </ac:picMkLst>
        </pc:picChg>
        <pc:picChg chg="mod">
          <ac:chgData name="musukie52@gmail.com" userId="017bd91f96aa8751" providerId="LiveId" clId="{5B2C3894-F97E-4CAB-8812-5BB4D83AAC6A}" dt="2026-01-19T14:25:17.010" v="1303" actId="1076"/>
          <ac:picMkLst>
            <pc:docMk/>
            <pc:sldMk cId="48787319" sldId="305"/>
            <ac:picMk id="18" creationId="{BA872BD3-2C02-5F47-D223-89BD3F7C2AAB}"/>
          </ac:picMkLst>
        </pc:picChg>
        <pc:picChg chg="add del mod">
          <ac:chgData name="musukie52@gmail.com" userId="017bd91f96aa8751" providerId="LiveId" clId="{5B2C3894-F97E-4CAB-8812-5BB4D83AAC6A}" dt="2026-01-19T14:25:27.992" v="1305" actId="478"/>
          <ac:picMkLst>
            <pc:docMk/>
            <pc:sldMk cId="48787319" sldId="305"/>
            <ac:picMk id="20" creationId="{69E7C4E8-9512-F485-BFF8-58292AE39537}"/>
          </ac:picMkLst>
        </pc:picChg>
        <pc:picChg chg="del">
          <ac:chgData name="musukie52@gmail.com" userId="017bd91f96aa8751" providerId="LiveId" clId="{5B2C3894-F97E-4CAB-8812-5BB4D83AAC6A}" dt="2026-01-19T14:13:31.213" v="1071" actId="478"/>
          <ac:picMkLst>
            <pc:docMk/>
            <pc:sldMk cId="48787319" sldId="305"/>
            <ac:picMk id="21" creationId="{955718D0-A08E-4FED-0296-334BDB08DA6E}"/>
          </ac:picMkLst>
        </pc:picChg>
        <pc:picChg chg="del mod">
          <ac:chgData name="musukie52@gmail.com" userId="017bd91f96aa8751" providerId="LiveId" clId="{5B2C3894-F97E-4CAB-8812-5BB4D83AAC6A}" dt="2026-01-19T14:42:39.820" v="1718" actId="478"/>
          <ac:picMkLst>
            <pc:docMk/>
            <pc:sldMk cId="48787319" sldId="305"/>
            <ac:picMk id="23" creationId="{452F661B-1869-56F7-28F1-20BDDF2EF6CF}"/>
          </ac:picMkLst>
        </pc:picChg>
        <pc:picChg chg="mod topLvl">
          <ac:chgData name="musukie52@gmail.com" userId="017bd91f96aa8751" providerId="LiveId" clId="{5B2C3894-F97E-4CAB-8812-5BB4D83AAC6A}" dt="2026-01-19T14:44:56.810" v="1759" actId="1076"/>
          <ac:picMkLst>
            <pc:docMk/>
            <pc:sldMk cId="48787319" sldId="305"/>
            <ac:picMk id="26" creationId="{34A97B07-B01A-35EB-FEEC-E28EB740E61F}"/>
          </ac:picMkLst>
        </pc:picChg>
        <pc:picChg chg="add mod">
          <ac:chgData name="musukie52@gmail.com" userId="017bd91f96aa8751" providerId="LiveId" clId="{5B2C3894-F97E-4CAB-8812-5BB4D83AAC6A}" dt="2026-01-19T14:25:13.928" v="1301" actId="571"/>
          <ac:picMkLst>
            <pc:docMk/>
            <pc:sldMk cId="48787319" sldId="305"/>
            <ac:picMk id="30" creationId="{B97EF3B5-F8C1-6503-A2BB-6B02A104FBB0}"/>
          </ac:picMkLst>
        </pc:picChg>
        <pc:picChg chg="del mod ord topLvl modCrop">
          <ac:chgData name="musukie52@gmail.com" userId="017bd91f96aa8751" providerId="LiveId" clId="{5B2C3894-F97E-4CAB-8812-5BB4D83AAC6A}" dt="2026-01-19T14:48:11.180" v="1785" actId="478"/>
          <ac:picMkLst>
            <pc:docMk/>
            <pc:sldMk cId="48787319" sldId="305"/>
            <ac:picMk id="44" creationId="{BEBE9A34-4C64-A572-BF42-C3C844CCE3F2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del">
          <ac:chgData name="musukie52@gmail.com" userId="017bd91f96aa8751" providerId="LiveId" clId="{5B2C3894-F97E-4CAB-8812-5BB4D83AAC6A}" dt="2026-01-19T14:13:36.088" v="1072" actId="478"/>
          <ac:picMkLst>
            <pc:docMk/>
            <pc:sldMk cId="48787319" sldId="305"/>
            <ac:picMk id="64" creationId="{6335F75F-DADD-F356-DCD2-579002605581}"/>
          </ac:picMkLst>
        </pc:picChg>
        <pc:picChg chg="mod ord topLvl">
          <ac:chgData name="musukie52@gmail.com" userId="017bd91f96aa8751" providerId="LiveId" clId="{5B2C3894-F97E-4CAB-8812-5BB4D83AAC6A}" dt="2026-01-19T14:45:12.867" v="1761" actId="1076"/>
          <ac:picMkLst>
            <pc:docMk/>
            <pc:sldMk cId="48787319" sldId="305"/>
            <ac:picMk id="74" creationId="{A7EFA274-78F2-07C2-EED6-4706E86CAB85}"/>
          </ac:picMkLst>
        </pc:picChg>
        <pc:picChg chg="mod topLvl">
          <ac:chgData name="musukie52@gmail.com" userId="017bd91f96aa8751" providerId="LiveId" clId="{5B2C3894-F97E-4CAB-8812-5BB4D83AAC6A}" dt="2026-01-19T14:49:19.611" v="1838" actId="165"/>
          <ac:picMkLst>
            <pc:docMk/>
            <pc:sldMk cId="48787319" sldId="305"/>
            <ac:picMk id="78" creationId="{0890A313-693C-C554-1F30-66D2EE7D2F08}"/>
          </ac:picMkLst>
        </pc:picChg>
        <pc:cxnChg chg="add del mod">
          <ac:chgData name="musukie52@gmail.com" userId="017bd91f96aa8751" providerId="LiveId" clId="{5B2C3894-F97E-4CAB-8812-5BB4D83AAC6A}" dt="2026-01-19T14:30:25.349" v="1402" actId="478"/>
          <ac:cxnSpMkLst>
            <pc:docMk/>
            <pc:sldMk cId="48787319" sldId="305"/>
            <ac:cxnSpMk id="48" creationId="{23766076-D81E-7AFF-455D-3084760B621B}"/>
          </ac:cxnSpMkLst>
        </pc:cxnChg>
        <pc:cxnChg chg="add del mod">
          <ac:chgData name="musukie52@gmail.com" userId="017bd91f96aa8751" providerId="LiveId" clId="{5B2C3894-F97E-4CAB-8812-5BB4D83AAC6A}" dt="2026-01-19T14:30:25.349" v="1402" actId="478"/>
          <ac:cxnSpMkLst>
            <pc:docMk/>
            <pc:sldMk cId="48787319" sldId="305"/>
            <ac:cxnSpMk id="49" creationId="{496C59E8-2487-9071-F6F8-928D99D9D4BF}"/>
          </ac:cxnSpMkLst>
        </pc:cxnChg>
      </pc:sldChg>
      <pc:sldChg chg="del">
        <pc:chgData name="musukie52@gmail.com" userId="017bd91f96aa8751" providerId="LiveId" clId="{5B2C3894-F97E-4CAB-8812-5BB4D83AAC6A}" dt="2026-01-19T10:09:01.255" v="604" actId="47"/>
        <pc:sldMkLst>
          <pc:docMk/>
          <pc:sldMk cId="3517213892" sldId="305"/>
        </pc:sldMkLst>
      </pc:sldChg>
      <pc:sldChg chg="addSp delSp modSp mod">
        <pc:chgData name="musukie52@gmail.com" userId="017bd91f96aa8751" providerId="LiveId" clId="{5B2C3894-F97E-4CAB-8812-5BB4D83AAC6A}" dt="2026-01-20T10:29:20.488" v="2648" actId="22"/>
        <pc:sldMkLst>
          <pc:docMk/>
          <pc:sldMk cId="1132775393" sldId="306"/>
        </pc:sldMkLst>
        <pc:spChg chg="add mod">
          <ac:chgData name="musukie52@gmail.com" userId="017bd91f96aa8751" providerId="LiveId" clId="{5B2C3894-F97E-4CAB-8812-5BB4D83AAC6A}" dt="2026-01-20T09:49:23.675" v="1970"/>
          <ac:spMkLst>
            <pc:docMk/>
            <pc:sldMk cId="1132775393" sldId="306"/>
            <ac:spMk id="2" creationId="{43C0280C-298A-5FE4-F4F1-6B1B6EA72B07}"/>
          </ac:spMkLst>
        </pc:spChg>
        <pc:spChg chg="add mod">
          <ac:chgData name="musukie52@gmail.com" userId="017bd91f96aa8751" providerId="LiveId" clId="{5B2C3894-F97E-4CAB-8812-5BB4D83AAC6A}" dt="2026-01-20T09:49:41.909" v="1999" actId="14100"/>
          <ac:spMkLst>
            <pc:docMk/>
            <pc:sldMk cId="1132775393" sldId="306"/>
            <ac:spMk id="4" creationId="{3D3A791E-A7CA-28E4-0A55-FA7AA967C4B5}"/>
          </ac:spMkLst>
        </pc:spChg>
        <pc:spChg chg="add del mod topLvl">
          <ac:chgData name="musukie52@gmail.com" userId="017bd91f96aa8751" providerId="LiveId" clId="{5B2C3894-F97E-4CAB-8812-5BB4D83AAC6A}" dt="2026-01-20T10:17:27.079" v="2384" actId="21"/>
          <ac:spMkLst>
            <pc:docMk/>
            <pc:sldMk cId="1132775393" sldId="306"/>
            <ac:spMk id="8" creationId="{EA392294-33B9-D24C-C8E5-DF7D6C450063}"/>
          </ac:spMkLst>
        </pc:spChg>
        <pc:spChg chg="add 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9" creationId="{ECE9255D-6760-3CA8-857A-670F8266E5F5}"/>
          </ac:spMkLst>
        </pc:spChg>
        <pc:spChg chg="add del mod">
          <ac:chgData name="musukie52@gmail.com" userId="017bd91f96aa8751" providerId="LiveId" clId="{5B2C3894-F97E-4CAB-8812-5BB4D83AAC6A}" dt="2026-01-20T10:10:14.828" v="2204" actId="21"/>
          <ac:spMkLst>
            <pc:docMk/>
            <pc:sldMk cId="1132775393" sldId="306"/>
            <ac:spMk id="10" creationId="{B9256C07-9088-B797-DD80-5144B1E4AA5B}"/>
          </ac:spMkLst>
        </pc:spChg>
        <pc:spChg chg="add mod">
          <ac:chgData name="musukie52@gmail.com" userId="017bd91f96aa8751" providerId="LiveId" clId="{5B2C3894-F97E-4CAB-8812-5BB4D83AAC6A}" dt="2026-01-20T09:59:58.436" v="2113" actId="1076"/>
          <ac:spMkLst>
            <pc:docMk/>
            <pc:sldMk cId="1132775393" sldId="306"/>
            <ac:spMk id="11" creationId="{0A6A1E58-3645-ABD7-65A7-EE828E15B927}"/>
          </ac:spMkLst>
        </pc:spChg>
        <pc:spChg chg="add del mod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12" creationId="{5F3220DF-42F7-178C-6F4F-8650D7780A27}"/>
          </ac:spMkLst>
        </pc:spChg>
        <pc:spChg chg="add mod">
          <ac:chgData name="musukie52@gmail.com" userId="017bd91f96aa8751" providerId="LiveId" clId="{5B2C3894-F97E-4CAB-8812-5BB4D83AAC6A}" dt="2026-01-20T10:03:59.236" v="2125"/>
          <ac:spMkLst>
            <pc:docMk/>
            <pc:sldMk cId="1132775393" sldId="306"/>
            <ac:spMk id="13" creationId="{D964DCED-3D0A-2B4E-178D-476F1861ED48}"/>
          </ac:spMkLst>
        </pc:spChg>
        <pc:spChg chg="add del mod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14" creationId="{F461C705-4548-C42A-E049-FE8CF5509873}"/>
          </ac:spMkLst>
        </pc:spChg>
        <pc:spChg chg="del">
          <ac:chgData name="musukie52@gmail.com" userId="017bd91f96aa8751" providerId="LiveId" clId="{5B2C3894-F97E-4CAB-8812-5BB4D83AAC6A}" dt="2026-01-20T09:49:29.788" v="1971" actId="478"/>
          <ac:spMkLst>
            <pc:docMk/>
            <pc:sldMk cId="1132775393" sldId="306"/>
            <ac:spMk id="25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26" creationId="{1B7705C0-E6AC-F089-9F23-12D5B313B87E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7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29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0" creationId="{5F3220DF-42F7-178C-6F4F-8650D7780A27}"/>
          </ac:spMkLst>
        </pc:spChg>
        <pc:spChg chg="add del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3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32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3" creationId="{F461C705-4548-C42A-E049-FE8CF5509873}"/>
          </ac:spMkLst>
        </pc:spChg>
        <pc:spChg chg="add mod">
          <ac:chgData name="musukie52@gmail.com" userId="017bd91f96aa8751" providerId="LiveId" clId="{5B2C3894-F97E-4CAB-8812-5BB4D83AAC6A}" dt="2026-01-20T10:04:46.858" v="2138" actId="1076"/>
          <ac:spMkLst>
            <pc:docMk/>
            <pc:sldMk cId="1132775393" sldId="306"/>
            <ac:spMk id="34" creationId="{1B7705C0-E6AC-F089-9F23-12D5B313B87E}"/>
          </ac:spMkLst>
        </pc:spChg>
        <pc:spChg chg="add del mod topLvl">
          <ac:chgData name="musukie52@gmail.com" userId="017bd91f96aa8751" providerId="LiveId" clId="{5B2C3894-F97E-4CAB-8812-5BB4D83AAC6A}" dt="2026-01-20T10:13:34.558" v="2280" actId="478"/>
          <ac:spMkLst>
            <pc:docMk/>
            <pc:sldMk cId="1132775393" sldId="306"/>
            <ac:spMk id="36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39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1-20T10:04:37.685" v="2136" actId="21"/>
          <ac:spMkLst>
            <pc:docMk/>
            <pc:sldMk cId="1132775393" sldId="306"/>
            <ac:spMk id="40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41" creationId="{B9256C07-9088-B797-DD80-5144B1E4AA5B}"/>
          </ac:spMkLst>
        </pc:spChg>
        <pc:spChg chg="del mod topLvl">
          <ac:chgData name="musukie52@gmail.com" userId="017bd91f96aa8751" providerId="LiveId" clId="{5B2C3894-F97E-4CAB-8812-5BB4D83AAC6A}" dt="2026-01-20T10:17:27.079" v="2384" actId="21"/>
          <ac:spMkLst>
            <pc:docMk/>
            <pc:sldMk cId="1132775393" sldId="306"/>
            <ac:spMk id="4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09:59:46.059" v="2106" actId="478"/>
          <ac:spMkLst>
            <pc:docMk/>
            <pc:sldMk cId="1132775393" sldId="306"/>
            <ac:spMk id="47" creationId="{00000000-0000-0000-0000-000000000000}"/>
          </ac:spMkLst>
        </pc:spChg>
        <pc:spChg chg="del mod topLvl">
          <ac:chgData name="musukie52@gmail.com" userId="017bd91f96aa8751" providerId="LiveId" clId="{5B2C3894-F97E-4CAB-8812-5BB4D83AAC6A}" dt="2026-01-20T10:18:34.809" v="2396" actId="478"/>
          <ac:spMkLst>
            <pc:docMk/>
            <pc:sldMk cId="1132775393" sldId="306"/>
            <ac:spMk id="48" creationId="{784C178F-ABFE-B8C4-17FC-9CF117DA2717}"/>
          </ac:spMkLst>
        </pc:spChg>
        <pc:spChg chg="del">
          <ac:chgData name="musukie52@gmail.com" userId="017bd91f96aa8751" providerId="LiveId" clId="{5B2C3894-F97E-4CAB-8812-5BB4D83AAC6A}" dt="2026-01-20T09:59:49.926" v="2108" actId="478"/>
          <ac:spMkLst>
            <pc:docMk/>
            <pc:sldMk cId="1132775393" sldId="306"/>
            <ac:spMk id="49" creationId="{00000000-0000-0000-0000-000000000000}"/>
          </ac:spMkLst>
        </pc:spChg>
        <pc:spChg chg="del mod topLvl">
          <ac:chgData name="musukie52@gmail.com" userId="017bd91f96aa8751" providerId="LiveId" clId="{5B2C3894-F97E-4CAB-8812-5BB4D83AAC6A}" dt="2026-01-20T10:18:37.108" v="2397" actId="478"/>
          <ac:spMkLst>
            <pc:docMk/>
            <pc:sldMk cId="1132775393" sldId="306"/>
            <ac:spMk id="50" creationId="{9ACA7290-E8F9-A173-C729-DCE70C0E06CB}"/>
          </ac:spMkLst>
        </pc:spChg>
        <pc:spChg chg="del">
          <ac:chgData name="musukie52@gmail.com" userId="017bd91f96aa8751" providerId="LiveId" clId="{5B2C3894-F97E-4CAB-8812-5BB4D83AAC6A}" dt="2026-01-20T09:59:53.065" v="2110" actId="478"/>
          <ac:spMkLst>
            <pc:docMk/>
            <pc:sldMk cId="1132775393" sldId="306"/>
            <ac:spMk id="5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9:06.070" v="2415" actId="478"/>
          <ac:spMkLst>
            <pc:docMk/>
            <pc:sldMk cId="1132775393" sldId="306"/>
            <ac:spMk id="5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1:00.897" v="2224"/>
          <ac:spMkLst>
            <pc:docMk/>
            <pc:sldMk cId="1132775393" sldId="306"/>
            <ac:spMk id="54" creationId="{2AC7E1FC-2268-93F7-B643-2C8B2EDBEBDA}"/>
          </ac:spMkLst>
        </pc:spChg>
        <pc:spChg chg="del mod">
          <ac:chgData name="musukie52@gmail.com" userId="017bd91f96aa8751" providerId="LiveId" clId="{5B2C3894-F97E-4CAB-8812-5BB4D83AAC6A}" dt="2026-01-20T10:19:19.291" v="2432" actId="478"/>
          <ac:spMkLst>
            <pc:docMk/>
            <pc:sldMk cId="1132775393" sldId="306"/>
            <ac:spMk id="5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9:16.420" v="2430"/>
          <ac:spMkLst>
            <pc:docMk/>
            <pc:sldMk cId="1132775393" sldId="306"/>
            <ac:spMk id="56" creationId="{A0C0A5BD-D0EC-AAD3-732C-B6D42E62756D}"/>
          </ac:spMkLst>
        </pc:spChg>
        <pc:spChg chg="del mod">
          <ac:chgData name="musukie52@gmail.com" userId="017bd91f96aa8751" providerId="LiveId" clId="{5B2C3894-F97E-4CAB-8812-5BB4D83AAC6A}" dt="2026-01-20T10:24:57.244" v="2484" actId="478"/>
          <ac:spMkLst>
            <pc:docMk/>
            <pc:sldMk cId="1132775393" sldId="306"/>
            <ac:spMk id="5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59" creationId="{00000000-0000-0000-0000-000000000000}"/>
          </ac:spMkLst>
        </pc:spChg>
        <pc:spChg chg="del mod topLvl">
          <ac:chgData name="musukie52@gmail.com" userId="017bd91f96aa8751" providerId="LiveId" clId="{5B2C3894-F97E-4CAB-8812-5BB4D83AAC6A}" dt="2026-01-20T10:15:01.244" v="2295" actId="21"/>
          <ac:spMkLst>
            <pc:docMk/>
            <pc:sldMk cId="1132775393" sldId="306"/>
            <ac:spMk id="62" creationId="{22B8E053-7A4D-DA2F-4810-EB8EA3C4D7BE}"/>
          </ac:spMkLst>
        </pc:spChg>
        <pc:spChg chg="del mod topLvl">
          <ac:chgData name="musukie52@gmail.com" userId="017bd91f96aa8751" providerId="LiveId" clId="{5B2C3894-F97E-4CAB-8812-5BB4D83AAC6A}" dt="2026-01-20T10:15:01.244" v="2295" actId="21"/>
          <ac:spMkLst>
            <pc:docMk/>
            <pc:sldMk cId="1132775393" sldId="306"/>
            <ac:spMk id="64" creationId="{D746AE60-DC8A-03AC-FEFD-856EE6F74609}"/>
          </ac:spMkLst>
        </pc:spChg>
        <pc:spChg chg="add mod topLvl">
          <ac:chgData name="musukie52@gmail.com" userId="017bd91f96aa8751" providerId="LiveId" clId="{5B2C3894-F97E-4CAB-8812-5BB4D83AAC6A}" dt="2026-01-20T10:17:10.722" v="2381" actId="164"/>
          <ac:spMkLst>
            <pc:docMk/>
            <pc:sldMk cId="1132775393" sldId="306"/>
            <ac:spMk id="68" creationId="{22B8E053-7A4D-DA2F-4810-EB8EA3C4D7BE}"/>
          </ac:spMkLst>
        </pc:spChg>
        <pc:spChg chg="add mod topLvl">
          <ac:chgData name="musukie52@gmail.com" userId="017bd91f96aa8751" providerId="LiveId" clId="{5B2C3894-F97E-4CAB-8812-5BB4D83AAC6A}" dt="2026-01-20T10:17:10.722" v="2381" actId="164"/>
          <ac:spMkLst>
            <pc:docMk/>
            <pc:sldMk cId="1132775393" sldId="306"/>
            <ac:spMk id="69" creationId="{D746AE60-DC8A-03AC-FEFD-856EE6F74609}"/>
          </ac:spMkLst>
        </pc:spChg>
        <pc:spChg chg="del">
          <ac:chgData name="musukie52@gmail.com" userId="017bd91f96aa8751" providerId="LiveId" clId="{5B2C3894-F97E-4CAB-8812-5BB4D83AAC6A}" dt="2026-01-20T09:59:56.266" v="2112" actId="478"/>
          <ac:spMkLst>
            <pc:docMk/>
            <pc:sldMk cId="1132775393" sldId="306"/>
            <ac:spMk id="7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7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6:58.369" v="2380" actId="14100"/>
          <ac:spMkLst>
            <pc:docMk/>
            <pc:sldMk cId="1132775393" sldId="306"/>
            <ac:spMk id="74" creationId="{958CCD5F-0A1D-98AF-CB85-4218EE456C61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8" creationId="{EA392294-33B9-D24C-C8E5-DF7D6C450063}"/>
          </ac:spMkLst>
        </pc:spChg>
        <pc:spChg chg="del mod">
          <ac:chgData name="musukie52@gmail.com" userId="017bd91f96aa8751" providerId="LiveId" clId="{5B2C3894-F97E-4CAB-8812-5BB4D83AAC6A}" dt="2026-01-20T10:25:33.428" v="2517" actId="478"/>
          <ac:spMkLst>
            <pc:docMk/>
            <pc:sldMk cId="1132775393" sldId="306"/>
            <ac:spMk id="7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59:38.176" v="2104" actId="404"/>
          <ac:spMkLst>
            <pc:docMk/>
            <pc:sldMk cId="1132775393" sldId="306"/>
            <ac:spMk id="81" creationId="{00000000-0000-0000-0000-000000000000}"/>
          </ac:spMkLst>
        </pc:spChg>
        <pc:spChg chg="add del">
          <ac:chgData name="musukie52@gmail.com" userId="017bd91f96aa8751" providerId="LiveId" clId="{5B2C3894-F97E-4CAB-8812-5BB4D83AAC6A}" dt="2026-01-20T10:11:13.570" v="2254" actId="478"/>
          <ac:spMkLst>
            <pc:docMk/>
            <pc:sldMk cId="1132775393" sldId="306"/>
            <ac:spMk id="83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1-20T10:10:48.999" v="2213" actId="478"/>
          <ac:spMkLst>
            <pc:docMk/>
            <pc:sldMk cId="1132775393" sldId="306"/>
            <ac:spMk id="8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8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38.854" v="2398"/>
          <ac:spMkLst>
            <pc:docMk/>
            <pc:sldMk cId="1132775393" sldId="306"/>
            <ac:spMk id="89" creationId="{5FAABA3B-15B5-FECC-BAD9-5307F1E73799}"/>
          </ac:spMkLst>
        </pc:spChg>
        <pc:spChg chg="mod">
          <ac:chgData name="musukie52@gmail.com" userId="017bd91f96aa8751" providerId="LiveId" clId="{5B2C3894-F97E-4CAB-8812-5BB4D83AAC6A}" dt="2026-01-20T10:18:44.266" v="2409" actId="20577"/>
          <ac:spMkLst>
            <pc:docMk/>
            <pc:sldMk cId="1132775393" sldId="306"/>
            <ac:spMk id="91" creationId="{DE47222A-4C97-EFB3-C62D-D55A051DE3B1}"/>
          </ac:spMkLst>
        </pc:spChg>
        <pc:spChg chg="add del mod topLvl">
          <ac:chgData name="musukie52@gmail.com" userId="017bd91f96aa8751" providerId="LiveId" clId="{5B2C3894-F97E-4CAB-8812-5BB4D83AAC6A}" dt="2026-01-20T10:13:34.558" v="2280" actId="478"/>
          <ac:spMkLst>
            <pc:docMk/>
            <pc:sldMk cId="1132775393" sldId="306"/>
            <ac:spMk id="92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1-20T10:10:14.828" v="2204" actId="21"/>
          <ac:spMkLst>
            <pc:docMk/>
            <pc:sldMk cId="1132775393" sldId="306"/>
            <ac:spMk id="9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9:04.826" v="2414" actId="478"/>
          <ac:spMkLst>
            <pc:docMk/>
            <pc:sldMk cId="1132775393" sldId="306"/>
            <ac:spMk id="9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9:17.887" v="2431" actId="478"/>
          <ac:spMkLst>
            <pc:docMk/>
            <pc:sldMk cId="1132775393" sldId="306"/>
            <ac:spMk id="9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25:32.294" v="2516" actId="478"/>
          <ac:spMkLst>
            <pc:docMk/>
            <pc:sldMk cId="1132775393" sldId="306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00" creationId="{00000000-0000-0000-0000-000000000000}"/>
          </ac:spMkLst>
        </pc:spChg>
        <pc:spChg chg="add del">
          <ac:chgData name="musukie52@gmail.com" userId="017bd91f96aa8751" providerId="LiveId" clId="{5B2C3894-F97E-4CAB-8812-5BB4D83AAC6A}" dt="2026-01-20T10:24:55.880" v="2483" actId="478"/>
          <ac:spMkLst>
            <pc:docMk/>
            <pc:sldMk cId="1132775393" sldId="306"/>
            <ac:spMk id="10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51.107" v="2410"/>
          <ac:spMkLst>
            <pc:docMk/>
            <pc:sldMk cId="1132775393" sldId="306"/>
            <ac:spMk id="102" creationId="{96E2A81D-67E1-9AC5-DA67-DFF93FDEF448}"/>
          </ac:spMkLst>
        </pc:spChg>
        <pc:spChg chg="add del">
          <ac:chgData name="musukie52@gmail.com" userId="017bd91f96aa8751" providerId="LiveId" clId="{5B2C3894-F97E-4CAB-8812-5BB4D83AAC6A}" dt="2026-01-20T10:11:12.998" v="2253" actId="478"/>
          <ac:spMkLst>
            <pc:docMk/>
            <pc:sldMk cId="1132775393" sldId="306"/>
            <ac:spMk id="10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0:49.887" v="2214" actId="478"/>
          <ac:spMkLst>
            <pc:docMk/>
            <pc:sldMk cId="1132775393" sldId="306"/>
            <ac:spMk id="10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9:09.565" v="2423" actId="20577"/>
          <ac:spMkLst>
            <pc:docMk/>
            <pc:sldMk cId="1132775393" sldId="306"/>
            <ac:spMk id="108" creationId="{EF59877E-8813-9093-FA89-FCE7C9B19E77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0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24:39.475" v="2479"/>
          <ac:spMkLst>
            <pc:docMk/>
            <pc:sldMk cId="1132775393" sldId="306"/>
            <ac:spMk id="122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0T10:24:39.475" v="2479"/>
          <ac:spMkLst>
            <pc:docMk/>
            <pc:sldMk cId="1132775393" sldId="306"/>
            <ac:spMk id="123" creationId="{A0C0A5BD-D0EC-AAD3-732C-B6D42E62756D}"/>
          </ac:spMkLst>
        </pc:spChg>
        <pc:spChg chg="mod">
          <ac:chgData name="musukie52@gmail.com" userId="017bd91f96aa8751" providerId="LiveId" clId="{5B2C3894-F97E-4CAB-8812-5BB4D83AAC6A}" dt="2026-01-20T10:25:01.421" v="2486"/>
          <ac:spMkLst>
            <pc:docMk/>
            <pc:sldMk cId="1132775393" sldId="306"/>
            <ac:spMk id="125" creationId="{A04B6891-FB5D-8FD9-8827-CDB170C37D0A}"/>
          </ac:spMkLst>
        </pc:spChg>
        <pc:spChg chg="mod">
          <ac:chgData name="musukie52@gmail.com" userId="017bd91f96aa8751" providerId="LiveId" clId="{5B2C3894-F97E-4CAB-8812-5BB4D83AAC6A}" dt="2026-01-20T10:25:09.728" v="2505" actId="20577"/>
          <ac:spMkLst>
            <pc:docMk/>
            <pc:sldMk cId="1132775393" sldId="306"/>
            <ac:spMk id="126" creationId="{AF06CCEA-0D8D-F4E7-58C6-19E811B74749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29" creationId="{339C604F-BDF1-F318-C22C-4C7DFD54955C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30" creationId="{1A1A5F6A-E58A-294F-BD12-C8B6B12A024C}"/>
          </ac:spMkLst>
        </pc:spChg>
        <pc:grpChg chg="add del mod">
          <ac:chgData name="musukie52@gmail.com" userId="017bd91f96aa8751" providerId="LiveId" clId="{5B2C3894-F97E-4CAB-8812-5BB4D83AAC6A}" dt="2026-01-20T10:11:58.344" v="2261" actId="165"/>
          <ac:grpSpMkLst>
            <pc:docMk/>
            <pc:sldMk cId="1132775393" sldId="306"/>
            <ac:grpSpMk id="35" creationId="{ADFEE193-354B-F011-51BD-70288727D1B9}"/>
          </ac:grpSpMkLst>
        </pc:grpChg>
        <pc:grpChg chg="add del mod">
          <ac:chgData name="musukie52@gmail.com" userId="017bd91f96aa8751" providerId="LiveId" clId="{5B2C3894-F97E-4CAB-8812-5BB4D83AAC6A}" dt="2026-01-20T10:13:49.735" v="2284" actId="165"/>
          <ac:grpSpMkLst>
            <pc:docMk/>
            <pc:sldMk cId="1132775393" sldId="306"/>
            <ac:grpSpMk id="37" creationId="{CE8F1913-FC5E-1362-45D6-BFEF22443040}"/>
          </ac:grpSpMkLst>
        </pc:grpChg>
        <pc:grpChg chg="add mod">
          <ac:chgData name="musukie52@gmail.com" userId="017bd91f96aa8751" providerId="LiveId" clId="{5B2C3894-F97E-4CAB-8812-5BB4D83AAC6A}" dt="2026-01-20T10:09:13.170" v="2192" actId="1076"/>
          <ac:grpSpMkLst>
            <pc:docMk/>
            <pc:sldMk cId="1132775393" sldId="306"/>
            <ac:grpSpMk id="38" creationId="{12098D9E-64F4-12D2-8684-D6EA90C35C91}"/>
          </ac:grpSpMkLst>
        </pc:grpChg>
        <pc:grpChg chg="add del mod">
          <ac:chgData name="musukie52@gmail.com" userId="017bd91f96aa8751" providerId="LiveId" clId="{5B2C3894-F97E-4CAB-8812-5BB4D83AAC6A}" dt="2026-01-20T10:18:11.541" v="2394" actId="165"/>
          <ac:grpSpMkLst>
            <pc:docMk/>
            <pc:sldMk cId="1132775393" sldId="306"/>
            <ac:grpSpMk id="42" creationId="{5F3107E0-5049-4431-C6E6-D07692102C7A}"/>
          </ac:grpSpMkLst>
        </pc:grpChg>
        <pc:grpChg chg="add del mod">
          <ac:chgData name="musukie52@gmail.com" userId="017bd91f96aa8751" providerId="LiveId" clId="{5B2C3894-F97E-4CAB-8812-5BB4D83AAC6A}" dt="2026-01-20T10:18:34.809" v="2396" actId="478"/>
          <ac:grpSpMkLst>
            <pc:docMk/>
            <pc:sldMk cId="1132775393" sldId="306"/>
            <ac:grpSpMk id="44" creationId="{FF9314FB-9C43-8DB4-79A1-5CB3106666A3}"/>
          </ac:grpSpMkLst>
        </pc:grpChg>
        <pc:grpChg chg="add del mod">
          <ac:chgData name="musukie52@gmail.com" userId="017bd91f96aa8751" providerId="LiveId" clId="{5B2C3894-F97E-4CAB-8812-5BB4D83AAC6A}" dt="2026-01-20T10:19:52.631" v="2448" actId="21"/>
          <ac:grpSpMkLst>
            <pc:docMk/>
            <pc:sldMk cId="1132775393" sldId="306"/>
            <ac:grpSpMk id="52" creationId="{BF8EFA08-64CE-5ED7-58E8-F19AAE1F977F}"/>
          </ac:grpSpMkLst>
        </pc:grpChg>
        <pc:grpChg chg="add del mod">
          <ac:chgData name="musukie52@gmail.com" userId="017bd91f96aa8751" providerId="LiveId" clId="{5B2C3894-F97E-4CAB-8812-5BB4D83AAC6A}" dt="2026-01-20T10:14:39.377" v="2289" actId="165"/>
          <ac:grpSpMkLst>
            <pc:docMk/>
            <pc:sldMk cId="1132775393" sldId="306"/>
            <ac:grpSpMk id="58" creationId="{87AA99A0-DEBC-27CB-A3C9-865AC3D1B462}"/>
          </ac:grpSpMkLst>
        </pc:grpChg>
        <pc:grpChg chg="add del mod">
          <ac:chgData name="musukie52@gmail.com" userId="017bd91f96aa8751" providerId="LiveId" clId="{5B2C3894-F97E-4CAB-8812-5BB4D83AAC6A}" dt="2026-01-20T10:16:06.100" v="2310" actId="165"/>
          <ac:grpSpMkLst>
            <pc:docMk/>
            <pc:sldMk cId="1132775393" sldId="306"/>
            <ac:grpSpMk id="70" creationId="{554C00E1-B180-DC25-84ED-058ACB24BC4C}"/>
          </ac:grpSpMkLst>
        </pc:grpChg>
        <pc:grpChg chg="add mod">
          <ac:chgData name="musukie52@gmail.com" userId="017bd91f96aa8751" providerId="LiveId" clId="{5B2C3894-F97E-4CAB-8812-5BB4D83AAC6A}" dt="2026-01-20T10:17:10.722" v="2381" actId="164"/>
          <ac:grpSpMkLst>
            <pc:docMk/>
            <pc:sldMk cId="1132775393" sldId="306"/>
            <ac:grpSpMk id="76" creationId="{640DEA4A-D2E1-72A5-3FD3-C7D2824864B2}"/>
          </ac:grpSpMkLst>
        </pc:grpChg>
        <pc:grpChg chg="add mod">
          <ac:chgData name="musukie52@gmail.com" userId="017bd91f96aa8751" providerId="LiveId" clId="{5B2C3894-F97E-4CAB-8812-5BB4D83AAC6A}" dt="2026-01-20T10:17:59.529" v="2392" actId="164"/>
          <ac:grpSpMkLst>
            <pc:docMk/>
            <pc:sldMk cId="1132775393" sldId="306"/>
            <ac:grpSpMk id="80" creationId="{BC321C18-83DF-4B49-1473-FD02C423E2A4}"/>
          </ac:grpSpMkLst>
        </pc:grpChg>
        <pc:grpChg chg="add mod">
          <ac:chgData name="musukie52@gmail.com" userId="017bd91f96aa8751" providerId="LiveId" clId="{5B2C3894-F97E-4CAB-8812-5BB4D83AAC6A}" dt="2026-01-20T10:18:18.453" v="2395" actId="164"/>
          <ac:grpSpMkLst>
            <pc:docMk/>
            <pc:sldMk cId="1132775393" sldId="306"/>
            <ac:grpSpMk id="84" creationId="{1293FE68-7B2A-F738-1EC2-E31084AB17F1}"/>
          </ac:grpSpMkLst>
        </pc:grpChg>
        <pc:grpChg chg="add mod">
          <ac:chgData name="musukie52@gmail.com" userId="017bd91f96aa8751" providerId="LiveId" clId="{5B2C3894-F97E-4CAB-8812-5BB4D83AAC6A}" dt="2026-01-20T10:18:40.472" v="2399" actId="1076"/>
          <ac:grpSpMkLst>
            <pc:docMk/>
            <pc:sldMk cId="1132775393" sldId="306"/>
            <ac:grpSpMk id="88" creationId="{2CF9DFB5-FA4C-3611-7D19-236B33F11900}"/>
          </ac:grpSpMkLst>
        </pc:grpChg>
        <pc:grpChg chg="add mod">
          <ac:chgData name="musukie52@gmail.com" userId="017bd91f96aa8751" providerId="LiveId" clId="{5B2C3894-F97E-4CAB-8812-5BB4D83AAC6A}" dt="2026-01-20T10:18:53.011" v="2411" actId="1076"/>
          <ac:grpSpMkLst>
            <pc:docMk/>
            <pc:sldMk cId="1132775393" sldId="306"/>
            <ac:grpSpMk id="98" creationId="{B0BC1F17-94B8-801C-5866-6EF4405814DF}"/>
          </ac:grpSpMkLst>
        </pc:grpChg>
        <pc:grpChg chg="add mod">
          <ac:chgData name="musukie52@gmail.com" userId="017bd91f96aa8751" providerId="LiveId" clId="{5B2C3894-F97E-4CAB-8812-5BB4D83AAC6A}" dt="2026-01-20T10:24:43.201" v="2480" actId="1076"/>
          <ac:grpSpMkLst>
            <pc:docMk/>
            <pc:sldMk cId="1132775393" sldId="306"/>
            <ac:grpSpMk id="110" creationId="{C10FE211-AD51-C151-2B39-49CC95D099A7}"/>
          </ac:grpSpMkLst>
        </pc:grpChg>
        <pc:grpChg chg="mod">
          <ac:chgData name="musukie52@gmail.com" userId="017bd91f96aa8751" providerId="LiveId" clId="{5B2C3894-F97E-4CAB-8812-5BB4D83AAC6A}" dt="2026-01-20T10:24:39.475" v="2479"/>
          <ac:grpSpMkLst>
            <pc:docMk/>
            <pc:sldMk cId="1132775393" sldId="306"/>
            <ac:grpSpMk id="121" creationId="{BF8EFA08-64CE-5ED7-58E8-F19AAE1F977F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4" creationId="{635F9D30-2AA2-ED29-DAB2-68FE07CCBB59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7" creationId="{2A03A898-55D9-84C1-B330-FAAF9E76FBC7}"/>
          </ac:grpSpMkLst>
        </pc:grpChg>
        <pc:grpChg chg="add del mod">
          <ac:chgData name="musukie52@gmail.com" userId="017bd91f96aa8751" providerId="LiveId" clId="{5B2C3894-F97E-4CAB-8812-5BB4D83AAC6A}" dt="2026-01-20T10:27:06.945" v="2528" actId="165"/>
          <ac:grpSpMkLst>
            <pc:docMk/>
            <pc:sldMk cId="1132775393" sldId="306"/>
            <ac:grpSpMk id="128" creationId="{21651A8F-ECF8-5F8C-0A83-475495E1BE3D}"/>
          </ac:grpSpMkLst>
        </pc:grpChg>
        <pc:picChg chg="del mod topLvl">
          <ac:chgData name="musukie52@gmail.com" userId="017bd91f96aa8751" providerId="LiveId" clId="{5B2C3894-F97E-4CAB-8812-5BB4D83AAC6A}" dt="2026-01-20T10:15:01.244" v="2295" actId="21"/>
          <ac:picMkLst>
            <pc:docMk/>
            <pc:sldMk cId="1132775393" sldId="306"/>
            <ac:picMk id="60" creationId="{B98B4BE3-7DA2-92D9-82A6-DFEE6FC24F47}"/>
          </ac:picMkLst>
        </pc:picChg>
        <pc:picChg chg="add mod topLvl">
          <ac:chgData name="musukie52@gmail.com" userId="017bd91f96aa8751" providerId="LiveId" clId="{5B2C3894-F97E-4CAB-8812-5BB4D83AAC6A}" dt="2026-01-20T10:17:10.722" v="2381" actId="164"/>
          <ac:picMkLst>
            <pc:docMk/>
            <pc:sldMk cId="1132775393" sldId="306"/>
            <ac:picMk id="66" creationId="{B98B4BE3-7DA2-92D9-82A6-DFEE6FC24F47}"/>
          </ac:picMkLst>
        </pc:picChg>
        <pc:picChg chg="add">
          <ac:chgData name="musukie52@gmail.com" userId="017bd91f96aa8751" providerId="LiveId" clId="{5B2C3894-F97E-4CAB-8812-5BB4D83AAC6A}" dt="2026-01-20T10:16:01.842" v="2309"/>
          <ac:picMkLst>
            <pc:docMk/>
            <pc:sldMk cId="1132775393" sldId="306"/>
            <ac:picMk id="72" creationId="{FC5B89CD-FE0C-CB45-6C19-954403724A8F}"/>
          </ac:picMkLst>
        </pc:picChg>
        <pc:picChg chg="add">
          <ac:chgData name="musukie52@gmail.com" userId="017bd91f96aa8751" providerId="LiveId" clId="{5B2C3894-F97E-4CAB-8812-5BB4D83AAC6A}" dt="2026-01-20T10:18:05.986" v="2393"/>
          <ac:picMkLst>
            <pc:docMk/>
            <pc:sldMk cId="1132775393" sldId="306"/>
            <ac:picMk id="82" creationId="{9D8429E2-D365-9FF5-7DDA-5CECDB66474A}"/>
          </ac:picMkLst>
        </pc:picChg>
        <pc:picChg chg="mod">
          <ac:chgData name="musukie52@gmail.com" userId="017bd91f96aa8751" providerId="LiveId" clId="{5B2C3894-F97E-4CAB-8812-5BB4D83AAC6A}" dt="2026-01-20T10:09:10.743" v="2191" actId="164"/>
          <ac:picMkLst>
            <pc:docMk/>
            <pc:sldMk cId="1132775393" sldId="306"/>
            <ac:picMk id="86" creationId="{00000000-0000-0000-0000-000000000000}"/>
          </ac:picMkLst>
        </pc:picChg>
        <pc:picChg chg="add del mod topLvl">
          <ac:chgData name="musukie52@gmail.com" userId="017bd91f96aa8751" providerId="LiveId" clId="{5B2C3894-F97E-4CAB-8812-5BB4D83AAC6A}" dt="2026-01-20T10:13:34.558" v="2280" actId="478"/>
          <ac:picMkLst>
            <pc:docMk/>
            <pc:sldMk cId="1132775393" sldId="306"/>
            <ac:picMk id="93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0T10:19:52.631" v="2448" actId="21"/>
          <ac:picMkLst>
            <pc:docMk/>
            <pc:sldMk cId="1132775393" sldId="306"/>
            <ac:picMk id="94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0T10:25:23.055" v="2507" actId="164"/>
          <ac:picMkLst>
            <pc:docMk/>
            <pc:sldMk cId="1132775393" sldId="306"/>
            <ac:picMk id="106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1-20T10:29:17.308" v="2643" actId="167"/>
          <ac:picMkLst>
            <pc:docMk/>
            <pc:sldMk cId="1132775393" sldId="306"/>
            <ac:picMk id="107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1-20T10:24:39.475" v="2479"/>
          <ac:picMkLst>
            <pc:docMk/>
            <pc:sldMk cId="1132775393" sldId="306"/>
            <ac:picMk id="115" creationId="{605829D3-8DF2-C614-D70A-B6579C640673}"/>
          </ac:picMkLst>
        </pc:picChg>
        <pc:picChg chg="add del mod ord">
          <ac:chgData name="musukie52@gmail.com" userId="017bd91f96aa8751" providerId="LiveId" clId="{5B2C3894-F97E-4CAB-8812-5BB4D83AAC6A}" dt="2026-01-20T10:29:20.488" v="2648" actId="22"/>
          <ac:picMkLst>
            <pc:docMk/>
            <pc:sldMk cId="1132775393" sldId="306"/>
            <ac:picMk id="132" creationId="{B1BAC40D-2CE0-ED0D-284B-7760C62CB1F9}"/>
          </ac:picMkLst>
        </pc:picChg>
        <pc:cxnChg chg="add mod">
          <ac:chgData name="musukie52@gmail.com" userId="017bd91f96aa8751" providerId="LiveId" clId="{5B2C3894-F97E-4CAB-8812-5BB4D83AAC6A}" dt="2026-01-20T09:49:23.675" v="1970"/>
          <ac:cxnSpMkLst>
            <pc:docMk/>
            <pc:sldMk cId="1132775393" sldId="306"/>
            <ac:cxnSpMk id="3" creationId="{6DA7DFE0-8AD5-2323-E21A-0AE9AEC3DA97}"/>
          </ac:cxnSpMkLst>
        </pc:cxnChg>
        <pc:cxnChg chg="add mod">
          <ac:chgData name="musukie52@gmail.com" userId="017bd91f96aa8751" providerId="LiveId" clId="{5B2C3894-F97E-4CAB-8812-5BB4D83AAC6A}" dt="2026-01-20T09:49:55.720" v="2001" actId="14100"/>
          <ac:cxnSpMkLst>
            <pc:docMk/>
            <pc:sldMk cId="1132775393" sldId="306"/>
            <ac:cxnSpMk id="5" creationId="{CBE2A100-56F5-F617-2A5A-C4C810766680}"/>
          </ac:cxnSpMkLst>
        </pc:cxnChg>
        <pc:cxnChg chg="del">
          <ac:chgData name="musukie52@gmail.com" userId="017bd91f96aa8751" providerId="LiveId" clId="{5B2C3894-F97E-4CAB-8812-5BB4D83AAC6A}" dt="2026-01-20T09:49:30.849" v="1972" actId="478"/>
          <ac:cxnSpMkLst>
            <pc:docMk/>
            <pc:sldMk cId="1132775393" sldId="306"/>
            <ac:cxnSpMk id="24" creationId="{00000000-0000-0000-0000-000000000000}"/>
          </ac:cxnSpMkLst>
        </pc:cxnChg>
      </pc:sldChg>
      <pc:sldChg chg="add del setBg">
        <pc:chgData name="musukie52@gmail.com" userId="017bd91f96aa8751" providerId="LiveId" clId="{5B2C3894-F97E-4CAB-8812-5BB4D83AAC6A}" dt="2026-01-20T10:12:43.943" v="2269"/>
        <pc:sldMkLst>
          <pc:docMk/>
          <pc:sldMk cId="274235719" sldId="30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1645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1456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12" Type="http://schemas.microsoft.com/office/2007/relationships/hdphoto" Target="../media/hdphoto6.wdp"/><Relationship Id="rId1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6" Type="http://schemas.microsoft.com/office/2007/relationships/hdphoto" Target="../media/hdphoto8.wdp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6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13.png"/><Relationship Id="rId14" Type="http://schemas.microsoft.com/office/2007/relationships/hdphoto" Target="../media/hdphoto7.wdp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10.wdp"/><Relationship Id="rId13" Type="http://schemas.openxmlformats.org/officeDocument/2006/relationships/image" Target="../media/image21.png"/><Relationship Id="rId18" Type="http://schemas.microsoft.com/office/2007/relationships/hdphoto" Target="../media/hdphoto3.wdp"/><Relationship Id="rId3" Type="http://schemas.openxmlformats.org/officeDocument/2006/relationships/image" Target="../media/image17.png"/><Relationship Id="rId21" Type="http://schemas.openxmlformats.org/officeDocument/2006/relationships/image" Target="../media/image24.png"/><Relationship Id="rId7" Type="http://schemas.openxmlformats.org/officeDocument/2006/relationships/image" Target="../media/image18.png"/><Relationship Id="rId12" Type="http://schemas.microsoft.com/office/2007/relationships/hdphoto" Target="../media/hdphoto12.wdp"/><Relationship Id="rId1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6" Type="http://schemas.microsoft.com/office/2007/relationships/hdphoto" Target="../media/hdphoto14.wdp"/><Relationship Id="rId20" Type="http://schemas.microsoft.com/office/2007/relationships/hdphoto" Target="../media/hdphoto4.wdp"/><Relationship Id="rId1" Type="http://schemas.openxmlformats.org/officeDocument/2006/relationships/slideLayout" Target="../slideLayouts/slideLayout2.xml"/><Relationship Id="rId6" Type="http://schemas.microsoft.com/office/2007/relationships/hdphoto" Target="../media/hdphoto7.wdp"/><Relationship Id="rId11" Type="http://schemas.openxmlformats.org/officeDocument/2006/relationships/image" Target="../media/image20.png"/><Relationship Id="rId5" Type="http://schemas.openxmlformats.org/officeDocument/2006/relationships/image" Target="../media/image15.png"/><Relationship Id="rId15" Type="http://schemas.openxmlformats.org/officeDocument/2006/relationships/image" Target="../media/image22.png"/><Relationship Id="rId10" Type="http://schemas.microsoft.com/office/2007/relationships/hdphoto" Target="../media/hdphoto11.wdp"/><Relationship Id="rId19" Type="http://schemas.openxmlformats.org/officeDocument/2006/relationships/image" Target="../media/image12.png"/><Relationship Id="rId4" Type="http://schemas.microsoft.com/office/2007/relationships/hdphoto" Target="../media/hdphoto9.wdp"/><Relationship Id="rId9" Type="http://schemas.openxmlformats.org/officeDocument/2006/relationships/image" Target="../media/image19.png"/><Relationship Id="rId14" Type="http://schemas.microsoft.com/office/2007/relationships/hdphoto" Target="../media/hdphoto1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microsoft.com/office/2007/relationships/hdphoto" Target="../media/hdphoto7.wdp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32" name="가로 글상자 31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D2C79169-DAB4-9D64-FB5A-BC3EC67BD4A8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B07068B8-C7A0-F287-A809-9D30194A831B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3733B25-6724-057E-0901-DE71EC4CC2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848B0FA3-1CEF-C23B-2533-BB7F2D58C923}"/>
              </a:ext>
            </a:extLst>
          </p:cNvPr>
          <p:cNvGrpSpPr/>
          <p:nvPr/>
        </p:nvGrpSpPr>
        <p:grpSpPr>
          <a:xfrm>
            <a:off x="3365316" y="466980"/>
            <a:ext cx="944806" cy="765441"/>
            <a:chOff x="581564" y="1301432"/>
            <a:chExt cx="944806" cy="765441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02725463-47DB-C15F-151D-D92B24EEA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FE550B8-E378-85E2-A018-B13765305DE0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921860F8-A565-75A9-558B-F89ECB11D877}"/>
              </a:ext>
            </a:extLst>
          </p:cNvPr>
          <p:cNvGrpSpPr/>
          <p:nvPr/>
        </p:nvGrpSpPr>
        <p:grpSpPr>
          <a:xfrm>
            <a:off x="6478483" y="440784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D6B7D724-4437-89AE-7BC1-710294AA9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3C1D46C-33BD-6A4C-F646-460AE757E10B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974DF133-7F94-B14A-08A6-CA1CBA5EF309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5C3243EE-99DB-0BA3-8622-39FF876183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B3C3499-A3F8-32A5-5F90-8E0F18575EDD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CCF3B127-81D8-CFE2-41F3-1C933D647A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950886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923293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42ECD059-2523-559F-BF5B-EB7A3E01A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2335601" y="5270323"/>
            <a:ext cx="944806" cy="765441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DB8E796-2A65-0721-EBD8-D7AC60368D8B}"/>
              </a:ext>
            </a:extLst>
          </p:cNvPr>
          <p:cNvGrpSpPr/>
          <p:nvPr/>
        </p:nvGrpSpPr>
        <p:grpSpPr>
          <a:xfrm>
            <a:off x="581564" y="1301432"/>
            <a:ext cx="944806" cy="765441"/>
            <a:chOff x="581564" y="1301432"/>
            <a:chExt cx="944806" cy="765441"/>
          </a:xfrm>
        </p:grpSpPr>
        <p:pic>
          <p:nvPicPr>
            <p:cNvPr id="70" name="그림 69">
              <a:extLst>
                <a:ext uri="{FF2B5EF4-FFF2-40B4-BE49-F238E27FC236}">
                  <a16:creationId xmlns:a16="http://schemas.microsoft.com/office/drawing/2014/main" id="{3847BB81-4D15-A007-ECA8-5DF05FA4C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B0D69BC-BC84-8917-5DF1-3A69AFE9DBE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E8931E9B-1BA8-915E-A000-BC7A87AA1CCE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ED56128E-7C35-E4C8-C431-87F86AD4ECD7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7E0B5589-F467-FF99-3947-B54BA9121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1278810" y="2531866"/>
            <a:ext cx="2558909" cy="2073117"/>
          </a:xfrm>
          <a:prstGeom prst="rect">
            <a:avLst/>
          </a:prstGeom>
        </p:spPr>
      </p:pic>
      <p:grpSp>
        <p:nvGrpSpPr>
          <p:cNvPr id="57" name="그룹 56">
            <a:extLst>
              <a:ext uri="{FF2B5EF4-FFF2-40B4-BE49-F238E27FC236}">
                <a16:creationId xmlns:a16="http://schemas.microsoft.com/office/drawing/2014/main" id="{0260E40B-12E2-0ED8-7A33-4B6851E896F6}"/>
              </a:ext>
            </a:extLst>
          </p:cNvPr>
          <p:cNvGrpSpPr/>
          <p:nvPr/>
        </p:nvGrpSpPr>
        <p:grpSpPr>
          <a:xfrm>
            <a:off x="7193097" y="2614302"/>
            <a:ext cx="944806" cy="765441"/>
            <a:chOff x="581564" y="1301432"/>
            <a:chExt cx="944806" cy="765441"/>
          </a:xfrm>
        </p:grpSpPr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7F394440-82E5-625C-7607-2717C18FF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C7C627C-3BBE-F050-C729-EEE5D076E39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믿고 있어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434054D-289D-4E52-BBA0-90ABF273A105}"/>
              </a:ext>
            </a:extLst>
          </p:cNvPr>
          <p:cNvGrpSpPr/>
          <p:nvPr/>
        </p:nvGrpSpPr>
        <p:grpSpPr>
          <a:xfrm>
            <a:off x="4721519" y="1766425"/>
            <a:ext cx="944806" cy="765441"/>
            <a:chOff x="581564" y="1301432"/>
            <a:chExt cx="944806" cy="765441"/>
          </a:xfrm>
        </p:grpSpPr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66BA6561-AE0A-30B9-4A64-97BBFB918D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2DEFB34-BA2E-53AE-FE71-8C3CFD733711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역시 너야</a:t>
              </a:r>
            </a:p>
          </p:txBody>
        </p:sp>
      </p:grpSp>
      <p:pic>
        <p:nvPicPr>
          <p:cNvPr id="64" name="그림 63">
            <a:extLst>
              <a:ext uri="{FF2B5EF4-FFF2-40B4-BE49-F238E27FC236}">
                <a16:creationId xmlns:a16="http://schemas.microsoft.com/office/drawing/2014/main" id="{A3CBF68A-AA67-AD34-A80D-71ABAA55D1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>
            <a:off x="6818614" y="985450"/>
            <a:ext cx="944806" cy="765441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190828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220385" y="2513852"/>
            <a:ext cx="4353339" cy="3240000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1156826" y="194733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403E5E74-FAD1-5C8C-3B00-CF87430D8219}"/>
              </a:ext>
            </a:extLst>
          </p:cNvPr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3" name="TextBox 1">
            <a:extLst>
              <a:ext uri="{FF2B5EF4-FFF2-40B4-BE49-F238E27FC236}">
                <a16:creationId xmlns:a16="http://schemas.microsoft.com/office/drawing/2014/main" id="{86714CA8-C82B-9197-6798-498389C8DC39}"/>
              </a:ext>
            </a:extLst>
          </p:cNvPr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ACD3BE9-A577-A2EF-4B02-83E73F835E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9332" t="49606" r="17572" b="37734"/>
          <a:stretch>
            <a:fillRect/>
          </a:stretch>
        </p:blipFill>
        <p:spPr>
          <a:xfrm>
            <a:off x="3308346" y="608777"/>
            <a:ext cx="2527304" cy="13853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96258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50479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BC3BEE9-A943-5A1D-EE0C-2BFD69658D05}"/>
              </a:ext>
            </a:extLst>
          </p:cNvPr>
          <p:cNvGrpSpPr/>
          <p:nvPr/>
        </p:nvGrpSpPr>
        <p:grpSpPr>
          <a:xfrm>
            <a:off x="3634591" y="3095897"/>
            <a:ext cx="944806" cy="765441"/>
            <a:chOff x="581564" y="1301432"/>
            <a:chExt cx="944806" cy="765441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CAAD1DD8-1849-2006-FE80-6107063B8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4F65EA-554E-E43B-F80F-AC07F558543E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고마워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5E15EE0-BD47-89A2-0241-6A04F9F8C273}"/>
              </a:ext>
            </a:extLst>
          </p:cNvPr>
          <p:cNvGrpSpPr/>
          <p:nvPr/>
        </p:nvGrpSpPr>
        <p:grpSpPr>
          <a:xfrm>
            <a:off x="1311073" y="2207454"/>
            <a:ext cx="944806" cy="765441"/>
            <a:chOff x="581564" y="1301432"/>
            <a:chExt cx="944806" cy="765441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BA872BD3-2C02-5F47-D223-89BD3F7C2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412" t="18331" r="61861" b="64877"/>
            <a:stretch>
              <a:fillRect/>
            </a:stretch>
          </p:blipFill>
          <p:spPr>
            <a:xfrm>
              <a:off x="581564" y="1301432"/>
              <a:ext cx="944806" cy="76544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D35147-4E12-C4B4-B288-F1BF52826D58}"/>
                </a:ext>
              </a:extLst>
            </p:cNvPr>
            <p:cNvSpPr txBox="1"/>
            <p:nvPr/>
          </p:nvSpPr>
          <p:spPr>
            <a:xfrm>
              <a:off x="583079" y="1506810"/>
              <a:ext cx="9432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 err="1">
                  <a:solidFill>
                    <a:srgbClr val="ECEDF1"/>
                  </a:solidFill>
                  <a:latin typeface="GalmuriMono7 Regular" panose="020B0503020202000000" pitchFamily="50" charset="-127"/>
                  <a:ea typeface="GalmuriMono7 Regular" panose="020B0503020202000000" pitchFamily="50" charset="-127"/>
                </a:rPr>
                <a:t>부탁할게</a:t>
              </a:r>
              <a:endPara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endParaRPr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A7EFA274-78F2-07C2-EED6-4706E86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H="1">
            <a:off x="6826102" y="2207454"/>
            <a:ext cx="943919" cy="76544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5B3C35F-D918-EF0E-4ABC-E4EB6275C5A1}"/>
              </a:ext>
            </a:extLst>
          </p:cNvPr>
          <p:cNvSpPr txBox="1"/>
          <p:nvPr/>
        </p:nvSpPr>
        <p:spPr>
          <a:xfrm flipH="1">
            <a:off x="6801812" y="2409760"/>
            <a:ext cx="10296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너여야만</a:t>
            </a:r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해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4A97B07-B01A-35EB-FEEC-E28EB740E61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412" t="18331" r="61861" b="64877"/>
          <a:stretch>
            <a:fillRect/>
          </a:stretch>
        </p:blipFill>
        <p:spPr>
          <a:xfrm flipV="1">
            <a:off x="4594089" y="4247008"/>
            <a:ext cx="944806" cy="8316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583652" y="4571257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BAD1ACA-D230-CA5F-A8EF-1B7B78FD8CE2}"/>
              </a:ext>
            </a:extLst>
          </p:cNvPr>
          <p:cNvSpPr/>
          <p:nvPr/>
        </p:nvSpPr>
        <p:spPr>
          <a:xfrm>
            <a:off x="3474245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3CC13FB-FB92-FAD5-2D77-26A864446F71}"/>
              </a:ext>
            </a:extLst>
          </p:cNvPr>
          <p:cNvSpPr/>
          <p:nvPr/>
        </p:nvSpPr>
        <p:spPr>
          <a:xfrm>
            <a:off x="5507846" y="784944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99FF3290-3E93-62EF-5A32-6D6EC5D02FAA}"/>
              </a:ext>
            </a:extLst>
          </p:cNvPr>
          <p:cNvSpPr/>
          <p:nvPr/>
        </p:nvSpPr>
        <p:spPr>
          <a:xfrm>
            <a:off x="5505527" y="1740883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75595F5-0BE2-9B42-9851-D1FDFC1DDB11}"/>
              </a:ext>
            </a:extLst>
          </p:cNvPr>
          <p:cNvSpPr/>
          <p:nvPr/>
        </p:nvSpPr>
        <p:spPr>
          <a:xfrm>
            <a:off x="3472729" y="174088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A16D143C-4188-18AC-A2A7-F56EF0570A61}"/>
              </a:ext>
            </a:extLst>
          </p:cNvPr>
          <p:cNvSpPr/>
          <p:nvPr/>
        </p:nvSpPr>
        <p:spPr>
          <a:xfrm>
            <a:off x="3332514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DBD847C-2F1A-EA9F-A005-03443CB0C98E}"/>
              </a:ext>
            </a:extLst>
          </p:cNvPr>
          <p:cNvSpPr/>
          <p:nvPr/>
        </p:nvSpPr>
        <p:spPr>
          <a:xfrm>
            <a:off x="5664946" y="71263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08CC0C-163B-A0D3-D507-22AC814362EB}"/>
              </a:ext>
            </a:extLst>
          </p:cNvPr>
          <p:cNvSpPr/>
          <p:nvPr/>
        </p:nvSpPr>
        <p:spPr>
          <a:xfrm>
            <a:off x="3629829" y="715841"/>
            <a:ext cx="1897114" cy="202340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98F4EFEB-9C4D-E249-AEFF-8A00FD803513}"/>
              </a:ext>
            </a:extLst>
          </p:cNvPr>
          <p:cNvSpPr/>
          <p:nvPr/>
        </p:nvSpPr>
        <p:spPr>
          <a:xfrm>
            <a:off x="3479872" y="641152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31284B01-9D7A-1FDF-F087-415D0F1DC456}"/>
              </a:ext>
            </a:extLst>
          </p:cNvPr>
          <p:cNvSpPr/>
          <p:nvPr/>
        </p:nvSpPr>
        <p:spPr>
          <a:xfrm>
            <a:off x="3479872" y="1885346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528481FB-6917-BE3B-CB45-062AC2CA06EA}"/>
              </a:ext>
            </a:extLst>
          </p:cNvPr>
          <p:cNvSpPr/>
          <p:nvPr/>
        </p:nvSpPr>
        <p:spPr>
          <a:xfrm>
            <a:off x="5512670" y="1887938"/>
            <a:ext cx="157100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FF38648C-B397-04B0-FC8D-1A8C5CE5DF95}"/>
              </a:ext>
            </a:extLst>
          </p:cNvPr>
          <p:cNvSpPr/>
          <p:nvPr/>
        </p:nvSpPr>
        <p:spPr>
          <a:xfrm>
            <a:off x="3636972" y="1810127"/>
            <a:ext cx="1885209" cy="84213"/>
          </a:xfrm>
          <a:prstGeom prst="rect">
            <a:avLst/>
          </a:prstGeom>
          <a:solidFill>
            <a:srgbClr val="1E0D20"/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980013" y="593098"/>
            <a:ext cx="115133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목차</a:t>
            </a:r>
          </a:p>
        </p:txBody>
      </p:sp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TextBox 1"/>
          <p:cNvSpPr txBox="1"/>
          <p:nvPr/>
        </p:nvSpPr>
        <p:spPr>
          <a:xfrm>
            <a:off x="9316166" y="1301432"/>
            <a:ext cx="280877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넥슨</a:t>
            </a:r>
            <a:r>
              <a:rPr lang="en-US" altLang="ko-KR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Lv2</a:t>
            </a:r>
            <a:r>
              <a:rPr lang="ko-KR" altLang="en-US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고딕 </a:t>
            </a:r>
            <a:r>
              <a:rPr lang="en-US" altLang="ko-KR" sz="1900"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OTF Light</a:t>
            </a:r>
            <a:endParaRPr lang="ko-KR" altLang="en-US" sz="1900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072401"/>
            <a:ext cx="23026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30" y="2109202"/>
            <a:ext cx="3719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방향성          게임의 정의          컨텐츠 볼륨 맵</a:t>
            </a:r>
            <a:endParaRPr lang="ko-KR" altLang="en-US" sz="1400" b="1" dirty="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756301"/>
            <a:ext cx="14454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게임의 정의</a:t>
            </a:r>
            <a:endParaRPr lang="en-US" altLang="ko-KR" sz="1900" b="1" dirty="0">
              <a:solidFill>
                <a:srgbClr val="ECEDF1"/>
              </a:solidFill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1" y="2797827"/>
            <a:ext cx="35349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플레이의 작용요소          방해요인          </a:t>
            </a:r>
            <a:r>
              <a:rPr lang="ko-KR" altLang="en-US" sz="13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목적</a:t>
            </a:r>
            <a:r>
              <a:rPr lang="ko-KR" altLang="en-US" sz="1400" b="1">
                <a:solidFill>
                  <a:srgbClr val="ECEDF1"/>
                </a:solidFill>
                <a:latin typeface="넥슨Lv2고딕 OTF Light" panose="00000300000000000000" pitchFamily="50" charset="-127"/>
                <a:ea typeface="넥슨Lv2고딕 OTF Light" panose="00000300000000000000" pitchFamily="50" charset="-127"/>
              </a:rPr>
              <a:t>        </a:t>
            </a:r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3">
            <a:extLst>
              <a:ext uri="783A4284-B454-46f5-B8C8-42B5039CE256">
                <hp:hncPhoto xmlns="" xmlns:c="http://schemas.openxmlformats.org/drawingml/2006/chart" xmlns:dgm="http://schemas.openxmlformats.org/drawingml/2006/diagram" xmlns:dsp="http://schemas.microsoft.com/office/drawing/2008/diagram" xmlns:hp="http://schemas.haansoft.com/office/presentation/8.0">
                  <hd:imgLayer xmlns:hd="http://schemas.haansoft.com/office/drawingml/8.0" r:embed="rId4">
                    <hd:imgEffect xmlns:hd="http://schemas.haansoft.com/office/drawingml/8.0">
                      <hd:artEffectSketch/>
                    </hd:imgEffect>
                  </hd:imgLayer>
                </hp:hncPhoto>
              </a:ext>
            </a:extLst>
          </a:blip>
          <a:stretch>
            <a:fillRect/>
          </a:stretch>
        </p:blipFill>
        <p:spPr>
          <a:xfrm>
            <a:off x="482606" y="655624"/>
            <a:ext cx="494995" cy="494995"/>
          </a:xfrm>
          <a:prstGeom prst="rect">
            <a:avLst/>
          </a:prstGeom>
        </p:spPr>
      </p:pic>
      <p:sp>
        <p:nvSpPr>
          <p:cNvPr id="73" name="모서리가 둥근 직사각형 72"/>
          <p:cNvSpPr/>
          <p:nvPr/>
        </p:nvSpPr>
        <p:spPr>
          <a:xfrm>
            <a:off x="482606" y="1301432"/>
            <a:ext cx="8178788" cy="464094"/>
          </a:xfrm>
          <a:prstGeom prst="roundRect">
            <a:avLst>
              <a:gd name="adj" fmla="val 16667"/>
            </a:avLst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5"/>
          <a:srcRect l="30810" t="32500" r="39130" b="28590"/>
          <a:stretch>
            <a:fillRect/>
          </a:stretch>
        </p:blipFill>
        <p:spPr>
          <a:xfrm>
            <a:off x="7467957" y="430583"/>
            <a:ext cx="930746" cy="1205017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-105886" y="4133293"/>
            <a:ext cx="4121787" cy="0"/>
          </a:xfrm>
          <a:prstGeom prst="line">
            <a:avLst/>
          </a:prstGeom>
          <a:ln w="25400">
            <a:solidFill>
              <a:srgbClr val="496F7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363368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334929" y="1961328"/>
            <a:ext cx="178107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플랫폼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Platform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38026" y="1960595"/>
            <a:ext cx="2166314" cy="259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PC</a:t>
            </a:r>
            <a:r>
              <a:rPr lang="en-US" altLang="ko-KR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 CONSOLE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38026" y="2537234"/>
            <a:ext cx="2598274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 err="1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b="1" spc="100" dirty="0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38026" y="3115017"/>
            <a:ext cx="6369948" cy="1189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선택지가 주어지는 것처럼 보이지만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이야기가 진행될수록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모든 선택은 하나의 방향으로 수렴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스스로를 특별히 착한 사람이라 여기지 않는 주인공은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’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가장 착한 사람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이기를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요구받는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기대 속에서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서서히 붕괴되어 가는 세계와 함께 하나의 역할로 소모되어 간다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선택을 반복할수록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는 의미를 잃고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착함은 자발적인 판단이 아닌 </a:t>
            </a:r>
            <a:r>
              <a:rPr lang="ko-KR" altLang="en-US" sz="1000" spc="100" dirty="0">
                <a:solidFill>
                  <a:srgbClr val="EB657E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피할 수 없는 의무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.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 pitchFamily="50" charset="-127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38026" y="4625439"/>
            <a:ext cx="5200501" cy="820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감정적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압박과 몰입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즐기는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내러티브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선택에 따라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선택 누적에 따라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분위기와 연출이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선행이 보상이 아닌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부담으로 작동하는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소모화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’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34933" y="2537234"/>
            <a:ext cx="17810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게임장르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Genre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334930" y="4620167"/>
            <a:ext cx="1904003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재미 요소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Core Fun</a:t>
            </a:r>
            <a:r>
              <a:rPr lang="en-US" altLang="ko-KR" sz="16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endParaRPr lang="en-US" altLang="ko-KR" sz="1900" b="1" dirty="0">
              <a:solidFill>
                <a:srgbClr val="ECEDF1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334932" y="3115017"/>
            <a:ext cx="190400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시놉시스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34931" y="1383461"/>
            <a:ext cx="1570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슬로건</a:t>
            </a:r>
            <a:r>
              <a:rPr lang="ko-KR" altLang="en-US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38024" y="1383482"/>
            <a:ext cx="2598277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선택하거나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-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</a:t>
            </a:r>
            <a:r>
              <a:rPr lang="ko-KR" altLang="en-US" sz="1000" b="1" spc="100" dirty="0">
                <a:solidFill>
                  <a:srgbClr val="8B5587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334929" y="385984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방향성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3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0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69971" y="3909856"/>
            <a:ext cx="5016891" cy="0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38022" y="5766529"/>
            <a:ext cx="6369951" cy="635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b="1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기대 압박 구조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     </a:t>
            </a:r>
            <a:r>
              <a:rPr lang="en-US" altLang="ko-KR" sz="1000" b="1" spc="100">
                <a:solidFill>
                  <a:srgbClr val="496F78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NPC</a:t>
            </a:r>
            <a:r>
              <a:rPr lang="ko-KR" altLang="en-US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의 반응과 상황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소모 메커니즘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선행 선택이 반복될수록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대가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분위기 반응 연출 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      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선택 누적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34929" y="5771526"/>
            <a:ext cx="204121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킬러 컨텐츠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Contents</a:t>
            </a:r>
          </a:p>
        </p:txBody>
      </p:sp>
      <p:cxnSp>
        <p:nvCxnSpPr>
          <p:cNvPr id="3" name="선 102">
            <a:extLst>
              <a:ext uri="{FF2B5EF4-FFF2-40B4-BE49-F238E27FC236}">
                <a16:creationId xmlns:a16="http://schemas.microsoft.com/office/drawing/2014/main" id="{799AAAC8-ABAC-A8BD-1A08-24628D7F299E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740979" y="4120075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이야기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001373" y="4120075"/>
            <a:ext cx="5721423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착함</a:t>
            </a: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이라는 기대 속에서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  <a:endParaRPr lang="ko-KR" altLang="en-US" sz="1000" b="1" spc="100" dirty="0">
              <a:solidFill>
                <a:srgbClr val="76777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붕괴와 함께 소모되어 가는 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인물의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그린다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001372" y="5287553"/>
            <a:ext cx="5721426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선택과 장애를 넘어서며 이야기를 완주하고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8B558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누적되며 만들어지는 감정과 서사를 체험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755653" y="5292495"/>
            <a:ext cx="16371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740980" y="294282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방해 요인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001368" y="2942828"/>
            <a:ext cx="5721428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세계가 붕괴되어 가는 과정 속에서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몬스터와 퍼즐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 등장하며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동시에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인물들의 말과 반복되는 요구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심리적인 압박으로 작용해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특정한 선택을 하도록 몰아가는 상황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만든다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740980" y="177040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작용 요소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001369" y="1770774"/>
            <a:ext cx="5721427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대화와 행동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통해 상황에 개입한다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선택은 즉각적인 결과뿐 아니라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이후 </a:t>
            </a:r>
            <a:r>
              <a:rPr lang="ko-KR" altLang="en-US" sz="1000" b="1" spc="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전개과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선택지 구성에 누적된 영향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미치며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주인공이 주변의 기대에 어떻게 반응해 왔는 지를 드러낸다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98" name="선 97"/>
          <p:cNvCxnSpPr>
            <a:cxnSpLocks/>
          </p:cNvCxnSpPr>
          <p:nvPr/>
        </p:nvCxnSpPr>
        <p:spPr>
          <a:xfrm>
            <a:off x="2807667" y="1665480"/>
            <a:ext cx="0" cy="4210893"/>
          </a:xfrm>
          <a:prstGeom prst="line">
            <a:avLst/>
          </a:prstGeom>
          <a:ln w="25400">
            <a:solidFill>
              <a:srgbClr val="76777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2" name="TextBox 1"/>
          <p:cNvSpPr txBox="1"/>
          <p:nvPr/>
        </p:nvSpPr>
        <p:spPr>
          <a:xfrm>
            <a:off x="9316166" y="0"/>
            <a:ext cx="1457269" cy="115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9" name="TextBox 1"/>
          <p:cNvSpPr txBox="1"/>
          <p:nvPr/>
        </p:nvSpPr>
        <p:spPr>
          <a:xfrm>
            <a:off x="9316166" y="1301432"/>
            <a:ext cx="1965269" cy="668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  <p:sp>
        <p:nvSpPr>
          <p:cNvPr id="2" name="가로 글상자 69">
            <a:extLst>
              <a:ext uri="{FF2B5EF4-FFF2-40B4-BE49-F238E27FC236}">
                <a16:creationId xmlns:a16="http://schemas.microsoft.com/office/drawing/2014/main" id="{DD8A1A92-2DA5-C5F0-AB60-5AAAC0EB3D2C}"/>
              </a:ext>
            </a:extLst>
          </p:cNvPr>
          <p:cNvSpPr txBox="1"/>
          <p:nvPr/>
        </p:nvSpPr>
        <p:spPr>
          <a:xfrm>
            <a:off x="334928" y="385984"/>
            <a:ext cx="2472737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</a:p>
        </p:txBody>
      </p:sp>
      <p:cxnSp>
        <p:nvCxnSpPr>
          <p:cNvPr id="6" name="선 102">
            <a:extLst>
              <a:ext uri="{FF2B5EF4-FFF2-40B4-BE49-F238E27FC236}">
                <a16:creationId xmlns:a16="http://schemas.microsoft.com/office/drawing/2014/main" id="{2963222E-4B15-CE02-907D-DF6A4E13A3A0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45"/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178" b="97822" l="4348" r="97826">
                        <a14:foregroundMark x1="10326" y1="15243" x2="10734" y2="82580"/>
                        <a14:foregroundMark x1="10870" y1="13568" x2="28940" y2="12563"/>
                        <a14:foregroundMark x1="29620" y1="13065" x2="28940" y2="17923"/>
                        <a14:foregroundMark x1="29891" y1="18090" x2="58288" y2="17085"/>
                        <a14:foregroundMark x1="58288" y1="6030" x2="58696" y2="16248"/>
                        <a14:foregroundMark x1="61277" y1="5360" x2="83152" y2="4858"/>
                        <a14:foregroundMark x1="57065" y1="12898" x2="57337" y2="10218"/>
                        <a14:foregroundMark x1="57065" y1="13400" x2="57065" y2="15243"/>
                        <a14:foregroundMark x1="82609" y1="4355" x2="88451" y2="6030"/>
                        <a14:foregroundMark x1="89130" y1="7538" x2="89946" y2="17253"/>
                        <a14:foregroundMark x1="89946" y1="21608" x2="89130" y2="78392"/>
                        <a14:foregroundMark x1="88587" y1="79397" x2="88859" y2="84590"/>
                        <a14:foregroundMark x1="87636" y1="84255" x2="80163" y2="85762"/>
                        <a14:foregroundMark x1="78533" y1="86432" x2="66848" y2="83920"/>
                        <a14:foregroundMark x1="69837" y1="86432" x2="57201" y2="83920"/>
                        <a14:foregroundMark x1="56658" y1="86432" x2="50136" y2="81910"/>
                        <a14:foregroundMark x1="50679" y1="80737" x2="44565" y2="79397"/>
                        <a14:foregroundMark x1="45109" y1="81575" x2="44973" y2="93802"/>
                        <a14:foregroundMark x1="45109" y1="95645" x2="26495" y2="94807"/>
                        <a14:foregroundMark x1="26495" y1="93635" x2="26223" y2="83585"/>
                        <a14:foregroundMark x1="26223" y1="83752" x2="10190" y2="84255"/>
                        <a14:foregroundMark x1="20652" y1="85930" x2="18071" y2="857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1386" y="2640413"/>
            <a:ext cx="525183" cy="425998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KoddiUD 온고딕 Regular" panose="020B0503000000000000"/>
              </a:rPr>
              <a:t>글자 크기</a:t>
            </a:r>
            <a:endParaRPr lang="ko-KR" altLang="en-US">
              <a:latin typeface="충북대70주년체 Regular"/>
              <a:ea typeface="KoddiUD 온고딕 Regular" panose="020B0503000000000000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2600">
                <a:latin typeface="충북대70주년체 Regular"/>
                <a:ea typeface="KoddiUD 온고딕 Regular" panose="020B0503000000000000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400">
                <a:latin typeface="충북대70주년체 Regular"/>
                <a:ea typeface="KoddiUD 온고딕 Regular" panose="020B0503000000000000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KoddiUD 온고딕 Regular" panose="020B0503000000000000"/>
              </a:rPr>
              <a:t>ㄱ </a:t>
            </a:r>
            <a:r>
              <a:rPr lang="en-US" altLang="ko-KR" sz="1100">
                <a:latin typeface="충북대70주년체 Regular"/>
                <a:ea typeface="KoddiUD 온고딕 Regular" panose="020B0503000000000000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2347099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dirty="0">
                <a:latin typeface="충북대70주년체 Regular"/>
                <a:ea typeface="KoddiUD 온고딕 Regular" panose="020B0503000000000000"/>
              </a:rPr>
              <a:t>글꼴</a:t>
            </a:r>
          </a:p>
          <a:p>
            <a:pPr lvl="0">
              <a:defRPr/>
            </a:pPr>
            <a:r>
              <a:rPr lang="en-US" altLang="ko-KR" sz="1900" dirty="0" err="1">
                <a:latin typeface="충북대70주년체 Regular"/>
                <a:ea typeface="KoddiUD 온고딕 Regular" panose="020B0503000000000000"/>
              </a:rPr>
              <a:t>KoddiUD</a:t>
            </a:r>
            <a:r>
              <a:rPr lang="en-US" altLang="ko-KR" sz="1900" dirty="0">
                <a:latin typeface="충북대70주년체 Regular"/>
                <a:ea typeface="KoddiUD 온고딕 Regular" panose="020B0503000000000000"/>
              </a:rPr>
              <a:t> </a:t>
            </a:r>
            <a:r>
              <a:rPr lang="ko-KR" altLang="en-US" sz="1900" dirty="0" err="1">
                <a:latin typeface="충북대70주년체 Regular"/>
                <a:ea typeface="KoddiUD 온고딕 Regular" panose="020B0503000000000000"/>
              </a:rPr>
              <a:t>온고딕</a:t>
            </a:r>
            <a:r>
              <a:rPr lang="en-US" altLang="ko-KR" sz="1900">
                <a:latin typeface="충북대70주년체 Regular"/>
                <a:ea typeface="KoddiUD 온고딕 Regular" panose="020B0503000000000000"/>
              </a:rPr>
              <a:t> Regular</a:t>
            </a:r>
            <a:endParaRPr lang="ko-KR" altLang="en-US" sz="1900" dirty="0">
              <a:latin typeface="충북대70주년체 Regular"/>
              <a:ea typeface="KoddiUD 온고딕 Regular" panose="020B0503000000000000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4364019" y="4734009"/>
            <a:ext cx="663550" cy="540000"/>
            <a:chOff x="5972648" y="3077844"/>
            <a:chExt cx="663550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83" name="TextBox 82"/>
            <p:cNvSpPr txBox="1"/>
            <p:nvPr/>
          </p:nvSpPr>
          <p:spPr>
            <a:xfrm>
              <a:off x="5972648" y="3143397"/>
              <a:ext cx="663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애니</a:t>
              </a:r>
              <a:endParaRPr lang="en-US" altLang="ko-KR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b="1" dirty="0" err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메이션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3" name="타원 102"/>
            <p:cNvSpPr>
              <a:spLocks noChangeAspect="1"/>
            </p:cNvSpPr>
            <p:nvPr/>
          </p:nvSpPr>
          <p:spPr>
            <a:xfrm>
              <a:off x="6037291" y="3077844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2444882" y="1708891"/>
            <a:ext cx="835991" cy="540000"/>
            <a:chOff x="2423699" y="3127945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73" name="TextBox 72"/>
            <p:cNvSpPr txBox="1"/>
            <p:nvPr/>
          </p:nvSpPr>
          <p:spPr>
            <a:xfrm>
              <a:off x="2423699" y="3271038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책임</a:t>
              </a:r>
            </a:p>
          </p:txBody>
        </p:sp>
        <p:sp>
          <p:nvSpPr>
            <p:cNvPr id="112" name="타원 111"/>
            <p:cNvSpPr>
              <a:spLocks noChangeAspect="1"/>
            </p:cNvSpPr>
            <p:nvPr/>
          </p:nvSpPr>
          <p:spPr>
            <a:xfrm>
              <a:off x="2573127" y="312794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1709249" y="1742215"/>
            <a:ext cx="835991" cy="540000"/>
            <a:chOff x="3016278" y="3746595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75" name="TextBox 74"/>
            <p:cNvSpPr txBox="1"/>
            <p:nvPr/>
          </p:nvSpPr>
          <p:spPr>
            <a:xfrm>
              <a:off x="3016278" y="389348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동조</a:t>
              </a:r>
            </a:p>
          </p:txBody>
        </p:sp>
        <p:sp>
          <p:nvSpPr>
            <p:cNvPr id="113" name="타원 112"/>
            <p:cNvSpPr>
              <a:spLocks noChangeAspect="1"/>
            </p:cNvSpPr>
            <p:nvPr/>
          </p:nvSpPr>
          <p:spPr>
            <a:xfrm>
              <a:off x="3163212" y="374659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3775508" y="5301093"/>
            <a:ext cx="835991" cy="540000"/>
            <a:chOff x="4738892" y="5013143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3" name="TextBox 62"/>
            <p:cNvSpPr txBox="1"/>
            <p:nvPr/>
          </p:nvSpPr>
          <p:spPr>
            <a:xfrm>
              <a:off x="4738892" y="5160032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사운드</a:t>
              </a:r>
            </a:p>
          </p:txBody>
        </p:sp>
        <p:sp>
          <p:nvSpPr>
            <p:cNvPr id="114" name="타원 113"/>
            <p:cNvSpPr/>
            <p:nvPr/>
          </p:nvSpPr>
          <p:spPr>
            <a:xfrm>
              <a:off x="4886888" y="5013143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2525749" y="3801702"/>
            <a:ext cx="941436" cy="792000"/>
            <a:chOff x="639049" y="5117246"/>
            <a:chExt cx="941436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45" name="TextBox 44"/>
            <p:cNvSpPr txBox="1"/>
            <p:nvPr/>
          </p:nvSpPr>
          <p:spPr>
            <a:xfrm>
              <a:off x="639049" y="5315385"/>
              <a:ext cx="941436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선택</a:t>
              </a:r>
              <a:endPara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6" name="타원 115"/>
            <p:cNvSpPr>
              <a:spLocks noChangeAspect="1"/>
            </p:cNvSpPr>
            <p:nvPr/>
          </p:nvSpPr>
          <p:spPr>
            <a:xfrm>
              <a:off x="719811" y="5117246"/>
              <a:ext cx="792000" cy="792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2331387" y="3118502"/>
            <a:ext cx="835991" cy="540000"/>
            <a:chOff x="1603467" y="507728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grpSp>
          <p:nvGrpSpPr>
            <p:cNvPr id="8" name="그룹 7"/>
            <p:cNvGrpSpPr/>
            <p:nvPr/>
          </p:nvGrpSpPr>
          <p:grpSpPr>
            <a:xfrm>
              <a:off x="1795693" y="5138403"/>
              <a:ext cx="449810" cy="435930"/>
              <a:chOff x="5092520" y="4314254"/>
              <a:chExt cx="2106880" cy="2041865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24339" t="49728" r="48341" b="193"/>
              <a:stretch/>
            </p:blipFill>
            <p:spPr>
              <a:xfrm>
                <a:off x="5092520" y="4314254"/>
                <a:ext cx="1077461" cy="2041865"/>
              </a:xfrm>
              <a:prstGeom prst="rect">
                <a:avLst/>
              </a:prstGeom>
            </p:spPr>
          </p:pic>
          <p:pic>
            <p:nvPicPr>
              <p:cNvPr id="99" name="그림 98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73231" t="49728" r="27" b="193"/>
              <a:stretch/>
            </p:blipFill>
            <p:spPr>
              <a:xfrm>
                <a:off x="6144745" y="4314254"/>
                <a:ext cx="1054655" cy="2041865"/>
              </a:xfrm>
              <a:prstGeom prst="rect">
                <a:avLst/>
              </a:prstGeom>
            </p:spPr>
          </p:pic>
        </p:grpSp>
        <p:sp>
          <p:nvSpPr>
            <p:cNvPr id="59" name="TextBox 58"/>
            <p:cNvSpPr txBox="1"/>
            <p:nvPr/>
          </p:nvSpPr>
          <p:spPr>
            <a:xfrm>
              <a:off x="1603467" y="522417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NPC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7" name="타원 116"/>
            <p:cNvSpPr>
              <a:spLocks noChangeAspect="1"/>
            </p:cNvSpPr>
            <p:nvPr/>
          </p:nvSpPr>
          <p:spPr>
            <a:xfrm>
              <a:off x="1750598" y="5077284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3030750" y="5258879"/>
            <a:ext cx="835991" cy="540000"/>
            <a:chOff x="4090854" y="4639265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1" name="TextBox 60"/>
            <p:cNvSpPr txBox="1"/>
            <p:nvPr/>
          </p:nvSpPr>
          <p:spPr>
            <a:xfrm>
              <a:off x="4090854" y="4781576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배경</a:t>
              </a:r>
            </a:p>
          </p:txBody>
        </p:sp>
        <p:sp>
          <p:nvSpPr>
            <p:cNvPr id="118" name="타원 117"/>
            <p:cNvSpPr/>
            <p:nvPr/>
          </p:nvSpPr>
          <p:spPr>
            <a:xfrm>
              <a:off x="4239381" y="4639265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7" name="그룹 36"/>
          <p:cNvGrpSpPr/>
          <p:nvPr/>
        </p:nvGrpSpPr>
        <p:grpSpPr>
          <a:xfrm>
            <a:off x="1814511" y="4342289"/>
            <a:ext cx="835991" cy="540000"/>
            <a:chOff x="3094043" y="5468506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7" name="TextBox 66"/>
            <p:cNvSpPr txBox="1"/>
            <p:nvPr/>
          </p:nvSpPr>
          <p:spPr>
            <a:xfrm>
              <a:off x="3094043" y="5620103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</a:t>
              </a:r>
            </a:p>
          </p:txBody>
        </p:sp>
        <p:sp>
          <p:nvSpPr>
            <p:cNvPr id="119" name="타원 118"/>
            <p:cNvSpPr/>
            <p:nvPr/>
          </p:nvSpPr>
          <p:spPr>
            <a:xfrm>
              <a:off x="3241763" y="5468506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1770520" y="3606730"/>
            <a:ext cx="835991" cy="540000"/>
            <a:chOff x="4888602" y="4861789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65" name="TextBox 64"/>
            <p:cNvSpPr txBox="1"/>
            <p:nvPr/>
          </p:nvSpPr>
          <p:spPr>
            <a:xfrm>
              <a:off x="4888602" y="5007579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대화</a:t>
              </a:r>
            </a:p>
          </p:txBody>
        </p:sp>
        <p:sp>
          <p:nvSpPr>
            <p:cNvPr id="120" name="타원 119"/>
            <p:cNvSpPr/>
            <p:nvPr/>
          </p:nvSpPr>
          <p:spPr>
            <a:xfrm>
              <a:off x="5037462" y="4861789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sp>
        <p:nvSpPr>
          <p:cNvPr id="4" name="가로 글상자 69">
            <a:extLst>
              <a:ext uri="{FF2B5EF4-FFF2-40B4-BE49-F238E27FC236}">
                <a16:creationId xmlns:a16="http://schemas.microsoft.com/office/drawing/2014/main" id="{3D3A791E-A7CA-28E4-0A55-FA7AA967C4B5}"/>
              </a:ext>
            </a:extLst>
          </p:cNvPr>
          <p:cNvSpPr txBox="1"/>
          <p:nvPr/>
        </p:nvSpPr>
        <p:spPr>
          <a:xfrm>
            <a:off x="334928" y="385984"/>
            <a:ext cx="3354865" cy="63094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컨텐츠 볼륨 맵</a:t>
            </a:r>
          </a:p>
        </p:txBody>
      </p:sp>
      <p:cxnSp>
        <p:nvCxnSpPr>
          <p:cNvPr id="5" name="선 102">
            <a:extLst>
              <a:ext uri="{FF2B5EF4-FFF2-40B4-BE49-F238E27FC236}">
                <a16:creationId xmlns:a16="http://schemas.microsoft.com/office/drawing/2014/main" id="{CBE2A100-56F5-F617-2A5A-C4C810766680}"/>
              </a:ext>
            </a:extLst>
          </p:cNvPr>
          <p:cNvCxnSpPr>
            <a:cxnSpLocks/>
          </p:cNvCxnSpPr>
          <p:nvPr/>
        </p:nvCxnSpPr>
        <p:spPr>
          <a:xfrm>
            <a:off x="386089" y="1003621"/>
            <a:ext cx="2911556" cy="0"/>
          </a:xfrm>
          <a:prstGeom prst="line">
            <a:avLst/>
          </a:prstGeom>
          <a:ln w="50800">
            <a:solidFill>
              <a:srgbClr val="496F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098D9E-64F4-12D2-8684-D6EA90C35C91}"/>
              </a:ext>
            </a:extLst>
          </p:cNvPr>
          <p:cNvGrpSpPr/>
          <p:nvPr/>
        </p:nvGrpSpPr>
        <p:grpSpPr>
          <a:xfrm>
            <a:off x="5466874" y="3163012"/>
            <a:ext cx="835991" cy="540000"/>
            <a:chOff x="-572119" y="2161512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86" name="그림 85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-274484" y="2206021"/>
              <a:ext cx="229495" cy="450981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  <a:scene3d>
              <a:camera prst="perspectiveFront" fov="5400000"/>
              <a:lightRig rig="threePt" dir="t">
                <a:rot lat="0" lon="0" rev="19200000"/>
              </a:lightRig>
            </a:scene3d>
            <a:sp3d extrusionH="25400">
              <a:bevelT w="304800" h="152400" prst="hardEdge"/>
              <a:extrusionClr>
                <a:srgbClr val="000000"/>
              </a:extrusionClr>
            </a:sp3d>
          </p:spPr>
        </p:pic>
        <p:sp>
          <p:nvSpPr>
            <p:cNvPr id="87" name="타원 86"/>
            <p:cNvSpPr>
              <a:spLocks noChangeAspect="1"/>
            </p:cNvSpPr>
            <p:nvPr/>
          </p:nvSpPr>
          <p:spPr>
            <a:xfrm>
              <a:off x="-424666" y="216151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-572119" y="2309926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몬스터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2047801" y="2427330"/>
            <a:ext cx="835991" cy="540000"/>
            <a:chOff x="1687204" y="313365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11" name="타원 110"/>
            <p:cNvSpPr>
              <a:spLocks noChangeAspect="1"/>
            </p:cNvSpPr>
            <p:nvPr/>
          </p:nvSpPr>
          <p:spPr>
            <a:xfrm>
              <a:off x="1837146" y="313365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6A1E58-3645-ABD7-65A7-EE828E15B927}"/>
                </a:ext>
              </a:extLst>
            </p:cNvPr>
            <p:cNvSpPr txBox="1"/>
            <p:nvPr/>
          </p:nvSpPr>
          <p:spPr>
            <a:xfrm>
              <a:off x="1687204" y="3275361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타인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7890640" y="5497272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4934" y="5942700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119" y="5076561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5F3220DF-42F7-178C-6F4F-8650D7780A27}"/>
              </a:ext>
            </a:extLst>
          </p:cNvPr>
          <p:cNvSpPr>
            <a:spLocks noChangeAspect="1"/>
          </p:cNvSpPr>
          <p:nvPr/>
        </p:nvSpPr>
        <p:spPr>
          <a:xfrm>
            <a:off x="7710640" y="5544564"/>
            <a:ext cx="180000" cy="18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461C705-4548-C42A-E049-FE8CF5509873}"/>
              </a:ext>
            </a:extLst>
          </p:cNvPr>
          <p:cNvSpPr>
            <a:spLocks noChangeAspect="1"/>
          </p:cNvSpPr>
          <p:nvPr/>
        </p:nvSpPr>
        <p:spPr>
          <a:xfrm>
            <a:off x="7710640" y="5971744"/>
            <a:ext cx="180000" cy="18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B7705C0-E6AC-F089-9F23-12D5B313B87E}"/>
              </a:ext>
            </a:extLst>
          </p:cNvPr>
          <p:cNvSpPr/>
          <p:nvPr/>
        </p:nvSpPr>
        <p:spPr>
          <a:xfrm>
            <a:off x="7712496" y="5111995"/>
            <a:ext cx="180000" cy="18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293FE68-7B2A-F738-1EC2-E31084AB17F1}"/>
              </a:ext>
            </a:extLst>
          </p:cNvPr>
          <p:cNvGrpSpPr/>
          <p:nvPr/>
        </p:nvGrpSpPr>
        <p:grpSpPr>
          <a:xfrm>
            <a:off x="5634620" y="3907158"/>
            <a:ext cx="654148" cy="540000"/>
            <a:chOff x="3155701" y="1994181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39" name="타원 38"/>
            <p:cNvSpPr>
              <a:spLocks noChangeAspect="1"/>
            </p:cNvSpPr>
            <p:nvPr/>
          </p:nvSpPr>
          <p:spPr>
            <a:xfrm>
              <a:off x="3212775" y="1994181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256C07-9088-B797-DD80-5144B1E4AA5B}"/>
                </a:ext>
              </a:extLst>
            </p:cNvPr>
            <p:cNvSpPr txBox="1"/>
            <p:nvPr/>
          </p:nvSpPr>
          <p:spPr>
            <a:xfrm>
              <a:off x="3155701" y="2144361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퍼즐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229933" y="2131479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C321C18-83DF-4B49-1473-FD02C423E2A4}"/>
              </a:ext>
            </a:extLst>
          </p:cNvPr>
          <p:cNvGrpSpPr/>
          <p:nvPr/>
        </p:nvGrpSpPr>
        <p:grpSpPr>
          <a:xfrm>
            <a:off x="4660800" y="3504743"/>
            <a:ext cx="932892" cy="792000"/>
            <a:chOff x="2140306" y="1573404"/>
            <a:chExt cx="932892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77" name="타원 76"/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A392294-33B9-D24C-C8E5-DF7D6C450063}"/>
                </a:ext>
              </a:extLst>
            </p:cNvPr>
            <p:cNvSpPr txBox="1"/>
            <p:nvPr/>
          </p:nvSpPr>
          <p:spPr>
            <a:xfrm>
              <a:off x="2140306" y="1780106"/>
              <a:ext cx="932892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장애물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CF9DFB5-FA4C-3611-7D19-236B33F11900}"/>
              </a:ext>
            </a:extLst>
          </p:cNvPr>
          <p:cNvGrpSpPr/>
          <p:nvPr/>
        </p:nvGrpSpPr>
        <p:grpSpPr>
          <a:xfrm>
            <a:off x="3449691" y="4360366"/>
            <a:ext cx="835991" cy="792000"/>
            <a:chOff x="2188756" y="1573404"/>
            <a:chExt cx="835991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5FAABA3B-15B5-FECC-BAD9-5307F1E737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E47222A-4C97-EFB3-C62D-D55A051DE3B1}"/>
                </a:ext>
              </a:extLst>
            </p:cNvPr>
            <p:cNvSpPr txBox="1"/>
            <p:nvPr/>
          </p:nvSpPr>
          <p:spPr>
            <a:xfrm>
              <a:off x="2188756" y="1781770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연출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B0BC1F17-94B8-801C-5866-6EF4405814DF}"/>
              </a:ext>
            </a:extLst>
          </p:cNvPr>
          <p:cNvGrpSpPr/>
          <p:nvPr/>
        </p:nvGrpSpPr>
        <p:grpSpPr>
          <a:xfrm>
            <a:off x="4167564" y="2248492"/>
            <a:ext cx="835991" cy="792000"/>
            <a:chOff x="2188756" y="1573404"/>
            <a:chExt cx="835991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96E2A81D-67E1-9AC5-DA67-DFF93FDEF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F59877E-8813-9093-FA89-FCE7C9B19E77}"/>
                </a:ext>
              </a:extLst>
            </p:cNvPr>
            <p:cNvSpPr txBox="1"/>
            <p:nvPr/>
          </p:nvSpPr>
          <p:spPr>
            <a:xfrm>
              <a:off x="2188756" y="1845071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탐색</a:t>
              </a:r>
            </a:p>
          </p:txBody>
        </p: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2AC7E1FC-2268-93F7-B643-2C8B2EDBEBDA}"/>
              </a:ext>
            </a:extLst>
          </p:cNvPr>
          <p:cNvSpPr>
            <a:spLocks noChangeAspect="1"/>
          </p:cNvSpPr>
          <p:nvPr/>
        </p:nvSpPr>
        <p:spPr>
          <a:xfrm>
            <a:off x="5146569" y="2567370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  <a:reflection blurRad="6350" stA="52000" endA="300" endPos="350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0C0A5BD-D0EC-AAD3-732C-B6D42E62756D}"/>
              </a:ext>
            </a:extLst>
          </p:cNvPr>
          <p:cNvSpPr txBox="1"/>
          <p:nvPr/>
        </p:nvSpPr>
        <p:spPr>
          <a:xfrm>
            <a:off x="5089495" y="2717550"/>
            <a:ext cx="654148" cy="246221"/>
          </a:xfrm>
          <a:prstGeom prst="rect">
            <a:avLst/>
          </a:prstGeom>
          <a:noFill/>
          <a:ln>
            <a:noFill/>
          </a:ln>
          <a:effectLst>
            <a:reflection blurRad="6350" stA="52000" endA="300" endPos="35000" dir="5400000" sy="-100000" algn="bl" rotWithShape="0"/>
          </a:effectLst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</a:t>
            </a:r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2A03A898-55D9-84C1-B330-FAAF9E76FBC7}"/>
              </a:ext>
            </a:extLst>
          </p:cNvPr>
          <p:cNvGrpSpPr/>
          <p:nvPr/>
        </p:nvGrpSpPr>
        <p:grpSpPr>
          <a:xfrm>
            <a:off x="4252454" y="1525140"/>
            <a:ext cx="654148" cy="540000"/>
            <a:chOff x="6258258" y="1738987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106" name="그림 105"/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3346" b="100000" l="0" r="96414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399316" y="1805924"/>
              <a:ext cx="378952" cy="406127"/>
            </a:xfrm>
            <a:prstGeom prst="rect">
              <a:avLst/>
            </a:prstGeom>
          </p:spPr>
        </p:pic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635F9D30-2AA2-ED29-DAB2-68FE07CCBB59}"/>
                </a:ext>
              </a:extLst>
            </p:cNvPr>
            <p:cNvGrpSpPr/>
            <p:nvPr/>
          </p:nvGrpSpPr>
          <p:grpSpPr>
            <a:xfrm>
              <a:off x="6258258" y="1738987"/>
              <a:ext cx="654148" cy="540000"/>
              <a:chOff x="3155701" y="1994181"/>
              <a:chExt cx="654148" cy="540000"/>
            </a:xfrm>
          </p:grpSpPr>
          <p:sp>
            <p:nvSpPr>
              <p:cNvPr id="125" name="타원 124">
                <a:extLst>
                  <a:ext uri="{FF2B5EF4-FFF2-40B4-BE49-F238E27FC236}">
                    <a16:creationId xmlns:a16="http://schemas.microsoft.com/office/drawing/2014/main" id="{A04B6891-FB5D-8FD9-8827-CDB170C37D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F06CCEA-0D8D-F4E7-58C6-19E811B74749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상점</a:t>
                </a:r>
              </a:p>
            </p:txBody>
          </p:sp>
        </p:grpSp>
      </p:grpSp>
      <p:grpSp>
        <p:nvGrpSpPr>
          <p:cNvPr id="6" name="그룹 5"/>
          <p:cNvGrpSpPr/>
          <p:nvPr/>
        </p:nvGrpSpPr>
        <p:grpSpPr>
          <a:xfrm>
            <a:off x="4939543" y="1840366"/>
            <a:ext cx="654148" cy="540000"/>
            <a:chOff x="6490985" y="2272982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107" name="그림 106"/>
            <p:cNvPicPr>
              <a:picLocks noChangeAspect="1"/>
            </p:cNvPicPr>
            <p:nvPr/>
          </p:nvPicPr>
          <p:blipFill>
            <a:blip r:embed="rId11"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957" b="100000" l="714" r="100000"/>
                      </a14:imgEffect>
                      <a14:imgEffect>
                        <a14:colorTemperature colorTemp="7700"/>
                      </a14:imgEffect>
                      <a14:imgEffect>
                        <a14:brightnessContrast contrast="8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668557" y="2380952"/>
              <a:ext cx="292343" cy="290952"/>
            </a:xfrm>
            <a:prstGeom prst="rect">
              <a:avLst/>
            </a:prstGeom>
          </p:spPr>
        </p:pic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339C604F-BDF1-F318-C22C-4C7DFD5495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48059" y="227298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A1A5F6A-E58A-294F-BD12-C8B6B12A024C}"/>
                </a:ext>
              </a:extLst>
            </p:cNvPr>
            <p:cNvSpPr txBox="1"/>
            <p:nvPr/>
          </p:nvSpPr>
          <p:spPr>
            <a:xfrm>
              <a:off x="6490985" y="2423162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조사</a:t>
              </a:r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3467184" y="3077770"/>
            <a:ext cx="1080000" cy="1080000"/>
            <a:chOff x="2884352" y="3469691"/>
            <a:chExt cx="1080000" cy="108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95" name="그림 94">
              <a:extLst>
                <a:ext uri="{FF2B5EF4-FFF2-40B4-BE49-F238E27FC236}">
                  <a16:creationId xmlns:a16="http://schemas.microsoft.com/office/drawing/2014/main" id="{B98B4BE3-7DA2-92D9-82A6-DFEE6FC24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backgroundRemoval t="3457" b="96296" l="9735" r="89381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120731" y="3469691"/>
              <a:ext cx="602667" cy="1080000"/>
            </a:xfrm>
            <a:prstGeom prst="rect">
              <a:avLst/>
            </a:prstGeom>
            <a:ln>
              <a:noFill/>
            </a:ln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B8E053-7A4D-DA2F-4810-EB8EA3C4D7BE}"/>
                </a:ext>
              </a:extLst>
            </p:cNvPr>
            <p:cNvSpPr txBox="1"/>
            <p:nvPr/>
          </p:nvSpPr>
          <p:spPr>
            <a:xfrm>
              <a:off x="2931862" y="3817330"/>
              <a:ext cx="980406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주인공</a:t>
              </a: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46AE60-DC8A-03AC-FEFD-856EE6F746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4352" y="3469691"/>
              <a:ext cx="1080000" cy="108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4869800" y="1118025"/>
            <a:ext cx="654148" cy="540000"/>
            <a:chOff x="7495047" y="3273800"/>
            <a:chExt cx="654148" cy="540000"/>
          </a:xfrm>
          <a:effectLst>
            <a:reflection blurRad="6350" stA="52000" endA="300" endPos="35000" dir="5400000" sy="-100000" algn="bl" rotWithShape="0"/>
          </a:effectLst>
        </p:grpSpPr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15" cstate="print"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ackgroundRemoval t="8016" b="89946" l="9375" r="89946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88268" y="3304630"/>
              <a:ext cx="500292" cy="500292"/>
            </a:xfrm>
            <a:prstGeom prst="rect">
              <a:avLst/>
            </a:prstGeom>
          </p:spPr>
        </p:pic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1293FE68-7B2A-F738-1EC2-E31084AB17F1}"/>
                </a:ext>
              </a:extLst>
            </p:cNvPr>
            <p:cNvGrpSpPr/>
            <p:nvPr/>
          </p:nvGrpSpPr>
          <p:grpSpPr>
            <a:xfrm>
              <a:off x="7495047" y="3273800"/>
              <a:ext cx="654148" cy="540000"/>
              <a:chOff x="3155701" y="1994181"/>
              <a:chExt cx="654148" cy="540000"/>
            </a:xfrm>
          </p:grpSpPr>
          <p:sp>
            <p:nvSpPr>
              <p:cNvPr id="104" name="타원 103"/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9256C07-9088-B797-DD80-5144B1E4AA5B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가방</a:t>
                </a:r>
              </a:p>
            </p:txBody>
          </p:sp>
        </p:grpSp>
      </p:grpSp>
      <p:grpSp>
        <p:nvGrpSpPr>
          <p:cNvPr id="31" name="그룹 30"/>
          <p:cNvGrpSpPr/>
          <p:nvPr/>
        </p:nvGrpSpPr>
        <p:grpSpPr>
          <a:xfrm>
            <a:off x="2894790" y="2316199"/>
            <a:ext cx="835991" cy="792000"/>
            <a:chOff x="3696892" y="1979409"/>
            <a:chExt cx="835991" cy="792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31" name="TextBox 130"/>
            <p:cNvSpPr txBox="1"/>
            <p:nvPr/>
          </p:nvSpPr>
          <p:spPr>
            <a:xfrm>
              <a:off x="3696892" y="2192305"/>
              <a:ext cx="83599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시점</a:t>
              </a:r>
            </a:p>
          </p:txBody>
        </p:sp>
        <p:sp>
          <p:nvSpPr>
            <p:cNvPr id="132" name="타원 131"/>
            <p:cNvSpPr>
              <a:spLocks noChangeAspect="1"/>
            </p:cNvSpPr>
            <p:nvPr/>
          </p:nvSpPr>
          <p:spPr>
            <a:xfrm>
              <a:off x="3718888" y="1979409"/>
              <a:ext cx="792000" cy="792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6198404" y="3066411"/>
            <a:ext cx="835991" cy="540000"/>
            <a:chOff x="5756900" y="311086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05" name="타원 104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챌린지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4123469" y="782920"/>
            <a:ext cx="835991" cy="540000"/>
            <a:chOff x="5756900" y="3110864"/>
            <a:chExt cx="835991" cy="540000"/>
          </a:xfrm>
          <a:effectLst>
            <a:reflection blurRad="6350" stA="52000" endA="300" endPos="35000" dir="5400000" sy="-100000" algn="bl" rotWithShape="0"/>
          </a:effectLst>
        </p:grpSpPr>
        <p:sp>
          <p:nvSpPr>
            <p:cNvPr id="121" name="타원 120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스킨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1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</p:spTree>
    <p:extLst>
      <p:ext uri="{BB962C8B-B14F-4D97-AF65-F5344CB8AC3E}">
        <p14:creationId xmlns:p14="http://schemas.microsoft.com/office/powerpoint/2010/main" val="113277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66778-97F9-94F7-11BB-BAE9E94D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583F5E7-9C89-85D3-5868-C40AF39C8D5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80000"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  <a14:imgEffect>
                      <a14:brightnessContrast bright="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D65C64AF-F9BA-5F55-E8CC-F813D0EB85B9}"/>
              </a:ext>
            </a:extLst>
          </p:cNvPr>
          <p:cNvSpPr/>
          <p:nvPr/>
        </p:nvSpPr>
        <p:spPr>
          <a:xfrm>
            <a:off x="-5734" y="6091282"/>
            <a:ext cx="9149734" cy="766717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E243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9DA2764-1EB5-A102-1A0F-02DE3CF3B669}"/>
              </a:ext>
            </a:extLst>
          </p:cNvPr>
          <p:cNvSpPr/>
          <p:nvPr/>
        </p:nvSpPr>
        <p:spPr>
          <a:xfrm>
            <a:off x="3791" y="0"/>
            <a:ext cx="9149734" cy="766717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1151D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1CDAE01-9EC1-0DB7-891A-0274FA70CBA0}"/>
              </a:ext>
            </a:extLst>
          </p:cNvPr>
          <p:cNvSpPr txBox="1"/>
          <p:nvPr/>
        </p:nvSpPr>
        <p:spPr>
          <a:xfrm>
            <a:off x="61911" y="67048"/>
            <a:ext cx="397668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인물 관계도</a:t>
            </a:r>
          </a:p>
        </p:txBody>
      </p:sp>
      <p:pic>
        <p:nvPicPr>
          <p:cNvPr id="127" name="그림 126">
            <a:extLst>
              <a:ext uri="{FF2B5EF4-FFF2-40B4-BE49-F238E27FC236}">
                <a16:creationId xmlns:a16="http://schemas.microsoft.com/office/drawing/2014/main" id="{A99EFA23-511B-4B7D-522D-C3B094E59AE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rcRect b="28802"/>
          <a:stretch/>
        </p:blipFill>
        <p:spPr>
          <a:xfrm>
            <a:off x="4096587" y="3315921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0" name="그림 129">
            <a:extLst>
              <a:ext uri="{FF2B5EF4-FFF2-40B4-BE49-F238E27FC236}">
                <a16:creationId xmlns:a16="http://schemas.microsoft.com/office/drawing/2014/main" id="{E87131B3-D532-A234-44D8-4AB619B626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133" t="-6358" r="10491" b="6358"/>
          <a:stretch>
            <a:fillRect/>
          </a:stretch>
        </p:blipFill>
        <p:spPr>
          <a:xfrm>
            <a:off x="4096587" y="4813503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1" name="그림 130">
            <a:extLst>
              <a:ext uri="{FF2B5EF4-FFF2-40B4-BE49-F238E27FC236}">
                <a16:creationId xmlns:a16="http://schemas.microsoft.com/office/drawing/2014/main" id="{9023B027-06D6-DFEE-F91A-B1E7201E565D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934922" y="4762072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2" name="그림 131">
            <a:extLst>
              <a:ext uri="{FF2B5EF4-FFF2-40B4-BE49-F238E27FC236}">
                <a16:creationId xmlns:a16="http://schemas.microsoft.com/office/drawing/2014/main" id="{71B893E2-0FBD-1332-FC0E-89345D808859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812" t="-6382" r="10812" b="6382"/>
          <a:stretch>
            <a:fillRect/>
          </a:stretch>
        </p:blipFill>
        <p:spPr>
          <a:xfrm>
            <a:off x="4096585" y="1886366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3" name="그림 132">
            <a:extLst>
              <a:ext uri="{FF2B5EF4-FFF2-40B4-BE49-F238E27FC236}">
                <a16:creationId xmlns:a16="http://schemas.microsoft.com/office/drawing/2014/main" id="{1B8F74F7-EE82-73A4-77CE-B3B1DCDC14A3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6050" b="20990"/>
          <a:stretch>
            <a:fillRect/>
          </a:stretch>
        </p:blipFill>
        <p:spPr>
          <a:xfrm>
            <a:off x="932057" y="1887233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F357AFC4-583E-1D73-2B04-A8B11EDA3C5C}"/>
              </a:ext>
            </a:extLst>
          </p:cNvPr>
          <p:cNvSpPr txBox="1"/>
          <p:nvPr/>
        </p:nvSpPr>
        <p:spPr>
          <a:xfrm>
            <a:off x="3818591" y="1021976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</a:t>
            </a:r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25BF8B9D-5018-3A25-927D-8F8A8BBF2987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ECA0B0BD-B298-E699-FEB0-BAF3ED1FA66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DB931665-7308-9F29-B2B2-22CFC3EDD05B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7B7E5A61-E649-28EE-B592-B626719613E0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EA0FB3DC-179D-B5B1-AA1B-C827ACB02284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92529474-728A-3067-2D11-5811896B2101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0062990C-FE9C-8CC9-3DEF-4BE5463BF719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AF539912-E770-B70B-6C15-23D943DB2EAF}"/>
              </a:ext>
            </a:extLst>
          </p:cNvPr>
          <p:cNvSpPr txBox="1"/>
          <p:nvPr/>
        </p:nvSpPr>
        <p:spPr>
          <a:xfrm>
            <a:off x="657598" y="1021976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BF0FAEE-CB18-6416-2206-E70D02520E95}"/>
              </a:ext>
            </a:extLst>
          </p:cNvPr>
          <p:cNvSpPr txBox="1"/>
          <p:nvPr/>
        </p:nvSpPr>
        <p:spPr>
          <a:xfrm>
            <a:off x="6570195" y="1021976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51" name="그림 150">
            <a:extLst>
              <a:ext uri="{FF2B5EF4-FFF2-40B4-BE49-F238E27FC236}">
                <a16:creationId xmlns:a16="http://schemas.microsoft.com/office/drawing/2014/main" id="{DFA109AF-73ED-CAB0-A339-EE39F989A944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3819262" y="2596322"/>
            <a:ext cx="1264588" cy="401994"/>
          </a:xfrm>
          <a:prstGeom prst="rect">
            <a:avLst/>
          </a:prstGeom>
        </p:spPr>
      </p:pic>
      <p:pic>
        <p:nvPicPr>
          <p:cNvPr id="152" name="그림 151">
            <a:extLst>
              <a:ext uri="{FF2B5EF4-FFF2-40B4-BE49-F238E27FC236}">
                <a16:creationId xmlns:a16="http://schemas.microsoft.com/office/drawing/2014/main" id="{A6FDE98E-36C0-9190-25F4-83084CA1A6A4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57598" y="2600013"/>
            <a:ext cx="1264588" cy="401994"/>
          </a:xfrm>
          <a:prstGeom prst="rect">
            <a:avLst/>
          </a:prstGeom>
        </p:spPr>
      </p:pic>
      <p:pic>
        <p:nvPicPr>
          <p:cNvPr id="153" name="그림 152">
            <a:extLst>
              <a:ext uri="{FF2B5EF4-FFF2-40B4-BE49-F238E27FC236}">
                <a16:creationId xmlns:a16="http://schemas.microsoft.com/office/drawing/2014/main" id="{73186442-37C8-15E2-B665-0A9058F4A0AF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3819262" y="4028039"/>
            <a:ext cx="1264588" cy="401994"/>
          </a:xfrm>
          <a:prstGeom prst="rect">
            <a:avLst/>
          </a:prstGeom>
        </p:spPr>
      </p:pic>
      <p:pic>
        <p:nvPicPr>
          <p:cNvPr id="154" name="그림 153">
            <a:extLst>
              <a:ext uri="{FF2B5EF4-FFF2-40B4-BE49-F238E27FC236}">
                <a16:creationId xmlns:a16="http://schemas.microsoft.com/office/drawing/2014/main" id="{05D1C81F-D101-FA3B-8D4B-64921602CC7D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3822128" y="5525620"/>
            <a:ext cx="1264588" cy="401994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9BC572F6-776B-544A-9BFC-EB0F52C9D9CA}"/>
              </a:ext>
            </a:extLst>
          </p:cNvPr>
          <p:cNvSpPr txBox="1"/>
          <p:nvPr/>
        </p:nvSpPr>
        <p:spPr>
          <a:xfrm>
            <a:off x="880503" y="2667381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윤선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98E6BE4-396E-6C7D-C392-254DC9F3A220}"/>
              </a:ext>
            </a:extLst>
          </p:cNvPr>
          <p:cNvSpPr txBox="1"/>
          <p:nvPr/>
        </p:nvSpPr>
        <p:spPr>
          <a:xfrm>
            <a:off x="4051692" y="4098230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차한혜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6217BF74-C59C-F842-5CC0-D20BD70C7841}"/>
              </a:ext>
            </a:extLst>
          </p:cNvPr>
          <p:cNvSpPr txBox="1"/>
          <p:nvPr/>
        </p:nvSpPr>
        <p:spPr>
          <a:xfrm>
            <a:off x="4051692" y="2676367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서도이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874301DE-1522-1F79-14B3-C1E991A7A48F}"/>
              </a:ext>
            </a:extLst>
          </p:cNvPr>
          <p:cNvSpPr txBox="1"/>
          <p:nvPr/>
        </p:nvSpPr>
        <p:spPr>
          <a:xfrm>
            <a:off x="4045033" y="5605042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기대한</a:t>
            </a:r>
          </a:p>
        </p:txBody>
      </p:sp>
      <p:pic>
        <p:nvPicPr>
          <p:cNvPr id="161" name="그림 160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6822723" y="1887233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8" name="그림 167">
            <a:extLst>
              <a:ext uri="{FF2B5EF4-FFF2-40B4-BE49-F238E27FC236}">
                <a16:creationId xmlns:a16="http://schemas.microsoft.com/office/drawing/2014/main" id="{628BBA81-F2DA-BD56-818D-E3A6643A08E4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ackgroundRemoval t="49533" b="100000" l="23430" r="100000">
                        <a14:foregroundMark x1="34783" y1="55374" x2="36473" y2="93224"/>
                        <a14:foregroundMark x1="32609" y1="56075" x2="31401" y2="80374"/>
                        <a14:foregroundMark x1="35749" y1="55607" x2="42995" y2="57009"/>
                        <a14:foregroundMark x1="42995" y1="60981" x2="42995" y2="78738"/>
                        <a14:foregroundMark x1="32850" y1="91822" x2="38164" y2="92991"/>
                        <a14:foregroundMark x1="29952" y1="74766" x2="33816" y2="73364"/>
                        <a14:foregroundMark x1="41304" y1="84579" x2="41063" y2="87150"/>
                        <a14:foregroundMark x1="29710" y1="92056" x2="43961" y2="92523"/>
                        <a14:foregroundMark x1="26570" y1="92991" x2="33816" y2="89019"/>
                        <a14:foregroundMark x1="28019" y1="92991" x2="35990" y2="96963"/>
                        <a14:foregroundMark x1="37198" y1="96963" x2="46377" y2="92523"/>
                        <a14:foregroundMark x1="46618" y1="92757" x2="48068" y2="92757"/>
                        <a14:foregroundMark x1="80918" y1="85047" x2="82126" y2="93925"/>
                        <a14:foregroundMark x1="77778" y1="92757" x2="81159" y2="91121"/>
                        <a14:foregroundMark x1="76087" y1="92290" x2="86232" y2="97196"/>
                        <a14:foregroundMark x1="95411" y1="92523" x2="89130" y2="95093"/>
                        <a14:foregroundMark x1="93961" y1="91121" x2="96618" y2="92523"/>
                        <a14:foregroundMark x1="96377" y1="93224" x2="98551" y2="92523"/>
                        <a14:backgroundMark x1="90097" y1="98598" x2="97585" y2="95794"/>
                        <a14:backgroundMark x1="97826" y1="83645" x2="98068" y2="89252"/>
                      </a14:backgroundRemoval>
                    </a14:imgEffect>
                  </a14:imgLayer>
                </a14:imgProps>
              </a:ext>
            </a:extLst>
          </a:blip>
          <a:srcRect l="24339" t="49728" r="48341" b="193"/>
          <a:stretch/>
        </p:blipFill>
        <p:spPr>
          <a:xfrm>
            <a:off x="1011743" y="4732803"/>
            <a:ext cx="566039" cy="1072686"/>
          </a:xfrm>
          <a:prstGeom prst="rect">
            <a:avLst/>
          </a:prstGeom>
        </p:spPr>
      </p:pic>
      <p:pic>
        <p:nvPicPr>
          <p:cNvPr id="155" name="그림 154">
            <a:extLst>
              <a:ext uri="{FF2B5EF4-FFF2-40B4-BE49-F238E27FC236}">
                <a16:creationId xmlns:a16="http://schemas.microsoft.com/office/drawing/2014/main" id="{AA41BA42-80F4-6707-9514-EBBA5A3536CB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57598" y="5481878"/>
            <a:ext cx="1264588" cy="401994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EE601906-3CCE-C7F3-7B12-EF96E4394E14}"/>
              </a:ext>
            </a:extLst>
          </p:cNvPr>
          <p:cNvSpPr txBox="1"/>
          <p:nvPr/>
        </p:nvSpPr>
        <p:spPr>
          <a:xfrm>
            <a:off x="880503" y="5564077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박성과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72" name="그림 171">
            <a:extLst>
              <a:ext uri="{FF2B5EF4-FFF2-40B4-BE49-F238E27FC236}">
                <a16:creationId xmlns:a16="http://schemas.microsoft.com/office/drawing/2014/main" id="{3E188FD9-2550-6A35-AB32-E0103E61AFC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74162" y="1962135"/>
            <a:ext cx="414810" cy="815146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2" name="그림 161">
            <a:extLst>
              <a:ext uri="{FF2B5EF4-FFF2-40B4-BE49-F238E27FC236}">
                <a16:creationId xmlns:a16="http://schemas.microsoft.com/office/drawing/2014/main" id="{0401A44F-2588-612A-BAC0-750EB40B2C0C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545399" y="2607039"/>
            <a:ext cx="1264588" cy="401994"/>
          </a:xfrm>
          <a:prstGeom prst="rect">
            <a:avLst/>
          </a:prstGeom>
        </p:spPr>
      </p:pic>
      <p:sp>
        <p:nvSpPr>
          <p:cNvPr id="163" name="TextBox 162">
            <a:extLst>
              <a:ext uri="{FF2B5EF4-FFF2-40B4-BE49-F238E27FC236}">
                <a16:creationId xmlns:a16="http://schemas.microsoft.com/office/drawing/2014/main" id="{928BD98D-B373-9387-96CD-94A98AE2DBA6}"/>
              </a:ext>
            </a:extLst>
          </p:cNvPr>
          <p:cNvSpPr txBox="1"/>
          <p:nvPr/>
        </p:nvSpPr>
        <p:spPr>
          <a:xfrm>
            <a:off x="6718520" y="2689238"/>
            <a:ext cx="918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일반 </a:t>
            </a:r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19FC36B-0278-6242-2370-6B4DF0579061}"/>
              </a:ext>
            </a:extLst>
          </p:cNvPr>
          <p:cNvCxnSpPr>
            <a:cxnSpLocks/>
          </p:cNvCxnSpPr>
          <p:nvPr/>
        </p:nvCxnSpPr>
        <p:spPr>
          <a:xfrm>
            <a:off x="1832547" y="2366258"/>
            <a:ext cx="2072703" cy="1436701"/>
          </a:xfrm>
          <a:prstGeom prst="straightConnector1">
            <a:avLst/>
          </a:prstGeom>
          <a:ln w="25400">
            <a:solidFill>
              <a:srgbClr val="496F7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93219A7D-B63B-4EDC-BCD0-D823F55929E0}"/>
              </a:ext>
            </a:extLst>
          </p:cNvPr>
          <p:cNvCxnSpPr>
            <a:cxnSpLocks/>
            <a:endCxn id="153" idx="2"/>
          </p:cNvCxnSpPr>
          <p:nvPr/>
        </p:nvCxnSpPr>
        <p:spPr>
          <a:xfrm flipV="1">
            <a:off x="4451556" y="4430033"/>
            <a:ext cx="0" cy="272289"/>
          </a:xfrm>
          <a:prstGeom prst="straightConnector1">
            <a:avLst/>
          </a:prstGeom>
          <a:ln w="25400">
            <a:solidFill>
              <a:srgbClr val="496F7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16C4BD4F-8F77-BC04-E43D-1CA4BE906CDE}"/>
              </a:ext>
            </a:extLst>
          </p:cNvPr>
          <p:cNvCxnSpPr>
            <a:cxnSpLocks/>
          </p:cNvCxnSpPr>
          <p:nvPr/>
        </p:nvCxnSpPr>
        <p:spPr>
          <a:xfrm flipV="1">
            <a:off x="1820849" y="4000225"/>
            <a:ext cx="2084401" cy="1239520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43F7614A-6568-D409-0076-EAEC9F424C45}"/>
              </a:ext>
            </a:extLst>
          </p:cNvPr>
          <p:cNvCxnSpPr>
            <a:cxnSpLocks/>
            <a:stCxn id="151" idx="2"/>
          </p:cNvCxnSpPr>
          <p:nvPr/>
        </p:nvCxnSpPr>
        <p:spPr>
          <a:xfrm>
            <a:off x="4451556" y="2998316"/>
            <a:ext cx="0" cy="267386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90CCF5BF-0A47-8FCF-5ED0-49A101B39411}"/>
              </a:ext>
            </a:extLst>
          </p:cNvPr>
          <p:cNvCxnSpPr>
            <a:cxnSpLocks/>
          </p:cNvCxnSpPr>
          <p:nvPr/>
        </p:nvCxnSpPr>
        <p:spPr>
          <a:xfrm flipH="1">
            <a:off x="4974672" y="2318218"/>
            <a:ext cx="1697591" cy="1435144"/>
          </a:xfrm>
          <a:prstGeom prst="straightConnector1">
            <a:avLst/>
          </a:prstGeom>
          <a:ln w="25400">
            <a:solidFill>
              <a:srgbClr val="EB65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그림 191">
            <a:extLst>
              <a:ext uri="{FF2B5EF4-FFF2-40B4-BE49-F238E27FC236}">
                <a16:creationId xmlns:a16="http://schemas.microsoft.com/office/drawing/2014/main" id="{9EED9DAD-37A5-60CC-1840-D8DF6AA5C68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6843827" y="3320484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3" name="그림 192">
            <a:extLst>
              <a:ext uri="{FF2B5EF4-FFF2-40B4-BE49-F238E27FC236}">
                <a16:creationId xmlns:a16="http://schemas.microsoft.com/office/drawing/2014/main" id="{0D748E21-C505-1D35-E8F7-8C61BD2EBE8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95266" y="3395386"/>
            <a:ext cx="414810" cy="815146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94" name="그림 193">
            <a:extLst>
              <a:ext uri="{FF2B5EF4-FFF2-40B4-BE49-F238E27FC236}">
                <a16:creationId xmlns:a16="http://schemas.microsoft.com/office/drawing/2014/main" id="{1E96EB3F-EF3F-C57F-B341-3267D20EAF43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566503" y="4040290"/>
            <a:ext cx="1264588" cy="401994"/>
          </a:xfrm>
          <a:prstGeom prst="rect">
            <a:avLst/>
          </a:prstGeom>
        </p:spPr>
      </p:pic>
      <p:sp>
        <p:nvSpPr>
          <p:cNvPr id="195" name="TextBox 194">
            <a:extLst>
              <a:ext uri="{FF2B5EF4-FFF2-40B4-BE49-F238E27FC236}">
                <a16:creationId xmlns:a16="http://schemas.microsoft.com/office/drawing/2014/main" id="{65B5B11D-F2A0-8778-6911-0C5A41405928}"/>
              </a:ext>
            </a:extLst>
          </p:cNvPr>
          <p:cNvSpPr txBox="1"/>
          <p:nvPr/>
        </p:nvSpPr>
        <p:spPr>
          <a:xfrm>
            <a:off x="6739624" y="4122489"/>
            <a:ext cx="918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고착 </a:t>
            </a:r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96" name="그림 195">
            <a:extLst>
              <a:ext uri="{FF2B5EF4-FFF2-40B4-BE49-F238E27FC236}">
                <a16:creationId xmlns:a16="http://schemas.microsoft.com/office/drawing/2014/main" id="{8548D212-2DFF-0876-41D0-6156EE51AD2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6848720" y="4759301"/>
            <a:ext cx="715671" cy="913114"/>
          </a:xfrm>
          <a:prstGeom prst="snip2DiagRect">
            <a:avLst/>
          </a:prstGeom>
          <a:solidFill>
            <a:srgbClr val="B6BFC6"/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7" name="그림 196">
            <a:extLst>
              <a:ext uri="{FF2B5EF4-FFF2-40B4-BE49-F238E27FC236}">
                <a16:creationId xmlns:a16="http://schemas.microsoft.com/office/drawing/2014/main" id="{76B6CD44-7AA4-A809-7BD2-772F4C87BEF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159" y="4834203"/>
            <a:ext cx="414810" cy="815146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98" name="그림 197">
            <a:extLst>
              <a:ext uri="{FF2B5EF4-FFF2-40B4-BE49-F238E27FC236}">
                <a16:creationId xmlns:a16="http://schemas.microsoft.com/office/drawing/2014/main" id="{F197C0CB-13D2-F179-5350-0AF43059B1DD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10000" r="90000">
                        <a14:foregroundMark x1="41563" y1="33900" x2="58082" y2="33700"/>
                        <a14:foregroundMark x1="58082" y1="33700" x2="64476" y2="34200"/>
                        <a14:foregroundMark x1="39432" y1="32400" x2="52398" y2="32700"/>
                        <a14:foregroundMark x1="52398" y1="32700" x2="65187" y2="32600"/>
                        <a14:foregroundMark x1="65187" y1="32600" x2="65364" y2="32600"/>
                        <a14:foregroundMark x1="65542" y1="34400" x2="69449" y2="34600"/>
                      </a14:backgroundRemoval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4848" t="31128" r="29606" b="63835"/>
          <a:stretch>
            <a:fillRect/>
          </a:stretch>
        </p:blipFill>
        <p:spPr>
          <a:xfrm>
            <a:off x="6571396" y="5479107"/>
            <a:ext cx="1264588" cy="401994"/>
          </a:xfrm>
          <a:prstGeom prst="rect">
            <a:avLst/>
          </a:prstGeom>
        </p:spPr>
      </p:pic>
      <p:sp>
        <p:nvSpPr>
          <p:cNvPr id="199" name="TextBox 198">
            <a:extLst>
              <a:ext uri="{FF2B5EF4-FFF2-40B4-BE49-F238E27FC236}">
                <a16:creationId xmlns:a16="http://schemas.microsoft.com/office/drawing/2014/main" id="{5846928E-BEBA-B5F1-C634-8A493CFD18B2}"/>
              </a:ext>
            </a:extLst>
          </p:cNvPr>
          <p:cNvSpPr txBox="1"/>
          <p:nvPr/>
        </p:nvSpPr>
        <p:spPr>
          <a:xfrm>
            <a:off x="6744517" y="5561306"/>
            <a:ext cx="9183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적응체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201" name="그림 200">
            <a:extLst>
              <a:ext uri="{FF2B5EF4-FFF2-40B4-BE49-F238E27FC236}">
                <a16:creationId xmlns:a16="http://schemas.microsoft.com/office/drawing/2014/main" id="{A555DC6F-F28C-BDDC-2689-B3F90E27F45B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2062" y="697990"/>
            <a:ext cx="2864502" cy="286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18606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t="2438" b="1"/>
          <a:stretch/>
        </p:blipFill>
        <p:spPr>
          <a:xfrm>
            <a:off x="0" y="-1557"/>
            <a:ext cx="9144000" cy="6859557"/>
          </a:xfrm>
          <a:prstGeom prst="rect">
            <a:avLst/>
          </a:prstGeom>
        </p:spPr>
      </p:pic>
      <p:grpSp>
        <p:nvGrpSpPr>
          <p:cNvPr id="10" name="그룹 9"/>
          <p:cNvGrpSpPr/>
          <p:nvPr/>
        </p:nvGrpSpPr>
        <p:grpSpPr>
          <a:xfrm>
            <a:off x="4933950" y="3767135"/>
            <a:ext cx="400050" cy="200025"/>
            <a:chOff x="4933950" y="3767135"/>
            <a:chExt cx="400050" cy="200025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9" name="그림 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1" name="그룹 10"/>
          <p:cNvGrpSpPr/>
          <p:nvPr/>
        </p:nvGrpSpPr>
        <p:grpSpPr>
          <a:xfrm>
            <a:off x="2019300" y="3757609"/>
            <a:ext cx="400050" cy="200025"/>
            <a:chOff x="4933950" y="3767135"/>
            <a:chExt cx="400050" cy="200025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13" name="그림 1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14" name="그림 1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5" name="그룹 14"/>
          <p:cNvGrpSpPr/>
          <p:nvPr/>
        </p:nvGrpSpPr>
        <p:grpSpPr>
          <a:xfrm>
            <a:off x="7648575" y="3767135"/>
            <a:ext cx="400050" cy="200025"/>
            <a:chOff x="4933950" y="3767135"/>
            <a:chExt cx="400050" cy="200025"/>
          </a:xfrm>
        </p:grpSpPr>
        <p:pic>
          <p:nvPicPr>
            <p:cNvPr id="16" name="그림 1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17" name="그림 1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18" name="그림 1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19" name="그룹 18"/>
          <p:cNvGrpSpPr/>
          <p:nvPr/>
        </p:nvGrpSpPr>
        <p:grpSpPr>
          <a:xfrm>
            <a:off x="2028825" y="5414960"/>
            <a:ext cx="400050" cy="200025"/>
            <a:chOff x="4933950" y="3767135"/>
            <a:chExt cx="400050" cy="200025"/>
          </a:xfrm>
        </p:grpSpPr>
        <p:pic>
          <p:nvPicPr>
            <p:cNvPr id="20" name="그림 1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21" name="그림 2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22" name="그림 2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23" name="그룹 22"/>
          <p:cNvGrpSpPr/>
          <p:nvPr/>
        </p:nvGrpSpPr>
        <p:grpSpPr>
          <a:xfrm>
            <a:off x="2019300" y="2271704"/>
            <a:ext cx="400050" cy="200025"/>
            <a:chOff x="4933950" y="3767135"/>
            <a:chExt cx="400050" cy="200025"/>
          </a:xfrm>
        </p:grpSpPr>
        <p:pic>
          <p:nvPicPr>
            <p:cNvPr id="24" name="그림 2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86185"/>
              <a:ext cx="171450" cy="180975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27" name="그룹 26"/>
          <p:cNvGrpSpPr/>
          <p:nvPr/>
        </p:nvGrpSpPr>
        <p:grpSpPr>
          <a:xfrm>
            <a:off x="3448050" y="2828922"/>
            <a:ext cx="400050" cy="180975"/>
            <a:chOff x="4933950" y="3767135"/>
            <a:chExt cx="400050" cy="180975"/>
          </a:xfrm>
        </p:grpSpPr>
        <p:pic>
          <p:nvPicPr>
            <p:cNvPr id="28" name="그림 2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29" name="그림 2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30" name="그림 2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37" name="그룹 36"/>
          <p:cNvGrpSpPr/>
          <p:nvPr/>
        </p:nvGrpSpPr>
        <p:grpSpPr>
          <a:xfrm>
            <a:off x="6715125" y="2271702"/>
            <a:ext cx="647700" cy="180977"/>
            <a:chOff x="6715125" y="2271702"/>
            <a:chExt cx="647700" cy="180977"/>
          </a:xfrm>
        </p:grpSpPr>
        <p:grpSp>
          <p:nvGrpSpPr>
            <p:cNvPr id="31" name="그룹 30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32" name="그림 31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33" name="그림 32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34" name="그림 33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35" name="그림 3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36" name="그림 3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38" name="그룹 37"/>
          <p:cNvGrpSpPr/>
          <p:nvPr/>
        </p:nvGrpSpPr>
        <p:grpSpPr>
          <a:xfrm>
            <a:off x="8134350" y="2271702"/>
            <a:ext cx="647700" cy="180977"/>
            <a:chOff x="6715125" y="2271702"/>
            <a:chExt cx="647700" cy="180977"/>
          </a:xfrm>
        </p:grpSpPr>
        <p:grpSp>
          <p:nvGrpSpPr>
            <p:cNvPr id="39" name="그룹 38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42" name="그림 41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43" name="그림 42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44" name="그림 43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40" name="그림 3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41" name="그림 4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45" name="그룹 44"/>
          <p:cNvGrpSpPr/>
          <p:nvPr/>
        </p:nvGrpSpPr>
        <p:grpSpPr>
          <a:xfrm>
            <a:off x="7981950" y="5107768"/>
            <a:ext cx="647700" cy="180977"/>
            <a:chOff x="6715125" y="2271702"/>
            <a:chExt cx="647700" cy="180977"/>
          </a:xfrm>
        </p:grpSpPr>
        <p:grpSp>
          <p:nvGrpSpPr>
            <p:cNvPr id="46" name="그룹 45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49" name="그림 48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50" name="그림 49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51" name="그림 50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47" name="그림 4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48" name="그림 4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52" name="그룹 51"/>
          <p:cNvGrpSpPr/>
          <p:nvPr/>
        </p:nvGrpSpPr>
        <p:grpSpPr>
          <a:xfrm>
            <a:off x="7086600" y="5107767"/>
            <a:ext cx="400050" cy="180975"/>
            <a:chOff x="4933950" y="3767135"/>
            <a:chExt cx="400050" cy="180975"/>
          </a:xfrm>
        </p:grpSpPr>
        <p:pic>
          <p:nvPicPr>
            <p:cNvPr id="53" name="그림 5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54" name="그림 5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55" name="그림 5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56" name="그룹 55"/>
          <p:cNvGrpSpPr/>
          <p:nvPr/>
        </p:nvGrpSpPr>
        <p:grpSpPr>
          <a:xfrm>
            <a:off x="7105650" y="6143622"/>
            <a:ext cx="400050" cy="180975"/>
            <a:chOff x="4933950" y="3767135"/>
            <a:chExt cx="400050" cy="180975"/>
          </a:xfrm>
        </p:grpSpPr>
        <p:pic>
          <p:nvPicPr>
            <p:cNvPr id="57" name="그림 5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58" name="그림 5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59" name="그림 5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0" name="그룹 59"/>
          <p:cNvGrpSpPr/>
          <p:nvPr/>
        </p:nvGrpSpPr>
        <p:grpSpPr>
          <a:xfrm>
            <a:off x="5781675" y="5848347"/>
            <a:ext cx="400050" cy="180975"/>
            <a:chOff x="4933950" y="3767135"/>
            <a:chExt cx="400050" cy="180975"/>
          </a:xfrm>
        </p:grpSpPr>
        <p:pic>
          <p:nvPicPr>
            <p:cNvPr id="61" name="그림 6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62" name="그림 6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63" name="그림 6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4" name="그룹 63"/>
          <p:cNvGrpSpPr/>
          <p:nvPr/>
        </p:nvGrpSpPr>
        <p:grpSpPr>
          <a:xfrm>
            <a:off x="4905375" y="6234109"/>
            <a:ext cx="400050" cy="180975"/>
            <a:chOff x="4933950" y="3767135"/>
            <a:chExt cx="400050" cy="180975"/>
          </a:xfrm>
        </p:grpSpPr>
        <p:pic>
          <p:nvPicPr>
            <p:cNvPr id="65" name="그림 6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66" name="그림 6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67" name="그림 6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68" name="그룹 67"/>
          <p:cNvGrpSpPr/>
          <p:nvPr/>
        </p:nvGrpSpPr>
        <p:grpSpPr>
          <a:xfrm>
            <a:off x="4067175" y="5848347"/>
            <a:ext cx="400050" cy="180975"/>
            <a:chOff x="4933950" y="3767135"/>
            <a:chExt cx="400050" cy="180975"/>
          </a:xfrm>
        </p:grpSpPr>
        <p:pic>
          <p:nvPicPr>
            <p:cNvPr id="69" name="그림 6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0" name="그림 69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1" name="그림 7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72" name="그룹 71"/>
          <p:cNvGrpSpPr/>
          <p:nvPr/>
        </p:nvGrpSpPr>
        <p:grpSpPr>
          <a:xfrm>
            <a:off x="2981325" y="4926789"/>
            <a:ext cx="400050" cy="180975"/>
            <a:chOff x="4933950" y="3767135"/>
            <a:chExt cx="400050" cy="180975"/>
          </a:xfrm>
        </p:grpSpPr>
        <p:pic>
          <p:nvPicPr>
            <p:cNvPr id="73" name="그림 7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4" name="그림 7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5" name="그림 74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76" name="그룹 75"/>
          <p:cNvGrpSpPr/>
          <p:nvPr/>
        </p:nvGrpSpPr>
        <p:grpSpPr>
          <a:xfrm>
            <a:off x="1019175" y="4893448"/>
            <a:ext cx="400050" cy="180975"/>
            <a:chOff x="4933950" y="3767135"/>
            <a:chExt cx="400050" cy="180975"/>
          </a:xfrm>
        </p:grpSpPr>
        <p:pic>
          <p:nvPicPr>
            <p:cNvPr id="77" name="그림 7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78" name="그림 77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79" name="그림 78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80" name="그룹 79"/>
          <p:cNvGrpSpPr/>
          <p:nvPr/>
        </p:nvGrpSpPr>
        <p:grpSpPr>
          <a:xfrm>
            <a:off x="4957762" y="4900609"/>
            <a:ext cx="400050" cy="180975"/>
            <a:chOff x="4933950" y="3767135"/>
            <a:chExt cx="400050" cy="180975"/>
          </a:xfrm>
        </p:grpSpPr>
        <p:pic>
          <p:nvPicPr>
            <p:cNvPr id="81" name="그림 80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4933950" y="3767135"/>
              <a:ext cx="171450" cy="180975"/>
            </a:xfrm>
            <a:prstGeom prst="rect">
              <a:avLst/>
            </a:prstGeom>
          </p:spPr>
        </p:pic>
        <p:pic>
          <p:nvPicPr>
            <p:cNvPr id="82" name="그림 81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086350" y="3767135"/>
              <a:ext cx="171450" cy="180975"/>
            </a:xfrm>
            <a:prstGeom prst="rect">
              <a:avLst/>
            </a:prstGeom>
          </p:spPr>
        </p:pic>
        <p:pic>
          <p:nvPicPr>
            <p:cNvPr id="83" name="그림 8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5162550" y="3767135"/>
              <a:ext cx="171450" cy="180975"/>
            </a:xfrm>
            <a:prstGeom prst="rect">
              <a:avLst/>
            </a:prstGeom>
          </p:spPr>
        </p:pic>
      </p:grpSp>
      <p:grpSp>
        <p:nvGrpSpPr>
          <p:cNvPr id="84" name="그룹 83"/>
          <p:cNvGrpSpPr/>
          <p:nvPr/>
        </p:nvGrpSpPr>
        <p:grpSpPr>
          <a:xfrm>
            <a:off x="747713" y="2262166"/>
            <a:ext cx="647700" cy="180977"/>
            <a:chOff x="6715125" y="2271702"/>
            <a:chExt cx="647700" cy="180977"/>
          </a:xfrm>
        </p:grpSpPr>
        <p:grpSp>
          <p:nvGrpSpPr>
            <p:cNvPr id="85" name="그룹 84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88" name="그림 87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89" name="그림 88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0" name="그림 89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86" name="그림 85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87" name="그림 86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grpSp>
        <p:nvGrpSpPr>
          <p:cNvPr id="91" name="그룹 90"/>
          <p:cNvGrpSpPr/>
          <p:nvPr/>
        </p:nvGrpSpPr>
        <p:grpSpPr>
          <a:xfrm>
            <a:off x="652463" y="3487316"/>
            <a:ext cx="647700" cy="180977"/>
            <a:chOff x="6715125" y="2271702"/>
            <a:chExt cx="647700" cy="180977"/>
          </a:xfrm>
        </p:grpSpPr>
        <p:grpSp>
          <p:nvGrpSpPr>
            <p:cNvPr id="92" name="그룹 91"/>
            <p:cNvGrpSpPr/>
            <p:nvPr/>
          </p:nvGrpSpPr>
          <p:grpSpPr>
            <a:xfrm>
              <a:off x="6867525" y="2271704"/>
              <a:ext cx="400050" cy="180975"/>
              <a:chOff x="4933950" y="3767135"/>
              <a:chExt cx="400050" cy="180975"/>
            </a:xfrm>
          </p:grpSpPr>
          <p:pic>
            <p:nvPicPr>
              <p:cNvPr id="95" name="그림 94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49339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6" name="그림 95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086350" y="3767135"/>
                <a:ext cx="171450" cy="180975"/>
              </a:xfrm>
              <a:prstGeom prst="rect">
                <a:avLst/>
              </a:prstGeom>
            </p:spPr>
          </p:pic>
          <p:pic>
            <p:nvPicPr>
              <p:cNvPr id="97" name="그림 96"/>
              <p:cNvPicPr>
                <a:picLocks noChangeAspect="1"/>
              </p:cNvPicPr>
              <p:nvPr/>
            </p:nvPicPr>
            <p:blipFill rotWithShape="1">
              <a:blip r:embed="rId2"/>
              <a:srcRect l="58358" t="56112" r="39767" b="41314"/>
              <a:stretch/>
            </p:blipFill>
            <p:spPr>
              <a:xfrm>
                <a:off x="5162550" y="3767135"/>
                <a:ext cx="171450" cy="180975"/>
              </a:xfrm>
              <a:prstGeom prst="rect">
                <a:avLst/>
              </a:prstGeom>
            </p:spPr>
          </p:pic>
        </p:grpSp>
        <p:pic>
          <p:nvPicPr>
            <p:cNvPr id="93" name="그림 92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6715125" y="2271703"/>
              <a:ext cx="171450" cy="180975"/>
            </a:xfrm>
            <a:prstGeom prst="rect">
              <a:avLst/>
            </a:prstGeom>
          </p:spPr>
        </p:pic>
        <p:pic>
          <p:nvPicPr>
            <p:cNvPr id="94" name="그림 93"/>
            <p:cNvPicPr>
              <a:picLocks noChangeAspect="1"/>
            </p:cNvPicPr>
            <p:nvPr/>
          </p:nvPicPr>
          <p:blipFill rotWithShape="1">
            <a:blip r:embed="rId2"/>
            <a:srcRect l="58358" t="56112" r="39767" b="41314"/>
            <a:stretch/>
          </p:blipFill>
          <p:spPr>
            <a:xfrm>
              <a:off x="7191375" y="2271702"/>
              <a:ext cx="171450" cy="180975"/>
            </a:xfrm>
            <a:prstGeom prst="rect">
              <a:avLst/>
            </a:prstGeom>
          </p:spPr>
        </p:pic>
      </p:grpSp>
      <p:pic>
        <p:nvPicPr>
          <p:cNvPr id="98" name="그림 97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614363" y="2262158"/>
            <a:ext cx="171450" cy="180975"/>
          </a:xfrm>
          <a:prstGeom prst="rect">
            <a:avLst/>
          </a:prstGeom>
        </p:spPr>
      </p:pic>
      <p:sp>
        <p:nvSpPr>
          <p:cNvPr id="99" name="직사각형 98"/>
          <p:cNvSpPr/>
          <p:nvPr/>
        </p:nvSpPr>
        <p:spPr>
          <a:xfrm>
            <a:off x="4724399" y="2858663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/>
          <p:cNvSpPr/>
          <p:nvPr/>
        </p:nvSpPr>
        <p:spPr>
          <a:xfrm>
            <a:off x="7410450" y="2858663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직사각형 100"/>
          <p:cNvSpPr/>
          <p:nvPr/>
        </p:nvSpPr>
        <p:spPr>
          <a:xfrm>
            <a:off x="1819351" y="2849138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/>
          <p:cNvSpPr/>
          <p:nvPr/>
        </p:nvSpPr>
        <p:spPr>
          <a:xfrm>
            <a:off x="1809826" y="1344181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직사각형 102"/>
          <p:cNvSpPr/>
          <p:nvPr/>
        </p:nvSpPr>
        <p:spPr>
          <a:xfrm>
            <a:off x="1818507" y="4487439"/>
            <a:ext cx="806400" cy="908471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직사각형 103"/>
          <p:cNvSpPr/>
          <p:nvPr/>
        </p:nvSpPr>
        <p:spPr>
          <a:xfrm>
            <a:off x="667632" y="2849139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직사각형 104"/>
          <p:cNvSpPr/>
          <p:nvPr/>
        </p:nvSpPr>
        <p:spPr>
          <a:xfrm>
            <a:off x="677157" y="1607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직사각형 105"/>
          <p:cNvSpPr/>
          <p:nvPr/>
        </p:nvSpPr>
        <p:spPr>
          <a:xfrm>
            <a:off x="919163" y="4245755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직사각형 106"/>
          <p:cNvSpPr/>
          <p:nvPr/>
        </p:nvSpPr>
        <p:spPr>
          <a:xfrm>
            <a:off x="2888015" y="425168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직사각형 108"/>
          <p:cNvSpPr/>
          <p:nvPr/>
        </p:nvSpPr>
        <p:spPr>
          <a:xfrm>
            <a:off x="4808184" y="5553072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0" name="그림 109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895850" y="6205534"/>
            <a:ext cx="171450" cy="180975"/>
          </a:xfrm>
          <a:prstGeom prst="rect">
            <a:avLst/>
          </a:prstGeom>
        </p:spPr>
      </p:pic>
      <p:pic>
        <p:nvPicPr>
          <p:cNvPr id="111" name="그림 110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171950" y="5828086"/>
            <a:ext cx="171450" cy="180975"/>
          </a:xfrm>
          <a:prstGeom prst="rect">
            <a:avLst/>
          </a:prstGeom>
        </p:spPr>
      </p:pic>
      <p:pic>
        <p:nvPicPr>
          <p:cNvPr id="112" name="그림 111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295775" y="5829296"/>
            <a:ext cx="171450" cy="180975"/>
          </a:xfrm>
          <a:prstGeom prst="rect">
            <a:avLst/>
          </a:prstGeom>
        </p:spPr>
      </p:pic>
      <p:pic>
        <p:nvPicPr>
          <p:cNvPr id="113" name="그림 112"/>
          <p:cNvPicPr>
            <a:picLocks noChangeAspect="1"/>
          </p:cNvPicPr>
          <p:nvPr/>
        </p:nvPicPr>
        <p:blipFill rotWithShape="1">
          <a:blip r:embed="rId2"/>
          <a:srcRect l="58358" t="56112" r="39767" b="41314"/>
          <a:stretch/>
        </p:blipFill>
        <p:spPr>
          <a:xfrm>
            <a:off x="4371975" y="5847137"/>
            <a:ext cx="171450" cy="180975"/>
          </a:xfrm>
          <a:prstGeom prst="rect">
            <a:avLst/>
          </a:prstGeom>
        </p:spPr>
      </p:pic>
      <p:pic>
        <p:nvPicPr>
          <p:cNvPr id="114" name="그림 113"/>
          <p:cNvPicPr>
            <a:picLocks noChangeAspect="1"/>
          </p:cNvPicPr>
          <p:nvPr/>
        </p:nvPicPr>
        <p:blipFill rotWithShape="1">
          <a:blip r:embed="rId2"/>
          <a:srcRect l="43021" t="89817" r="48541" b="8964"/>
          <a:stretch/>
        </p:blipFill>
        <p:spPr>
          <a:xfrm>
            <a:off x="3777543" y="6029322"/>
            <a:ext cx="1028700" cy="114300"/>
          </a:xfrm>
          <a:prstGeom prst="rect">
            <a:avLst/>
          </a:prstGeom>
        </p:spPr>
      </p:pic>
      <p:pic>
        <p:nvPicPr>
          <p:cNvPr id="115" name="그림 114"/>
          <p:cNvPicPr>
            <a:picLocks noChangeAspect="1"/>
          </p:cNvPicPr>
          <p:nvPr/>
        </p:nvPicPr>
        <p:blipFill rotWithShape="1">
          <a:blip r:embed="rId2"/>
          <a:srcRect l="52083" t="77511" r="45834" b="19102"/>
          <a:stretch/>
        </p:blipFill>
        <p:spPr>
          <a:xfrm>
            <a:off x="4572000" y="5629266"/>
            <a:ext cx="236183" cy="238125"/>
          </a:xfrm>
          <a:prstGeom prst="rect">
            <a:avLst/>
          </a:prstGeom>
        </p:spPr>
      </p:pic>
      <p:pic>
        <p:nvPicPr>
          <p:cNvPr id="116" name="그림 115"/>
          <p:cNvPicPr>
            <a:picLocks noChangeAspect="1"/>
          </p:cNvPicPr>
          <p:nvPr/>
        </p:nvPicPr>
        <p:blipFill rotWithShape="1">
          <a:blip r:embed="rId2"/>
          <a:srcRect l="52083" t="77511" r="45834" b="19102"/>
          <a:stretch/>
        </p:blipFill>
        <p:spPr>
          <a:xfrm>
            <a:off x="4579584" y="5799510"/>
            <a:ext cx="229571" cy="238125"/>
          </a:xfrm>
          <a:prstGeom prst="rect">
            <a:avLst/>
          </a:prstGeom>
        </p:spPr>
      </p:pic>
      <p:pic>
        <p:nvPicPr>
          <p:cNvPr id="117" name="그림 116"/>
          <p:cNvPicPr>
            <a:picLocks noChangeAspect="1"/>
          </p:cNvPicPr>
          <p:nvPr/>
        </p:nvPicPr>
        <p:blipFill rotWithShape="1">
          <a:blip r:embed="rId2"/>
          <a:srcRect l="68126" t="85368" r="29895" b="11516"/>
          <a:stretch/>
        </p:blipFill>
        <p:spPr>
          <a:xfrm>
            <a:off x="4477721" y="5819771"/>
            <a:ext cx="180975" cy="219075"/>
          </a:xfrm>
          <a:prstGeom prst="rect">
            <a:avLst/>
          </a:prstGeom>
        </p:spPr>
      </p:pic>
      <p:sp>
        <p:nvSpPr>
          <p:cNvPr id="108" name="직사각형 107"/>
          <p:cNvSpPr/>
          <p:nvPr/>
        </p:nvSpPr>
        <p:spPr>
          <a:xfrm>
            <a:off x="3939469" y="5189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직사각형 117"/>
          <p:cNvSpPr/>
          <p:nvPr/>
        </p:nvSpPr>
        <p:spPr>
          <a:xfrm>
            <a:off x="5674959" y="519112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/>
          <p:cNvSpPr/>
          <p:nvPr/>
        </p:nvSpPr>
        <p:spPr>
          <a:xfrm>
            <a:off x="4808184" y="4246940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직사각형 119"/>
          <p:cNvSpPr/>
          <p:nvPr/>
        </p:nvSpPr>
        <p:spPr>
          <a:xfrm>
            <a:off x="3323166" y="2153237"/>
            <a:ext cx="632531" cy="655423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직사각형 120"/>
          <p:cNvSpPr/>
          <p:nvPr/>
        </p:nvSpPr>
        <p:spPr>
          <a:xfrm>
            <a:off x="6692194" y="1598390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직사각형 121"/>
          <p:cNvSpPr/>
          <p:nvPr/>
        </p:nvSpPr>
        <p:spPr>
          <a:xfrm>
            <a:off x="8141934" y="1607918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직사각형 122"/>
          <p:cNvSpPr/>
          <p:nvPr/>
        </p:nvSpPr>
        <p:spPr>
          <a:xfrm>
            <a:off x="6998934" y="4425902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/>
          <p:cNvSpPr/>
          <p:nvPr/>
        </p:nvSpPr>
        <p:spPr>
          <a:xfrm>
            <a:off x="7989534" y="4432703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/>
          <p:cNvSpPr/>
          <p:nvPr/>
        </p:nvSpPr>
        <p:spPr>
          <a:xfrm>
            <a:off x="6998934" y="5495929"/>
            <a:ext cx="632531" cy="638168"/>
          </a:xfrm>
          <a:prstGeom prst="rect">
            <a:avLst/>
          </a:prstGeom>
          <a:solidFill>
            <a:srgbClr val="B6BF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직사각형 125"/>
          <p:cNvSpPr/>
          <p:nvPr/>
        </p:nvSpPr>
        <p:spPr>
          <a:xfrm>
            <a:off x="3791" y="0"/>
            <a:ext cx="9149734" cy="766717"/>
          </a:xfrm>
          <a:prstGeom prst="rect">
            <a:avLst/>
          </a:prstGeom>
          <a:solidFill>
            <a:srgbClr val="1F28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/>
          <p:cNvSpPr txBox="1"/>
          <p:nvPr/>
        </p:nvSpPr>
        <p:spPr>
          <a:xfrm>
            <a:off x="61911" y="67048"/>
            <a:ext cx="397668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500">
                <a:solidFill>
                  <a:srgbClr val="ECEDF1"/>
                </a:solidFill>
                <a:latin typeface="KoddiUD 온고딕 Regular"/>
              </a:rPr>
              <a:t>인물 관계도</a:t>
            </a:r>
          </a:p>
        </p:txBody>
      </p:sp>
      <p:pic>
        <p:nvPicPr>
          <p:cNvPr id="129" name="그림 128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rcRect b="28802"/>
          <a:stretch/>
        </p:blipFill>
        <p:spPr>
          <a:xfrm>
            <a:off x="4763465" y="2849139"/>
            <a:ext cx="715671" cy="91311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3479846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1457269" cy="1164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글자 크기</a:t>
            </a:r>
            <a:endParaRPr lang="ko-KR" altLang="en-US">
              <a:latin typeface="충북대70주년체 Regular"/>
              <a:ea typeface="충북대70주년체 Regular"/>
            </a:endParaRPr>
          </a:p>
          <a:p>
            <a:pPr lvl="0">
              <a:defRPr/>
            </a:pPr>
            <a:r>
              <a:rPr lang="ko-KR" altLang="en-US" sz="26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2600">
                <a:latin typeface="충북대70주년체 Regular"/>
                <a:ea typeface="충북대70주년체 Regular"/>
              </a:rPr>
              <a:t>(35)</a:t>
            </a:r>
          </a:p>
          <a:p>
            <a:pPr lvl="0">
              <a:defRPr/>
            </a:pPr>
            <a:r>
              <a:rPr lang="ko-KR" altLang="en-US" sz="14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400">
                <a:latin typeface="충북대70주년체 Regular"/>
                <a:ea typeface="충북대70주년체 Regular"/>
              </a:rPr>
              <a:t>(19)</a:t>
            </a:r>
          </a:p>
          <a:p>
            <a:pPr lvl="0">
              <a:defRPr/>
            </a:pPr>
            <a:r>
              <a:rPr lang="ko-KR" altLang="en-US" sz="1100">
                <a:latin typeface="충북대70주년체 Regular"/>
                <a:ea typeface="충북대70주년체 Regular"/>
              </a:rPr>
              <a:t>ㄱ </a:t>
            </a:r>
            <a:r>
              <a:rPr lang="en-US" altLang="ko-KR" sz="1100">
                <a:latin typeface="충북대70주년체 Regular"/>
                <a:ea typeface="충북대70주년체 Regular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16166" y="1301432"/>
            <a:ext cx="1965269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글꼴</a:t>
            </a:r>
          </a:p>
          <a:p>
            <a:pPr lvl="0">
              <a:defRPr/>
            </a:pPr>
            <a:r>
              <a:rPr lang="ko-KR" altLang="en-US" sz="1900">
                <a:latin typeface="충북대70주년체 Regular"/>
                <a:ea typeface="충북대70주년체 Regular"/>
              </a:rPr>
              <a:t>충북대</a:t>
            </a:r>
            <a:r>
              <a:rPr lang="en-US" altLang="ko-KR" sz="1900">
                <a:latin typeface="충북대70주년체 Regular"/>
                <a:ea typeface="충북대70주년체 Regular"/>
              </a:rPr>
              <a:t>70</a:t>
            </a:r>
            <a:r>
              <a:rPr lang="ko-KR" altLang="en-US" sz="1900">
                <a:latin typeface="충북대70주년체 Regular"/>
                <a:ea typeface="충북대70주년체 Regular"/>
              </a:rPr>
              <a:t>주년체</a:t>
            </a:r>
          </a:p>
        </p:txBody>
      </p:sp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</TotalTime>
  <Words>590</Words>
  <Application>Microsoft Office PowerPoint</Application>
  <PresentationFormat>화면 슬라이드 쇼(4:3)</PresentationFormat>
  <Paragraphs>181</Paragraphs>
  <Slides>11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0" baseType="lpstr">
      <vt:lpstr>충북대70주년체 Regular</vt:lpstr>
      <vt:lpstr>GalmuriMono7 Regular</vt:lpstr>
      <vt:lpstr>Yu Gothic UI</vt:lpstr>
      <vt:lpstr>넥슨Lv2고딕 OTF Light</vt:lpstr>
      <vt:lpstr>맑은 고딕</vt:lpstr>
      <vt:lpstr>Calibri</vt:lpstr>
      <vt:lpstr>Arial</vt:lpstr>
      <vt:lpstr>KoddiUD 온고딕 Regular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musukie52@gmail.com</cp:lastModifiedBy>
  <cp:revision>193</cp:revision>
  <dcterms:created xsi:type="dcterms:W3CDTF">2026-01-12T05:12:27Z</dcterms:created>
  <dcterms:modified xsi:type="dcterms:W3CDTF">2026-01-22T03:29:29Z</dcterms:modified>
  <cp:version/>
</cp:coreProperties>
</file>