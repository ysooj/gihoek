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0F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598293-1325-422C-AC1D-4CBD8D108FB8}" v="36" dt="2026-02-07T06:25:45.3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642" y="6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sukie52@gmail.com" userId="017bd91f96aa8751" providerId="LiveId" clId="{5B2C3894-F97E-4CAB-8812-5BB4D83AAC6A}"/>
    <pc:docChg chg="undo custSel addSld delSld modSld">
      <pc:chgData name="musukie52@gmail.com" userId="017bd91f96aa8751" providerId="LiveId" clId="{5B2C3894-F97E-4CAB-8812-5BB4D83AAC6A}" dt="2026-02-07T06:25:50.377" v="161" actId="1076"/>
      <pc:docMkLst>
        <pc:docMk/>
      </pc:docMkLst>
      <pc:sldChg chg="addSp delSp modSp mod">
        <pc:chgData name="musukie52@gmail.com" userId="017bd91f96aa8751" providerId="LiveId" clId="{5B2C3894-F97E-4CAB-8812-5BB4D83AAC6A}" dt="2026-02-07T06:15:10.549" v="64" actId="478"/>
        <pc:sldMkLst>
          <pc:docMk/>
          <pc:sldMk cId="0" sldId="259"/>
        </pc:sldMkLst>
        <pc:picChg chg="add del mod">
          <ac:chgData name="musukie52@gmail.com" userId="017bd91f96aa8751" providerId="LiveId" clId="{5B2C3894-F97E-4CAB-8812-5BB4D83AAC6A}" dt="2026-02-07T06:15:10.549" v="64" actId="478"/>
          <ac:picMkLst>
            <pc:docMk/>
            <pc:sldMk cId="0" sldId="259"/>
            <ac:picMk id="21" creationId="{BE06EEFB-59E3-3ABF-5610-F17DE044D040}"/>
          </ac:picMkLst>
        </pc:picChg>
      </pc:sldChg>
      <pc:sldChg chg="addSp modSp mod">
        <pc:chgData name="musukie52@gmail.com" userId="017bd91f96aa8751" providerId="LiveId" clId="{5B2C3894-F97E-4CAB-8812-5BB4D83AAC6A}" dt="2026-02-07T06:11:19.925" v="1" actId="1076"/>
        <pc:sldMkLst>
          <pc:docMk/>
          <pc:sldMk cId="0" sldId="260"/>
        </pc:sldMkLst>
        <pc:picChg chg="add mod">
          <ac:chgData name="musukie52@gmail.com" userId="017bd91f96aa8751" providerId="LiveId" clId="{5B2C3894-F97E-4CAB-8812-5BB4D83AAC6A}" dt="2026-02-07T06:11:19.925" v="1" actId="1076"/>
          <ac:picMkLst>
            <pc:docMk/>
            <pc:sldMk cId="0" sldId="260"/>
            <ac:picMk id="60" creationId="{F15BA678-3208-C5DA-1C5E-A9D6311F54D4}"/>
          </ac:picMkLst>
        </pc:picChg>
      </pc:sldChg>
      <pc:sldChg chg="addSp modSp">
        <pc:chgData name="musukie52@gmail.com" userId="017bd91f96aa8751" providerId="LiveId" clId="{5B2C3894-F97E-4CAB-8812-5BB4D83AAC6A}" dt="2026-02-07T06:16:09.025" v="71"/>
        <pc:sldMkLst>
          <pc:docMk/>
          <pc:sldMk cId="0" sldId="264"/>
        </pc:sldMkLst>
        <pc:picChg chg="add mod">
          <ac:chgData name="musukie52@gmail.com" userId="017bd91f96aa8751" providerId="LiveId" clId="{5B2C3894-F97E-4CAB-8812-5BB4D83AAC6A}" dt="2026-02-07T06:16:09.025" v="71"/>
          <ac:picMkLst>
            <pc:docMk/>
            <pc:sldMk cId="0" sldId="264"/>
            <ac:picMk id="25" creationId="{A34C5754-F673-36DE-04EE-2CD436F5B392}"/>
          </ac:picMkLst>
        </pc:picChg>
        <pc:picChg chg="add mod">
          <ac:chgData name="musukie52@gmail.com" userId="017bd91f96aa8751" providerId="LiveId" clId="{5B2C3894-F97E-4CAB-8812-5BB4D83AAC6A}" dt="2026-02-07T06:16:09.025" v="71"/>
          <ac:picMkLst>
            <pc:docMk/>
            <pc:sldMk cId="0" sldId="264"/>
            <ac:picMk id="26" creationId="{04055ED0-12B7-4BAE-3D99-5218E437E0A8}"/>
          </ac:picMkLst>
        </pc:picChg>
        <pc:picChg chg="add mod">
          <ac:chgData name="musukie52@gmail.com" userId="017bd91f96aa8751" providerId="LiveId" clId="{5B2C3894-F97E-4CAB-8812-5BB4D83AAC6A}" dt="2026-02-07T06:16:09.025" v="71"/>
          <ac:picMkLst>
            <pc:docMk/>
            <pc:sldMk cId="0" sldId="264"/>
            <ac:picMk id="27" creationId="{FEC7C8A0-5915-0B58-3014-E2FFFC8E2E6D}"/>
          </ac:picMkLst>
        </pc:picChg>
        <pc:picChg chg="add mod">
          <ac:chgData name="musukie52@gmail.com" userId="017bd91f96aa8751" providerId="LiveId" clId="{5B2C3894-F97E-4CAB-8812-5BB4D83AAC6A}" dt="2026-02-07T06:16:09.025" v="71"/>
          <ac:picMkLst>
            <pc:docMk/>
            <pc:sldMk cId="0" sldId="264"/>
            <ac:picMk id="28" creationId="{75C32BA1-B0AE-B88E-9E67-CEBF161C7A10}"/>
          </ac:picMkLst>
        </pc:picChg>
      </pc:sldChg>
      <pc:sldChg chg="modSp mod">
        <pc:chgData name="musukie52@gmail.com" userId="017bd91f96aa8751" providerId="LiveId" clId="{5B2C3894-F97E-4CAB-8812-5BB4D83AAC6A}" dt="2026-02-07T06:17:48.453" v="93" actId="20577"/>
        <pc:sldMkLst>
          <pc:docMk/>
          <pc:sldMk cId="0" sldId="267"/>
        </pc:sldMkLst>
        <pc:spChg chg="mod">
          <ac:chgData name="musukie52@gmail.com" userId="017bd91f96aa8751" providerId="LiveId" clId="{5B2C3894-F97E-4CAB-8812-5BB4D83AAC6A}" dt="2026-02-07T06:17:48.453" v="93" actId="20577"/>
          <ac:spMkLst>
            <pc:docMk/>
            <pc:sldMk cId="0" sldId="267"/>
            <ac:spMk id="15" creationId="{00000000-0000-0000-0000-000000000000}"/>
          </ac:spMkLst>
        </pc:spChg>
      </pc:sldChg>
      <pc:sldChg chg="addSp modSp">
        <pc:chgData name="musukie52@gmail.com" userId="017bd91f96aa8751" providerId="LiveId" clId="{5B2C3894-F97E-4CAB-8812-5BB4D83AAC6A}" dt="2026-02-07T06:18:50.809" v="102"/>
        <pc:sldMkLst>
          <pc:docMk/>
          <pc:sldMk cId="0" sldId="269"/>
        </pc:sldMkLst>
        <pc:picChg chg="add mod">
          <ac:chgData name="musukie52@gmail.com" userId="017bd91f96aa8751" providerId="LiveId" clId="{5B2C3894-F97E-4CAB-8812-5BB4D83AAC6A}" dt="2026-02-07T06:18:50.809" v="102"/>
          <ac:picMkLst>
            <pc:docMk/>
            <pc:sldMk cId="0" sldId="269"/>
            <ac:picMk id="20" creationId="{5C1898BD-97A8-D3BD-7332-A0A83A2CDCD7}"/>
          </ac:picMkLst>
        </pc:picChg>
        <pc:picChg chg="add mod">
          <ac:chgData name="musukie52@gmail.com" userId="017bd91f96aa8751" providerId="LiveId" clId="{5B2C3894-F97E-4CAB-8812-5BB4D83AAC6A}" dt="2026-02-07T06:18:50.809" v="102"/>
          <ac:picMkLst>
            <pc:docMk/>
            <pc:sldMk cId="0" sldId="269"/>
            <ac:picMk id="21" creationId="{78E156C9-BDB9-E168-F203-86FDAD0836FF}"/>
          </ac:picMkLst>
        </pc:picChg>
        <pc:picChg chg="add mod">
          <ac:chgData name="musukie52@gmail.com" userId="017bd91f96aa8751" providerId="LiveId" clId="{5B2C3894-F97E-4CAB-8812-5BB4D83AAC6A}" dt="2026-02-07T06:18:50.809" v="102"/>
          <ac:picMkLst>
            <pc:docMk/>
            <pc:sldMk cId="0" sldId="269"/>
            <ac:picMk id="22" creationId="{F8DA2462-A009-9810-501B-37F8DE26C20A}"/>
          </ac:picMkLst>
        </pc:picChg>
        <pc:picChg chg="add mod">
          <ac:chgData name="musukie52@gmail.com" userId="017bd91f96aa8751" providerId="LiveId" clId="{5B2C3894-F97E-4CAB-8812-5BB4D83AAC6A}" dt="2026-02-07T06:18:50.809" v="102"/>
          <ac:picMkLst>
            <pc:docMk/>
            <pc:sldMk cId="0" sldId="269"/>
            <ac:picMk id="23" creationId="{4B99E065-B7E2-06EA-772D-1CD55DED9AF2}"/>
          </ac:picMkLst>
        </pc:picChg>
      </pc:sldChg>
      <pc:sldChg chg="addSp modSp">
        <pc:chgData name="musukie52@gmail.com" userId="017bd91f96aa8751" providerId="LiveId" clId="{5B2C3894-F97E-4CAB-8812-5BB4D83AAC6A}" dt="2026-02-07T06:19:45.615" v="115"/>
        <pc:sldMkLst>
          <pc:docMk/>
          <pc:sldMk cId="0" sldId="272"/>
        </pc:sldMkLst>
        <pc:picChg chg="add mod">
          <ac:chgData name="musukie52@gmail.com" userId="017bd91f96aa8751" providerId="LiveId" clId="{5B2C3894-F97E-4CAB-8812-5BB4D83AAC6A}" dt="2026-02-07T06:19:45.615" v="115"/>
          <ac:picMkLst>
            <pc:docMk/>
            <pc:sldMk cId="0" sldId="272"/>
            <ac:picMk id="76" creationId="{F1761BBD-566C-C14E-B958-D8E0B865DADF}"/>
          </ac:picMkLst>
        </pc:picChg>
        <pc:picChg chg="add mod">
          <ac:chgData name="musukie52@gmail.com" userId="017bd91f96aa8751" providerId="LiveId" clId="{5B2C3894-F97E-4CAB-8812-5BB4D83AAC6A}" dt="2026-02-07T06:19:45.615" v="115"/>
          <ac:picMkLst>
            <pc:docMk/>
            <pc:sldMk cId="0" sldId="272"/>
            <ac:picMk id="77" creationId="{74FA7843-B3F3-BC20-1F75-10378FD01B62}"/>
          </ac:picMkLst>
        </pc:picChg>
        <pc:picChg chg="add mod">
          <ac:chgData name="musukie52@gmail.com" userId="017bd91f96aa8751" providerId="LiveId" clId="{5B2C3894-F97E-4CAB-8812-5BB4D83AAC6A}" dt="2026-02-07T06:19:45.615" v="115"/>
          <ac:picMkLst>
            <pc:docMk/>
            <pc:sldMk cId="0" sldId="272"/>
            <ac:picMk id="78" creationId="{52865C9F-37DF-D315-DA24-46D23F708086}"/>
          </ac:picMkLst>
        </pc:picChg>
        <pc:picChg chg="add mod">
          <ac:chgData name="musukie52@gmail.com" userId="017bd91f96aa8751" providerId="LiveId" clId="{5B2C3894-F97E-4CAB-8812-5BB4D83AAC6A}" dt="2026-02-07T06:19:45.615" v="115"/>
          <ac:picMkLst>
            <pc:docMk/>
            <pc:sldMk cId="0" sldId="272"/>
            <ac:picMk id="79" creationId="{EE69D668-68D3-CE7B-CEF6-8CFFFFD37811}"/>
          </ac:picMkLst>
        </pc:picChg>
        <pc:picChg chg="add mod">
          <ac:chgData name="musukie52@gmail.com" userId="017bd91f96aa8751" providerId="LiveId" clId="{5B2C3894-F97E-4CAB-8812-5BB4D83AAC6A}" dt="2026-02-07T06:19:45.615" v="115"/>
          <ac:picMkLst>
            <pc:docMk/>
            <pc:sldMk cId="0" sldId="272"/>
            <ac:picMk id="80" creationId="{E8DA3C44-80A4-2DF9-E2AE-B6B36C7347AD}"/>
          </ac:picMkLst>
        </pc:picChg>
      </pc:sldChg>
      <pc:sldChg chg="modSp mod">
        <pc:chgData name="musukie52@gmail.com" userId="017bd91f96aa8751" providerId="LiveId" clId="{5B2C3894-F97E-4CAB-8812-5BB4D83AAC6A}" dt="2026-02-07T06:23:47.704" v="144" actId="1076"/>
        <pc:sldMkLst>
          <pc:docMk/>
          <pc:sldMk cId="0" sldId="277"/>
        </pc:sldMkLst>
        <pc:picChg chg="mod">
          <ac:chgData name="musukie52@gmail.com" userId="017bd91f96aa8751" providerId="LiveId" clId="{5B2C3894-F97E-4CAB-8812-5BB4D83AAC6A}" dt="2026-02-07T06:23:47.704" v="144" actId="1076"/>
          <ac:picMkLst>
            <pc:docMk/>
            <pc:sldMk cId="0" sldId="277"/>
            <ac:picMk id="2" creationId="{00000000-0000-0000-0000-000000000000}"/>
          </ac:picMkLst>
        </pc:picChg>
      </pc:sldChg>
      <pc:sldChg chg="addSp modSp">
        <pc:chgData name="musukie52@gmail.com" userId="017bd91f96aa8751" providerId="LiveId" clId="{5B2C3894-F97E-4CAB-8812-5BB4D83AAC6A}" dt="2026-02-07T06:24:56.036" v="153"/>
        <pc:sldMkLst>
          <pc:docMk/>
          <pc:sldMk cId="0" sldId="279"/>
        </pc:sldMkLst>
        <pc:picChg chg="add mod">
          <ac:chgData name="musukie52@gmail.com" userId="017bd91f96aa8751" providerId="LiveId" clId="{5B2C3894-F97E-4CAB-8812-5BB4D83AAC6A}" dt="2026-02-07T06:24:56.036" v="153"/>
          <ac:picMkLst>
            <pc:docMk/>
            <pc:sldMk cId="0" sldId="279"/>
            <ac:picMk id="26" creationId="{78D329CA-0DD4-19A1-C58E-DB2E16CF1FCE}"/>
          </ac:picMkLst>
        </pc:picChg>
      </pc:sldChg>
      <pc:sldChg chg="setBg">
        <pc:chgData name="musukie52@gmail.com" userId="017bd91f96aa8751" providerId="LiveId" clId="{5B2C3894-F97E-4CAB-8812-5BB4D83AAC6A}" dt="2026-02-07T06:12:17.142" v="5"/>
        <pc:sldMkLst>
          <pc:docMk/>
          <pc:sldMk cId="0" sldId="283"/>
        </pc:sldMkLst>
      </pc:sldChg>
      <pc:sldChg chg="addSp delSp modSp new mod setBg">
        <pc:chgData name="musukie52@gmail.com" userId="017bd91f96aa8751" providerId="LiveId" clId="{5B2C3894-F97E-4CAB-8812-5BB4D83AAC6A}" dt="2026-02-07T06:25:14.914" v="158" actId="1076"/>
        <pc:sldMkLst>
          <pc:docMk/>
          <pc:sldMk cId="1249678768" sldId="284"/>
        </pc:sldMkLst>
        <pc:picChg chg="add del mod">
          <ac:chgData name="musukie52@gmail.com" userId="017bd91f96aa8751" providerId="LiveId" clId="{5B2C3894-F97E-4CAB-8812-5BB4D83AAC6A}" dt="2026-02-07T06:12:36.508" v="8" actId="21"/>
          <ac:picMkLst>
            <pc:docMk/>
            <pc:sldMk cId="1249678768" sldId="284"/>
            <ac:picMk id="2" creationId="{745DA7BA-4ED1-A609-7B80-765508266FBE}"/>
          </ac:picMkLst>
        </pc:picChg>
        <pc:picChg chg="add del mod">
          <ac:chgData name="musukie52@gmail.com" userId="017bd91f96aa8751" providerId="LiveId" clId="{5B2C3894-F97E-4CAB-8812-5BB4D83AAC6A}" dt="2026-02-07T06:12:36.508" v="8" actId="21"/>
          <ac:picMkLst>
            <pc:docMk/>
            <pc:sldMk cId="1249678768" sldId="284"/>
            <ac:picMk id="3" creationId="{71422ADB-4910-87C4-FB36-83E33E71BCAE}"/>
          </ac:picMkLst>
        </pc:picChg>
        <pc:picChg chg="add del">
          <ac:chgData name="musukie52@gmail.com" userId="017bd91f96aa8751" providerId="LiveId" clId="{5B2C3894-F97E-4CAB-8812-5BB4D83AAC6A}" dt="2026-02-07T06:13:09.721" v="27" actId="21"/>
          <ac:picMkLst>
            <pc:docMk/>
            <pc:sldMk cId="1249678768" sldId="284"/>
            <ac:picMk id="4" creationId="{33E3461F-147F-12FF-8D4D-ACE96A034D2E}"/>
          </ac:picMkLst>
        </pc:picChg>
        <pc:picChg chg="add del mod">
          <ac:chgData name="musukie52@gmail.com" userId="017bd91f96aa8751" providerId="LiveId" clId="{5B2C3894-F97E-4CAB-8812-5BB4D83AAC6A}" dt="2026-02-07T06:12:36.508" v="8" actId="21"/>
          <ac:picMkLst>
            <pc:docMk/>
            <pc:sldMk cId="1249678768" sldId="284"/>
            <ac:picMk id="5" creationId="{3BCEEC3C-5172-8F5A-4909-D90A515575D6}"/>
          </ac:picMkLst>
        </pc:picChg>
        <pc:picChg chg="add del mod">
          <ac:chgData name="musukie52@gmail.com" userId="017bd91f96aa8751" providerId="LiveId" clId="{5B2C3894-F97E-4CAB-8812-5BB4D83AAC6A}" dt="2026-02-07T06:12:36.508" v="8" actId="21"/>
          <ac:picMkLst>
            <pc:docMk/>
            <pc:sldMk cId="1249678768" sldId="284"/>
            <ac:picMk id="6" creationId="{3A649E88-A1EC-F48E-2256-B92C552B1021}"/>
          </ac:picMkLst>
        </pc:picChg>
        <pc:picChg chg="add del mod">
          <ac:chgData name="musukie52@gmail.com" userId="017bd91f96aa8751" providerId="LiveId" clId="{5B2C3894-F97E-4CAB-8812-5BB4D83AAC6A}" dt="2026-02-07T06:12:36.508" v="8" actId="21"/>
          <ac:picMkLst>
            <pc:docMk/>
            <pc:sldMk cId="1249678768" sldId="284"/>
            <ac:picMk id="7" creationId="{A71D9063-58DC-CF4D-AC7C-14E750320A2A}"/>
          </ac:picMkLst>
        </pc:picChg>
        <pc:picChg chg="del">
          <ac:chgData name="musukie52@gmail.com" userId="017bd91f96aa8751" providerId="LiveId" clId="{5B2C3894-F97E-4CAB-8812-5BB4D83AAC6A}" dt="2026-02-07T06:12:36.508" v="8" actId="21"/>
          <ac:picMkLst>
            <pc:docMk/>
            <pc:sldMk cId="1249678768" sldId="284"/>
            <ac:picMk id="8" creationId="{142314BB-CE1D-BD5B-F99E-3EF659148DBD}"/>
          </ac:picMkLst>
        </pc:picChg>
        <pc:picChg chg="del">
          <ac:chgData name="musukie52@gmail.com" userId="017bd91f96aa8751" providerId="LiveId" clId="{5B2C3894-F97E-4CAB-8812-5BB4D83AAC6A}" dt="2026-02-07T06:12:36.508" v="8" actId="21"/>
          <ac:picMkLst>
            <pc:docMk/>
            <pc:sldMk cId="1249678768" sldId="284"/>
            <ac:picMk id="9" creationId="{4DE77B15-1DE4-2DB3-3918-FE67201F9453}"/>
          </ac:picMkLst>
        </pc:picChg>
        <pc:picChg chg="add del mod">
          <ac:chgData name="musukie52@gmail.com" userId="017bd91f96aa8751" providerId="LiveId" clId="{5B2C3894-F97E-4CAB-8812-5BB4D83AAC6A}" dt="2026-02-07T06:12:36.508" v="8" actId="21"/>
          <ac:picMkLst>
            <pc:docMk/>
            <pc:sldMk cId="1249678768" sldId="284"/>
            <ac:picMk id="10" creationId="{8CF8A212-E19A-CB9A-3DEA-2C2C4D537FA4}"/>
          </ac:picMkLst>
        </pc:picChg>
        <pc:picChg chg="add del mod">
          <ac:chgData name="musukie52@gmail.com" userId="017bd91f96aa8751" providerId="LiveId" clId="{5B2C3894-F97E-4CAB-8812-5BB4D83AAC6A}" dt="2026-02-07T06:12:36.508" v="8" actId="21"/>
          <ac:picMkLst>
            <pc:docMk/>
            <pc:sldMk cId="1249678768" sldId="284"/>
            <ac:picMk id="11" creationId="{DC5C6E32-7F74-4256-4CBA-434430C3C05F}"/>
          </ac:picMkLst>
        </pc:picChg>
        <pc:picChg chg="add del mod">
          <ac:chgData name="musukie52@gmail.com" userId="017bd91f96aa8751" providerId="LiveId" clId="{5B2C3894-F97E-4CAB-8812-5BB4D83AAC6A}" dt="2026-02-07T06:12:36.508" v="8" actId="21"/>
          <ac:picMkLst>
            <pc:docMk/>
            <pc:sldMk cId="1249678768" sldId="284"/>
            <ac:picMk id="12" creationId="{99C95927-10F6-FC88-43B6-7E42906A701D}"/>
          </ac:picMkLst>
        </pc:picChg>
        <pc:picChg chg="mod">
          <ac:chgData name="musukie52@gmail.com" userId="017bd91f96aa8751" providerId="LiveId" clId="{5B2C3894-F97E-4CAB-8812-5BB4D83AAC6A}" dt="2026-02-07T06:13:24.131" v="35" actId="1076"/>
          <ac:picMkLst>
            <pc:docMk/>
            <pc:sldMk cId="1249678768" sldId="284"/>
            <ac:picMk id="13" creationId="{0FDD2602-8DFD-5F55-02DC-97DE9C2DAAFB}"/>
          </ac:picMkLst>
        </pc:picChg>
        <pc:picChg chg="mod">
          <ac:chgData name="musukie52@gmail.com" userId="017bd91f96aa8751" providerId="LiveId" clId="{5B2C3894-F97E-4CAB-8812-5BB4D83AAC6A}" dt="2026-02-07T06:13:25.886" v="36" actId="1076"/>
          <ac:picMkLst>
            <pc:docMk/>
            <pc:sldMk cId="1249678768" sldId="284"/>
            <ac:picMk id="14" creationId="{ACB96203-6583-7387-8BB7-59B605CCCD9B}"/>
          </ac:picMkLst>
        </pc:picChg>
        <pc:picChg chg="mod">
          <ac:chgData name="musukie52@gmail.com" userId="017bd91f96aa8751" providerId="LiveId" clId="{5B2C3894-F97E-4CAB-8812-5BB4D83AAC6A}" dt="2026-02-07T06:13:27.178" v="37" actId="1076"/>
          <ac:picMkLst>
            <pc:docMk/>
            <pc:sldMk cId="1249678768" sldId="284"/>
            <ac:picMk id="15" creationId="{8824E09B-3651-9399-C4DE-2E9DFCE433D9}"/>
          </ac:picMkLst>
        </pc:picChg>
        <pc:picChg chg="add mod">
          <ac:chgData name="musukie52@gmail.com" userId="017bd91f96aa8751" providerId="LiveId" clId="{5B2C3894-F97E-4CAB-8812-5BB4D83AAC6A}" dt="2026-02-07T06:13:28.922" v="38" actId="1076"/>
          <ac:picMkLst>
            <pc:docMk/>
            <pc:sldMk cId="1249678768" sldId="284"/>
            <ac:picMk id="16" creationId="{31E7A652-18AA-B793-7994-84C8B27FE400}"/>
          </ac:picMkLst>
        </pc:picChg>
        <pc:picChg chg="mod">
          <ac:chgData name="musukie52@gmail.com" userId="017bd91f96aa8751" providerId="LiveId" clId="{5B2C3894-F97E-4CAB-8812-5BB4D83AAC6A}" dt="2026-02-07T06:13:30.995" v="39" actId="1076"/>
          <ac:picMkLst>
            <pc:docMk/>
            <pc:sldMk cId="1249678768" sldId="284"/>
            <ac:picMk id="17" creationId="{B412C320-490E-F20F-3167-55403AA90FFD}"/>
          </ac:picMkLst>
        </pc:picChg>
        <pc:picChg chg="mod">
          <ac:chgData name="musukie52@gmail.com" userId="017bd91f96aa8751" providerId="LiveId" clId="{5B2C3894-F97E-4CAB-8812-5BB4D83AAC6A}" dt="2026-02-07T06:13:32.861" v="40" actId="1076"/>
          <ac:picMkLst>
            <pc:docMk/>
            <pc:sldMk cId="1249678768" sldId="284"/>
            <ac:picMk id="18" creationId="{3A915CCF-910B-4D31-BB1A-B728A178B8A4}"/>
          </ac:picMkLst>
        </pc:picChg>
        <pc:picChg chg="add del mod">
          <ac:chgData name="musukie52@gmail.com" userId="017bd91f96aa8751" providerId="LiveId" clId="{5B2C3894-F97E-4CAB-8812-5BB4D83AAC6A}" dt="2026-02-07T06:13:09.721" v="27" actId="21"/>
          <ac:picMkLst>
            <pc:docMk/>
            <pc:sldMk cId="1249678768" sldId="284"/>
            <ac:picMk id="19" creationId="{EE6B1F65-E4DD-EDE0-98B3-DDA5FAEA7B34}"/>
          </ac:picMkLst>
        </pc:picChg>
        <pc:picChg chg="add mod">
          <ac:chgData name="musukie52@gmail.com" userId="017bd91f96aa8751" providerId="LiveId" clId="{5B2C3894-F97E-4CAB-8812-5BB4D83AAC6A}" dt="2026-02-07T06:14:14.993" v="52" actId="1076"/>
          <ac:picMkLst>
            <pc:docMk/>
            <pc:sldMk cId="1249678768" sldId="284"/>
            <ac:picMk id="20" creationId="{C1EABD7E-6631-9496-E26E-4F88AC73C920}"/>
          </ac:picMkLst>
        </pc:picChg>
        <pc:picChg chg="add del mod">
          <ac:chgData name="musukie52@gmail.com" userId="017bd91f96aa8751" providerId="LiveId" clId="{5B2C3894-F97E-4CAB-8812-5BB4D83AAC6A}" dt="2026-02-07T06:14:42.702" v="56" actId="21"/>
          <ac:picMkLst>
            <pc:docMk/>
            <pc:sldMk cId="1249678768" sldId="284"/>
            <ac:picMk id="21" creationId="{4D9CDC84-F072-DD6A-D55A-DB1395828042}"/>
          </ac:picMkLst>
        </pc:picChg>
        <pc:picChg chg="add del mod">
          <ac:chgData name="musukie52@gmail.com" userId="017bd91f96aa8751" providerId="LiveId" clId="{5B2C3894-F97E-4CAB-8812-5BB4D83AAC6A}" dt="2026-02-07T06:14:42.702" v="56" actId="21"/>
          <ac:picMkLst>
            <pc:docMk/>
            <pc:sldMk cId="1249678768" sldId="284"/>
            <ac:picMk id="22" creationId="{FAAFFF15-B7DF-0BF8-51AB-A038C4FD5D3E}"/>
          </ac:picMkLst>
        </pc:picChg>
        <pc:picChg chg="add del mod">
          <ac:chgData name="musukie52@gmail.com" userId="017bd91f96aa8751" providerId="LiveId" clId="{5B2C3894-F97E-4CAB-8812-5BB4D83AAC6A}" dt="2026-02-07T06:14:42.702" v="56" actId="21"/>
          <ac:picMkLst>
            <pc:docMk/>
            <pc:sldMk cId="1249678768" sldId="284"/>
            <ac:picMk id="23" creationId="{D9E74EBD-289C-4EAE-E787-2AAD0785F36E}"/>
          </ac:picMkLst>
        </pc:picChg>
        <pc:picChg chg="add del mod">
          <ac:chgData name="musukie52@gmail.com" userId="017bd91f96aa8751" providerId="LiveId" clId="{5B2C3894-F97E-4CAB-8812-5BB4D83AAC6A}" dt="2026-02-07T06:14:42.702" v="56" actId="21"/>
          <ac:picMkLst>
            <pc:docMk/>
            <pc:sldMk cId="1249678768" sldId="284"/>
            <ac:picMk id="24" creationId="{25356BEB-C27B-7557-39B0-E2E51AF580B6}"/>
          </ac:picMkLst>
        </pc:picChg>
        <pc:picChg chg="add del mod">
          <ac:chgData name="musukie52@gmail.com" userId="017bd91f96aa8751" providerId="LiveId" clId="{5B2C3894-F97E-4CAB-8812-5BB4D83AAC6A}" dt="2026-02-07T06:14:42.702" v="56" actId="21"/>
          <ac:picMkLst>
            <pc:docMk/>
            <pc:sldMk cId="1249678768" sldId="284"/>
            <ac:picMk id="25" creationId="{CF2A89C5-2162-FAF7-3BAD-9221AB1ADFF5}"/>
          </ac:picMkLst>
        </pc:picChg>
        <pc:picChg chg="add mod">
          <ac:chgData name="musukie52@gmail.com" userId="017bd91f96aa8751" providerId="LiveId" clId="{5B2C3894-F97E-4CAB-8812-5BB4D83AAC6A}" dt="2026-02-07T06:16:39.525" v="82" actId="1076"/>
          <ac:picMkLst>
            <pc:docMk/>
            <pc:sldMk cId="1249678768" sldId="284"/>
            <ac:picMk id="26" creationId="{FBB063F1-7B09-8B8E-BE95-806F7E6B3911}"/>
          </ac:picMkLst>
        </pc:picChg>
        <pc:picChg chg="add mod">
          <ac:chgData name="musukie52@gmail.com" userId="017bd91f96aa8751" providerId="LiveId" clId="{5B2C3894-F97E-4CAB-8812-5BB4D83AAC6A}" dt="2026-02-07T06:16:31.448" v="77" actId="1076"/>
          <ac:picMkLst>
            <pc:docMk/>
            <pc:sldMk cId="1249678768" sldId="284"/>
            <ac:picMk id="27" creationId="{4C466C51-9BBD-03D7-C53E-341C6EAC698B}"/>
          </ac:picMkLst>
        </pc:picChg>
        <pc:picChg chg="add mod">
          <ac:chgData name="musukie52@gmail.com" userId="017bd91f96aa8751" providerId="LiveId" clId="{5B2C3894-F97E-4CAB-8812-5BB4D83AAC6A}" dt="2026-02-07T06:16:32.951" v="78" actId="1076"/>
          <ac:picMkLst>
            <pc:docMk/>
            <pc:sldMk cId="1249678768" sldId="284"/>
            <ac:picMk id="28" creationId="{027A3D21-E33E-F95D-DBA6-7581076177D6}"/>
          </ac:picMkLst>
        </pc:picChg>
        <pc:picChg chg="add mod">
          <ac:chgData name="musukie52@gmail.com" userId="017bd91f96aa8751" providerId="LiveId" clId="{5B2C3894-F97E-4CAB-8812-5BB4D83AAC6A}" dt="2026-02-07T06:16:37.921" v="81" actId="1076"/>
          <ac:picMkLst>
            <pc:docMk/>
            <pc:sldMk cId="1249678768" sldId="284"/>
            <ac:picMk id="29" creationId="{F7A880BE-EB4B-D176-F6E6-F255021CDBF9}"/>
          </ac:picMkLst>
        </pc:picChg>
        <pc:picChg chg="add mod">
          <ac:chgData name="musukie52@gmail.com" userId="017bd91f96aa8751" providerId="LiveId" clId="{5B2C3894-F97E-4CAB-8812-5BB4D83AAC6A}" dt="2026-02-07T06:16:35.897" v="80" actId="1076"/>
          <ac:picMkLst>
            <pc:docMk/>
            <pc:sldMk cId="1249678768" sldId="284"/>
            <ac:picMk id="30" creationId="{8F218C04-3F95-6994-8A11-DFD6BABE8F8E}"/>
          </ac:picMkLst>
        </pc:picChg>
        <pc:picChg chg="add mod">
          <ac:chgData name="musukie52@gmail.com" userId="017bd91f96aa8751" providerId="LiveId" clId="{5B2C3894-F97E-4CAB-8812-5BB4D83AAC6A}" dt="2026-02-07T06:17:23.615" v="91" actId="14100"/>
          <ac:picMkLst>
            <pc:docMk/>
            <pc:sldMk cId="1249678768" sldId="284"/>
            <ac:picMk id="31" creationId="{E0321539-1D61-8851-76A9-FC5104A6D2E1}"/>
          </ac:picMkLst>
        </pc:picChg>
        <pc:picChg chg="add del mod">
          <ac:chgData name="musukie52@gmail.com" userId="017bd91f96aa8751" providerId="LiveId" clId="{5B2C3894-F97E-4CAB-8812-5BB4D83AAC6A}" dt="2026-02-07T06:17:20.929" v="90" actId="478"/>
          <ac:picMkLst>
            <pc:docMk/>
            <pc:sldMk cId="1249678768" sldId="284"/>
            <ac:picMk id="32" creationId="{8549F3B1-430F-D733-70ED-888176ACB72B}"/>
          </ac:picMkLst>
        </pc:picChg>
        <pc:picChg chg="add del mod">
          <ac:chgData name="musukie52@gmail.com" userId="017bd91f96aa8751" providerId="LiveId" clId="{5B2C3894-F97E-4CAB-8812-5BB4D83AAC6A}" dt="2026-02-07T06:18:19.313" v="96" actId="478"/>
          <ac:picMkLst>
            <pc:docMk/>
            <pc:sldMk cId="1249678768" sldId="284"/>
            <ac:picMk id="33" creationId="{46FEB3BF-9D81-FA8E-522A-D0A7A0FB60ED}"/>
          </ac:picMkLst>
        </pc:picChg>
        <pc:picChg chg="add mod">
          <ac:chgData name="musukie52@gmail.com" userId="017bd91f96aa8751" providerId="LiveId" clId="{5B2C3894-F97E-4CAB-8812-5BB4D83AAC6A}" dt="2026-02-07T06:18:21.503" v="97" actId="1076"/>
          <ac:picMkLst>
            <pc:docMk/>
            <pc:sldMk cId="1249678768" sldId="284"/>
            <ac:picMk id="34" creationId="{AFCA0A42-5645-FE57-C8C4-2AFD5D7F2B25}"/>
          </ac:picMkLst>
        </pc:picChg>
        <pc:picChg chg="add del mod">
          <ac:chgData name="musukie52@gmail.com" userId="017bd91f96aa8751" providerId="LiveId" clId="{5B2C3894-F97E-4CAB-8812-5BB4D83AAC6A}" dt="2026-02-07T06:19:17.674" v="112" actId="21"/>
          <ac:picMkLst>
            <pc:docMk/>
            <pc:sldMk cId="1249678768" sldId="284"/>
            <ac:picMk id="35" creationId="{A4E2C417-754E-61B1-C0F8-A700B71EE6F4}"/>
          </ac:picMkLst>
        </pc:picChg>
        <pc:picChg chg="add mod">
          <ac:chgData name="musukie52@gmail.com" userId="017bd91f96aa8751" providerId="LiveId" clId="{5B2C3894-F97E-4CAB-8812-5BB4D83AAC6A}" dt="2026-02-07T06:18:29.018" v="101" actId="1076"/>
          <ac:picMkLst>
            <pc:docMk/>
            <pc:sldMk cId="1249678768" sldId="284"/>
            <ac:picMk id="36" creationId="{C413A103-0E27-1FB3-8BFD-AEFE5EA14257}"/>
          </ac:picMkLst>
        </pc:picChg>
        <pc:picChg chg="add mod">
          <ac:chgData name="musukie52@gmail.com" userId="017bd91f96aa8751" providerId="LiveId" clId="{5B2C3894-F97E-4CAB-8812-5BB4D83AAC6A}" dt="2026-02-07T06:18:23.244" v="98" actId="1076"/>
          <ac:picMkLst>
            <pc:docMk/>
            <pc:sldMk cId="1249678768" sldId="284"/>
            <ac:picMk id="37" creationId="{9B6D71C1-EBE3-1995-8924-05EB0381A666}"/>
          </ac:picMkLst>
        </pc:picChg>
        <pc:picChg chg="add mod">
          <ac:chgData name="musukie52@gmail.com" userId="017bd91f96aa8751" providerId="LiveId" clId="{5B2C3894-F97E-4CAB-8812-5BB4D83AAC6A}" dt="2026-02-07T06:18:25.130" v="99" actId="1076"/>
          <ac:picMkLst>
            <pc:docMk/>
            <pc:sldMk cId="1249678768" sldId="284"/>
            <ac:picMk id="38" creationId="{96673482-0035-5522-E18A-B89F93024605}"/>
          </ac:picMkLst>
        </pc:picChg>
        <pc:picChg chg="add mod">
          <ac:chgData name="musukie52@gmail.com" userId="017bd91f96aa8751" providerId="LiveId" clId="{5B2C3894-F97E-4CAB-8812-5BB4D83AAC6A}" dt="2026-02-07T06:18:26.993" v="100" actId="1076"/>
          <ac:picMkLst>
            <pc:docMk/>
            <pc:sldMk cId="1249678768" sldId="284"/>
            <ac:picMk id="39" creationId="{54C94BE2-C9BE-EE43-DEA1-41FCD53CA671}"/>
          </ac:picMkLst>
        </pc:picChg>
        <pc:picChg chg="add mod">
          <ac:chgData name="musukie52@gmail.com" userId="017bd91f96aa8751" providerId="LiveId" clId="{5B2C3894-F97E-4CAB-8812-5BB4D83AAC6A}" dt="2026-02-07T06:19:08.501" v="105" actId="1076"/>
          <ac:picMkLst>
            <pc:docMk/>
            <pc:sldMk cId="1249678768" sldId="284"/>
            <ac:picMk id="40" creationId="{A72C40AB-91AD-5C60-09DB-8379F82D6FA2}"/>
          </ac:picMkLst>
        </pc:picChg>
        <pc:picChg chg="add mod">
          <ac:chgData name="musukie52@gmail.com" userId="017bd91f96aa8751" providerId="LiveId" clId="{5B2C3894-F97E-4CAB-8812-5BB4D83AAC6A}" dt="2026-02-07T06:19:12.560" v="108" actId="1076"/>
          <ac:picMkLst>
            <pc:docMk/>
            <pc:sldMk cId="1249678768" sldId="284"/>
            <ac:picMk id="41" creationId="{D74B239B-DFD0-5AA2-956C-1CCF094A281C}"/>
          </ac:picMkLst>
        </pc:picChg>
        <pc:picChg chg="add mod">
          <ac:chgData name="musukie52@gmail.com" userId="017bd91f96aa8751" providerId="LiveId" clId="{5B2C3894-F97E-4CAB-8812-5BB4D83AAC6A}" dt="2026-02-07T06:19:14.701" v="110" actId="1076"/>
          <ac:picMkLst>
            <pc:docMk/>
            <pc:sldMk cId="1249678768" sldId="284"/>
            <ac:picMk id="42" creationId="{C3D74A55-5500-D2DF-12A4-4948DDB8AFB4}"/>
          </ac:picMkLst>
        </pc:picChg>
        <pc:picChg chg="add mod">
          <ac:chgData name="musukie52@gmail.com" userId="017bd91f96aa8751" providerId="LiveId" clId="{5B2C3894-F97E-4CAB-8812-5BB4D83AAC6A}" dt="2026-02-07T06:20:13.050" v="122" actId="1076"/>
          <ac:picMkLst>
            <pc:docMk/>
            <pc:sldMk cId="1249678768" sldId="284"/>
            <ac:picMk id="43" creationId="{0D23EB96-DFDE-1142-59C3-8BB6549992D8}"/>
          </ac:picMkLst>
        </pc:picChg>
        <pc:picChg chg="add mod">
          <ac:chgData name="musukie52@gmail.com" userId="017bd91f96aa8751" providerId="LiveId" clId="{5B2C3894-F97E-4CAB-8812-5BB4D83AAC6A}" dt="2026-02-07T06:19:10.081" v="106" actId="1076"/>
          <ac:picMkLst>
            <pc:docMk/>
            <pc:sldMk cId="1249678768" sldId="284"/>
            <ac:picMk id="44" creationId="{5B6EE3B8-0726-205C-4CA7-ED77235DA157}"/>
          </ac:picMkLst>
        </pc:picChg>
        <pc:picChg chg="add mod">
          <ac:chgData name="musukie52@gmail.com" userId="017bd91f96aa8751" providerId="LiveId" clId="{5B2C3894-F97E-4CAB-8812-5BB4D83AAC6A}" dt="2026-02-07T06:19:13.287" v="109" actId="1076"/>
          <ac:picMkLst>
            <pc:docMk/>
            <pc:sldMk cId="1249678768" sldId="284"/>
            <ac:picMk id="45" creationId="{333901E4-C378-F911-C9D1-158EEA76BCB3}"/>
          </ac:picMkLst>
        </pc:picChg>
        <pc:picChg chg="add mod">
          <ac:chgData name="musukie52@gmail.com" userId="017bd91f96aa8751" providerId="LiveId" clId="{5B2C3894-F97E-4CAB-8812-5BB4D83AAC6A}" dt="2026-02-07T06:19:16.476" v="111" actId="1076"/>
          <ac:picMkLst>
            <pc:docMk/>
            <pc:sldMk cId="1249678768" sldId="284"/>
            <ac:picMk id="46" creationId="{351D6C6E-40B4-34EA-97DB-C6CDE31D91F2}"/>
          </ac:picMkLst>
        </pc:picChg>
        <pc:picChg chg="add mod">
          <ac:chgData name="musukie52@gmail.com" userId="017bd91f96aa8751" providerId="LiveId" clId="{5B2C3894-F97E-4CAB-8812-5BB4D83AAC6A}" dt="2026-02-07T06:20:07.406" v="119" actId="1076"/>
          <ac:picMkLst>
            <pc:docMk/>
            <pc:sldMk cId="1249678768" sldId="284"/>
            <ac:picMk id="47" creationId="{B4CDAD0A-5195-B039-3D99-A7D0A0BD9C5A}"/>
          </ac:picMkLst>
        </pc:picChg>
        <pc:picChg chg="add mod">
          <ac:chgData name="musukie52@gmail.com" userId="017bd91f96aa8751" providerId="LiveId" clId="{5B2C3894-F97E-4CAB-8812-5BB4D83AAC6A}" dt="2026-02-07T06:20:11.170" v="121" actId="1076"/>
          <ac:picMkLst>
            <pc:docMk/>
            <pc:sldMk cId="1249678768" sldId="284"/>
            <ac:picMk id="48" creationId="{834FB8B0-5C1B-CB84-EFB6-4A2B2DD9A0DB}"/>
          </ac:picMkLst>
        </pc:picChg>
        <pc:picChg chg="add del mod">
          <ac:chgData name="musukie52@gmail.com" userId="017bd91f96aa8751" providerId="LiveId" clId="{5B2C3894-F97E-4CAB-8812-5BB4D83AAC6A}" dt="2026-02-07T06:20:25.466" v="127" actId="478"/>
          <ac:picMkLst>
            <pc:docMk/>
            <pc:sldMk cId="1249678768" sldId="284"/>
            <ac:picMk id="49" creationId="{D8214A16-E470-39E5-5913-6A72A91B5331}"/>
          </ac:picMkLst>
        </pc:picChg>
        <pc:picChg chg="add mod">
          <ac:chgData name="musukie52@gmail.com" userId="017bd91f96aa8751" providerId="LiveId" clId="{5B2C3894-F97E-4CAB-8812-5BB4D83AAC6A}" dt="2026-02-07T06:20:00.439" v="117" actId="14100"/>
          <ac:picMkLst>
            <pc:docMk/>
            <pc:sldMk cId="1249678768" sldId="284"/>
            <ac:picMk id="50" creationId="{FC6B761C-047E-9A51-1D48-0999B86C7AEC}"/>
          </ac:picMkLst>
        </pc:picChg>
        <pc:picChg chg="add mod">
          <ac:chgData name="musukie52@gmail.com" userId="017bd91f96aa8751" providerId="LiveId" clId="{5B2C3894-F97E-4CAB-8812-5BB4D83AAC6A}" dt="2026-02-07T06:20:09.361" v="120" actId="1076"/>
          <ac:picMkLst>
            <pc:docMk/>
            <pc:sldMk cId="1249678768" sldId="284"/>
            <ac:picMk id="51" creationId="{3CE5F180-6E30-7B01-DC76-0A7A95651CA7}"/>
          </ac:picMkLst>
        </pc:picChg>
        <pc:picChg chg="add del mod">
          <ac:chgData name="musukie52@gmail.com" userId="017bd91f96aa8751" providerId="LiveId" clId="{5B2C3894-F97E-4CAB-8812-5BB4D83AAC6A}" dt="2026-02-07T06:20:04.444" v="118" actId="478"/>
          <ac:picMkLst>
            <pc:docMk/>
            <pc:sldMk cId="1249678768" sldId="284"/>
            <ac:picMk id="52" creationId="{06540625-B22B-CF98-26DB-997B535C1C35}"/>
          </ac:picMkLst>
        </pc:picChg>
        <pc:picChg chg="add mod">
          <ac:chgData name="musukie52@gmail.com" userId="017bd91f96aa8751" providerId="LiveId" clId="{5B2C3894-F97E-4CAB-8812-5BB4D83AAC6A}" dt="2026-02-07T06:20:15.071" v="123" actId="1076"/>
          <ac:picMkLst>
            <pc:docMk/>
            <pc:sldMk cId="1249678768" sldId="284"/>
            <ac:picMk id="53" creationId="{CE8BB2D5-AE68-9FC3-C3F1-70DBC9E0F3FD}"/>
          </ac:picMkLst>
        </pc:picChg>
        <pc:picChg chg="add del mod">
          <ac:chgData name="musukie52@gmail.com" userId="017bd91f96aa8751" providerId="LiveId" clId="{5B2C3894-F97E-4CAB-8812-5BB4D83AAC6A}" dt="2026-02-07T06:20:58.165" v="132" actId="478"/>
          <ac:picMkLst>
            <pc:docMk/>
            <pc:sldMk cId="1249678768" sldId="284"/>
            <ac:picMk id="54" creationId="{EB9B93B9-92B2-2E64-62C7-3A26F37DB3FF}"/>
          </ac:picMkLst>
        </pc:picChg>
        <pc:picChg chg="add mod">
          <ac:chgData name="musukie52@gmail.com" userId="017bd91f96aa8751" providerId="LiveId" clId="{5B2C3894-F97E-4CAB-8812-5BB4D83AAC6A}" dt="2026-02-07T06:20:19.735" v="125" actId="1076"/>
          <ac:picMkLst>
            <pc:docMk/>
            <pc:sldMk cId="1249678768" sldId="284"/>
            <ac:picMk id="55" creationId="{1753058E-FB07-F649-77B7-D4653868A58C}"/>
          </ac:picMkLst>
        </pc:picChg>
        <pc:picChg chg="add mod">
          <ac:chgData name="musukie52@gmail.com" userId="017bd91f96aa8751" providerId="LiveId" clId="{5B2C3894-F97E-4CAB-8812-5BB4D83AAC6A}" dt="2026-02-07T06:25:14.914" v="158" actId="1076"/>
          <ac:picMkLst>
            <pc:docMk/>
            <pc:sldMk cId="1249678768" sldId="284"/>
            <ac:picMk id="56" creationId="{F18D8257-3599-20AD-7D53-77EA5E592142}"/>
          </ac:picMkLst>
        </pc:picChg>
        <pc:picChg chg="add mod">
          <ac:chgData name="musukie52@gmail.com" userId="017bd91f96aa8751" providerId="LiveId" clId="{5B2C3894-F97E-4CAB-8812-5BB4D83AAC6A}" dt="2026-02-07T06:25:09.698" v="156" actId="1076"/>
          <ac:picMkLst>
            <pc:docMk/>
            <pc:sldMk cId="1249678768" sldId="284"/>
            <ac:picMk id="57" creationId="{CFCEDE79-405F-A8C2-A751-F49C2B7B30A8}"/>
          </ac:picMkLst>
        </pc:picChg>
        <pc:picChg chg="add mod">
          <ac:chgData name="musukie52@gmail.com" userId="017bd91f96aa8751" providerId="LiveId" clId="{5B2C3894-F97E-4CAB-8812-5BB4D83AAC6A}" dt="2026-02-07T06:25:11.614" v="157" actId="1076"/>
          <ac:picMkLst>
            <pc:docMk/>
            <pc:sldMk cId="1249678768" sldId="284"/>
            <ac:picMk id="58" creationId="{706C0D41-3B7D-9D39-91E2-3CB31DD63AC2}"/>
          </ac:picMkLst>
        </pc:picChg>
      </pc:sldChg>
      <pc:sldChg chg="addSp delSp modSp new mod">
        <pc:chgData name="musukie52@gmail.com" userId="017bd91f96aa8751" providerId="LiveId" clId="{5B2C3894-F97E-4CAB-8812-5BB4D83AAC6A}" dt="2026-02-07T06:25:50.377" v="161" actId="1076"/>
        <pc:sldMkLst>
          <pc:docMk/>
          <pc:sldMk cId="2637264580" sldId="285"/>
        </pc:sldMkLst>
        <pc:picChg chg="add mod">
          <ac:chgData name="musukie52@gmail.com" userId="017bd91f96aa8751" providerId="LiveId" clId="{5B2C3894-F97E-4CAB-8812-5BB4D83AAC6A}" dt="2026-02-07T06:12:51.053" v="15" actId="1076"/>
          <ac:picMkLst>
            <pc:docMk/>
            <pc:sldMk cId="2637264580" sldId="285"/>
            <ac:picMk id="2" creationId="{745DA7BA-4ED1-A609-7B80-765508266FBE}"/>
          </ac:picMkLst>
        </pc:picChg>
        <pc:picChg chg="add mod">
          <ac:chgData name="musukie52@gmail.com" userId="017bd91f96aa8751" providerId="LiveId" clId="{5B2C3894-F97E-4CAB-8812-5BB4D83AAC6A}" dt="2026-02-07T06:12:49.416" v="14" actId="1076"/>
          <ac:picMkLst>
            <pc:docMk/>
            <pc:sldMk cId="2637264580" sldId="285"/>
            <ac:picMk id="3" creationId="{71422ADB-4910-87C4-FB36-83E33E71BCAE}"/>
          </ac:picMkLst>
        </pc:picChg>
        <pc:picChg chg="add mod">
          <ac:chgData name="musukie52@gmail.com" userId="017bd91f96aa8751" providerId="LiveId" clId="{5B2C3894-F97E-4CAB-8812-5BB4D83AAC6A}" dt="2026-02-07T06:13:13.842" v="30" actId="1076"/>
          <ac:picMkLst>
            <pc:docMk/>
            <pc:sldMk cId="2637264580" sldId="285"/>
            <ac:picMk id="4" creationId="{33E3461F-147F-12FF-8D4D-ACE96A034D2E}"/>
          </ac:picMkLst>
        </pc:picChg>
        <pc:picChg chg="add mod">
          <ac:chgData name="musukie52@gmail.com" userId="017bd91f96aa8751" providerId="LiveId" clId="{5B2C3894-F97E-4CAB-8812-5BB4D83AAC6A}" dt="2026-02-07T06:12:46.787" v="12" actId="1076"/>
          <ac:picMkLst>
            <pc:docMk/>
            <pc:sldMk cId="2637264580" sldId="285"/>
            <ac:picMk id="5" creationId="{3BCEEC3C-5172-8F5A-4909-D90A515575D6}"/>
          </ac:picMkLst>
        </pc:picChg>
        <pc:picChg chg="add mod">
          <ac:chgData name="musukie52@gmail.com" userId="017bd91f96aa8751" providerId="LiveId" clId="{5B2C3894-F97E-4CAB-8812-5BB4D83AAC6A}" dt="2026-02-07T06:12:58.820" v="21" actId="1076"/>
          <ac:picMkLst>
            <pc:docMk/>
            <pc:sldMk cId="2637264580" sldId="285"/>
            <ac:picMk id="6" creationId="{3A649E88-A1EC-F48E-2256-B92C552B1021}"/>
          </ac:picMkLst>
        </pc:picChg>
        <pc:picChg chg="add mod">
          <ac:chgData name="musukie52@gmail.com" userId="017bd91f96aa8751" providerId="LiveId" clId="{5B2C3894-F97E-4CAB-8812-5BB4D83AAC6A}" dt="2026-02-07T06:12:54.523" v="18" actId="1076"/>
          <ac:picMkLst>
            <pc:docMk/>
            <pc:sldMk cId="2637264580" sldId="285"/>
            <ac:picMk id="7" creationId="{A71D9063-58DC-CF4D-AC7C-14E750320A2A}"/>
          </ac:picMkLst>
        </pc:picChg>
        <pc:picChg chg="add mod">
          <ac:chgData name="musukie52@gmail.com" userId="017bd91f96aa8751" providerId="LiveId" clId="{5B2C3894-F97E-4CAB-8812-5BB4D83AAC6A}" dt="2026-02-07T06:12:53.362" v="17" actId="1076"/>
          <ac:picMkLst>
            <pc:docMk/>
            <pc:sldMk cId="2637264580" sldId="285"/>
            <ac:picMk id="8" creationId="{142314BB-CE1D-BD5B-F99E-3EF659148DBD}"/>
          </ac:picMkLst>
        </pc:picChg>
        <pc:picChg chg="add mod">
          <ac:chgData name="musukie52@gmail.com" userId="017bd91f96aa8751" providerId="LiveId" clId="{5B2C3894-F97E-4CAB-8812-5BB4D83AAC6A}" dt="2026-02-07T06:12:48.091" v="13" actId="1076"/>
          <ac:picMkLst>
            <pc:docMk/>
            <pc:sldMk cId="2637264580" sldId="285"/>
            <ac:picMk id="9" creationId="{4DE77B15-1DE4-2DB3-3918-FE67201F9453}"/>
          </ac:picMkLst>
        </pc:picChg>
        <pc:picChg chg="add mod">
          <ac:chgData name="musukie52@gmail.com" userId="017bd91f96aa8751" providerId="LiveId" clId="{5B2C3894-F97E-4CAB-8812-5BB4D83AAC6A}" dt="2026-02-07T06:13:00.411" v="22" actId="1076"/>
          <ac:picMkLst>
            <pc:docMk/>
            <pc:sldMk cId="2637264580" sldId="285"/>
            <ac:picMk id="10" creationId="{8CF8A212-E19A-CB9A-3DEA-2C2C4D537FA4}"/>
          </ac:picMkLst>
        </pc:picChg>
        <pc:picChg chg="add mod">
          <ac:chgData name="musukie52@gmail.com" userId="017bd91f96aa8751" providerId="LiveId" clId="{5B2C3894-F97E-4CAB-8812-5BB4D83AAC6A}" dt="2026-02-07T06:12:55.782" v="19" actId="1076"/>
          <ac:picMkLst>
            <pc:docMk/>
            <pc:sldMk cId="2637264580" sldId="285"/>
            <ac:picMk id="11" creationId="{DC5C6E32-7F74-4256-4CBA-434430C3C05F}"/>
          </ac:picMkLst>
        </pc:picChg>
        <pc:picChg chg="add mod">
          <ac:chgData name="musukie52@gmail.com" userId="017bd91f96aa8751" providerId="LiveId" clId="{5B2C3894-F97E-4CAB-8812-5BB4D83AAC6A}" dt="2026-02-07T06:12:57.060" v="20" actId="1076"/>
          <ac:picMkLst>
            <pc:docMk/>
            <pc:sldMk cId="2637264580" sldId="285"/>
            <ac:picMk id="12" creationId="{99C95927-10F6-FC88-43B6-7E42906A701D}"/>
          </ac:picMkLst>
        </pc:picChg>
        <pc:picChg chg="add del mod">
          <ac:chgData name="musukie52@gmail.com" userId="017bd91f96aa8751" providerId="LiveId" clId="{5B2C3894-F97E-4CAB-8812-5BB4D83AAC6A}" dt="2026-02-07T06:14:08.984" v="48" actId="21"/>
          <ac:picMkLst>
            <pc:docMk/>
            <pc:sldMk cId="2637264580" sldId="285"/>
            <ac:picMk id="13" creationId="{C1EABD7E-6631-9496-E26E-4F88AC73C920}"/>
          </ac:picMkLst>
        </pc:picChg>
        <pc:picChg chg="add mod">
          <ac:chgData name="musukie52@gmail.com" userId="017bd91f96aa8751" providerId="LiveId" clId="{5B2C3894-F97E-4CAB-8812-5BB4D83AAC6A}" dt="2026-02-07T06:15:36.701" v="67" actId="1076"/>
          <ac:picMkLst>
            <pc:docMk/>
            <pc:sldMk cId="2637264580" sldId="285"/>
            <ac:picMk id="14" creationId="{87541B22-0796-D855-50FC-1D817E7FFF43}"/>
          </ac:picMkLst>
        </pc:picChg>
        <pc:picChg chg="add del mod">
          <ac:chgData name="musukie52@gmail.com" userId="017bd91f96aa8751" providerId="LiveId" clId="{5B2C3894-F97E-4CAB-8812-5BB4D83AAC6A}" dt="2026-02-07T06:20:44.685" v="131" actId="478"/>
          <ac:picMkLst>
            <pc:docMk/>
            <pc:sldMk cId="2637264580" sldId="285"/>
            <ac:picMk id="15" creationId="{AEE7C857-FD8B-15F4-0142-F84DE0CDB90B}"/>
          </ac:picMkLst>
        </pc:picChg>
        <pc:picChg chg="add del mod">
          <ac:chgData name="musukie52@gmail.com" userId="017bd91f96aa8751" providerId="LiveId" clId="{5B2C3894-F97E-4CAB-8812-5BB4D83AAC6A}" dt="2026-02-07T06:20:43.575" v="130" actId="478"/>
          <ac:picMkLst>
            <pc:docMk/>
            <pc:sldMk cId="2637264580" sldId="285"/>
            <ac:picMk id="16" creationId="{1E0CE861-E298-3DAC-555A-FF9A0B245128}"/>
          </ac:picMkLst>
        </pc:picChg>
        <pc:picChg chg="add mod">
          <ac:chgData name="musukie52@gmail.com" userId="017bd91f96aa8751" providerId="LiveId" clId="{5B2C3894-F97E-4CAB-8812-5BB4D83AAC6A}" dt="2026-02-07T06:15:33.995" v="66" actId="14100"/>
          <ac:picMkLst>
            <pc:docMk/>
            <pc:sldMk cId="2637264580" sldId="285"/>
            <ac:picMk id="17" creationId="{D7F25DBA-4D6C-2B48-C836-17D8FD457A4E}"/>
          </ac:picMkLst>
        </pc:picChg>
        <pc:picChg chg="add mod">
          <ac:chgData name="musukie52@gmail.com" userId="017bd91f96aa8751" providerId="LiveId" clId="{5B2C3894-F97E-4CAB-8812-5BB4D83AAC6A}" dt="2026-02-07T06:15:39.779" v="69" actId="1076"/>
          <ac:picMkLst>
            <pc:docMk/>
            <pc:sldMk cId="2637264580" sldId="285"/>
            <ac:picMk id="18" creationId="{C0D8397B-E75A-2DD5-0E7A-5394B828EBF7}"/>
          </ac:picMkLst>
        </pc:picChg>
        <pc:picChg chg="add del mod">
          <ac:chgData name="musukie52@gmail.com" userId="017bd91f96aa8751" providerId="LiveId" clId="{5B2C3894-F97E-4CAB-8812-5BB4D83AAC6A}" dt="2026-02-07T06:24:21.792" v="147" actId="478"/>
          <ac:picMkLst>
            <pc:docMk/>
            <pc:sldMk cId="2637264580" sldId="285"/>
            <ac:picMk id="19" creationId="{EE6B1F65-E4DD-EDE0-98B3-DDA5FAEA7B34}"/>
          </ac:picMkLst>
        </pc:picChg>
        <pc:picChg chg="add del mod">
          <ac:chgData name="musukie52@gmail.com" userId="017bd91f96aa8751" providerId="LiveId" clId="{5B2C3894-F97E-4CAB-8812-5BB4D83AAC6A}" dt="2026-02-07T06:16:22.150" v="73" actId="21"/>
          <ac:picMkLst>
            <pc:docMk/>
            <pc:sldMk cId="2637264580" sldId="285"/>
            <ac:picMk id="20" creationId="{FBB063F1-7B09-8B8E-BE95-806F7E6B3911}"/>
          </ac:picMkLst>
        </pc:picChg>
        <pc:picChg chg="add mod">
          <ac:chgData name="musukie52@gmail.com" userId="017bd91f96aa8751" providerId="LiveId" clId="{5B2C3894-F97E-4CAB-8812-5BB4D83AAC6A}" dt="2026-02-07T06:14:52.987" v="59" actId="1076"/>
          <ac:picMkLst>
            <pc:docMk/>
            <pc:sldMk cId="2637264580" sldId="285"/>
            <ac:picMk id="21" creationId="{4D9CDC84-F072-DD6A-D55A-DB1395828042}"/>
          </ac:picMkLst>
        </pc:picChg>
        <pc:picChg chg="add mod">
          <ac:chgData name="musukie52@gmail.com" userId="017bd91f96aa8751" providerId="LiveId" clId="{5B2C3894-F97E-4CAB-8812-5BB4D83AAC6A}" dt="2026-02-07T06:14:58.530" v="62" actId="1076"/>
          <ac:picMkLst>
            <pc:docMk/>
            <pc:sldMk cId="2637264580" sldId="285"/>
            <ac:picMk id="22" creationId="{FAAFFF15-B7DF-0BF8-51AB-A038C4FD5D3E}"/>
          </ac:picMkLst>
        </pc:picChg>
        <pc:picChg chg="add mod">
          <ac:chgData name="musukie52@gmail.com" userId="017bd91f96aa8751" providerId="LiveId" clId="{5B2C3894-F97E-4CAB-8812-5BB4D83AAC6A}" dt="2026-02-07T06:14:54.890" v="60" actId="1076"/>
          <ac:picMkLst>
            <pc:docMk/>
            <pc:sldMk cId="2637264580" sldId="285"/>
            <ac:picMk id="23" creationId="{D9E74EBD-289C-4EAE-E787-2AAD0785F36E}"/>
          </ac:picMkLst>
        </pc:picChg>
        <pc:picChg chg="add mod">
          <ac:chgData name="musukie52@gmail.com" userId="017bd91f96aa8751" providerId="LiveId" clId="{5B2C3894-F97E-4CAB-8812-5BB4D83AAC6A}" dt="2026-02-07T06:14:56.798" v="61" actId="1076"/>
          <ac:picMkLst>
            <pc:docMk/>
            <pc:sldMk cId="2637264580" sldId="285"/>
            <ac:picMk id="24" creationId="{25356BEB-C27B-7557-39B0-E2E51AF580B6}"/>
          </ac:picMkLst>
        </pc:picChg>
        <pc:picChg chg="add mod">
          <ac:chgData name="musukie52@gmail.com" userId="017bd91f96aa8751" providerId="LiveId" clId="{5B2C3894-F97E-4CAB-8812-5BB4D83AAC6A}" dt="2026-02-07T06:15:01.033" v="63" actId="1076"/>
          <ac:picMkLst>
            <pc:docMk/>
            <pc:sldMk cId="2637264580" sldId="285"/>
            <ac:picMk id="25" creationId="{CF2A89C5-2162-FAF7-3BAD-9221AB1ADFF5}"/>
          </ac:picMkLst>
        </pc:picChg>
        <pc:picChg chg="add del mod">
          <ac:chgData name="musukie52@gmail.com" userId="017bd91f96aa8751" providerId="LiveId" clId="{5B2C3894-F97E-4CAB-8812-5BB4D83AAC6A}" dt="2026-02-07T06:16:22.150" v="73" actId="21"/>
          <ac:picMkLst>
            <pc:docMk/>
            <pc:sldMk cId="2637264580" sldId="285"/>
            <ac:picMk id="26" creationId="{4C466C51-9BBD-03D7-C53E-341C6EAC698B}"/>
          </ac:picMkLst>
        </pc:picChg>
        <pc:picChg chg="add del mod">
          <ac:chgData name="musukie52@gmail.com" userId="017bd91f96aa8751" providerId="LiveId" clId="{5B2C3894-F97E-4CAB-8812-5BB4D83AAC6A}" dt="2026-02-07T06:16:22.150" v="73" actId="21"/>
          <ac:picMkLst>
            <pc:docMk/>
            <pc:sldMk cId="2637264580" sldId="285"/>
            <ac:picMk id="27" creationId="{027A3D21-E33E-F95D-DBA6-7581076177D6}"/>
          </ac:picMkLst>
        </pc:picChg>
        <pc:picChg chg="add del mod">
          <ac:chgData name="musukie52@gmail.com" userId="017bd91f96aa8751" providerId="LiveId" clId="{5B2C3894-F97E-4CAB-8812-5BB4D83AAC6A}" dt="2026-02-07T06:16:22.150" v="73" actId="21"/>
          <ac:picMkLst>
            <pc:docMk/>
            <pc:sldMk cId="2637264580" sldId="285"/>
            <ac:picMk id="28" creationId="{F7A880BE-EB4B-D176-F6E6-F255021CDBF9}"/>
          </ac:picMkLst>
        </pc:picChg>
        <pc:picChg chg="add del mod">
          <ac:chgData name="musukie52@gmail.com" userId="017bd91f96aa8751" providerId="LiveId" clId="{5B2C3894-F97E-4CAB-8812-5BB4D83AAC6A}" dt="2026-02-07T06:16:22.150" v="73" actId="21"/>
          <ac:picMkLst>
            <pc:docMk/>
            <pc:sldMk cId="2637264580" sldId="285"/>
            <ac:picMk id="29" creationId="{8F218C04-3F95-6994-8A11-DFD6BABE8F8E}"/>
          </ac:picMkLst>
        </pc:picChg>
        <pc:picChg chg="add del mod">
          <ac:chgData name="musukie52@gmail.com" userId="017bd91f96aa8751" providerId="LiveId" clId="{5B2C3894-F97E-4CAB-8812-5BB4D83AAC6A}" dt="2026-02-07T06:17:14.303" v="87" actId="21"/>
          <ac:picMkLst>
            <pc:docMk/>
            <pc:sldMk cId="2637264580" sldId="285"/>
            <ac:picMk id="30" creationId="{E0321539-1D61-8851-76A9-FC5104A6D2E1}"/>
          </ac:picMkLst>
        </pc:picChg>
        <pc:picChg chg="add del mod">
          <ac:chgData name="musukie52@gmail.com" userId="017bd91f96aa8751" providerId="LiveId" clId="{5B2C3894-F97E-4CAB-8812-5BB4D83AAC6A}" dt="2026-02-07T06:17:14.303" v="87" actId="21"/>
          <ac:picMkLst>
            <pc:docMk/>
            <pc:sldMk cId="2637264580" sldId="285"/>
            <ac:picMk id="31" creationId="{8549F3B1-430F-D733-70ED-888176ACB72B}"/>
          </ac:picMkLst>
        </pc:picChg>
        <pc:picChg chg="add mod">
          <ac:chgData name="musukie52@gmail.com" userId="017bd91f96aa8751" providerId="LiveId" clId="{5B2C3894-F97E-4CAB-8812-5BB4D83AAC6A}" dt="2026-02-07T06:17:29.762" v="92" actId="1076"/>
          <ac:picMkLst>
            <pc:docMk/>
            <pc:sldMk cId="2637264580" sldId="285"/>
            <ac:picMk id="32" creationId="{ECCB8488-D4AE-330C-C8C3-36747CBB670F}"/>
          </ac:picMkLst>
        </pc:picChg>
        <pc:picChg chg="add mod">
          <ac:chgData name="musukie52@gmail.com" userId="017bd91f96aa8751" providerId="LiveId" clId="{5B2C3894-F97E-4CAB-8812-5BB4D83AAC6A}" dt="2026-02-07T06:17:29.762" v="92" actId="1076"/>
          <ac:picMkLst>
            <pc:docMk/>
            <pc:sldMk cId="2637264580" sldId="285"/>
            <ac:picMk id="33" creationId="{D69EDE70-2874-7AAA-7439-05D117A0880B}"/>
          </ac:picMkLst>
        </pc:picChg>
        <pc:picChg chg="add mod">
          <ac:chgData name="musukie52@gmail.com" userId="017bd91f96aa8751" providerId="LiveId" clId="{5B2C3894-F97E-4CAB-8812-5BB4D83AAC6A}" dt="2026-02-07T06:17:29.762" v="92" actId="1076"/>
          <ac:picMkLst>
            <pc:docMk/>
            <pc:sldMk cId="2637264580" sldId="285"/>
            <ac:picMk id="34" creationId="{88DF3B84-E1E3-C5B1-8872-D58D285CD7C7}"/>
          </ac:picMkLst>
        </pc:picChg>
        <pc:picChg chg="add del mod">
          <ac:chgData name="musukie52@gmail.com" userId="017bd91f96aa8751" providerId="LiveId" clId="{5B2C3894-F97E-4CAB-8812-5BB4D83AAC6A}" dt="2026-02-07T06:21:15.817" v="133" actId="478"/>
          <ac:picMkLst>
            <pc:docMk/>
            <pc:sldMk cId="2637264580" sldId="285"/>
            <ac:picMk id="35" creationId="{CB5D1FF0-E167-9DC0-96AF-65C009F6A4B1}"/>
          </ac:picMkLst>
        </pc:picChg>
        <pc:picChg chg="add mod">
          <ac:chgData name="musukie52@gmail.com" userId="017bd91f96aa8751" providerId="LiveId" clId="{5B2C3894-F97E-4CAB-8812-5BB4D83AAC6A}" dt="2026-02-07T06:19:21.555" v="114" actId="1076"/>
          <ac:picMkLst>
            <pc:docMk/>
            <pc:sldMk cId="2637264580" sldId="285"/>
            <ac:picMk id="36" creationId="{A4E2C417-754E-61B1-C0F8-A700B71EE6F4}"/>
          </ac:picMkLst>
        </pc:picChg>
        <pc:picChg chg="add mod">
          <ac:chgData name="musukie52@gmail.com" userId="017bd91f96aa8751" providerId="LiveId" clId="{5B2C3894-F97E-4CAB-8812-5BB4D83AAC6A}" dt="2026-02-07T06:23:15.473" v="139" actId="1076"/>
          <ac:picMkLst>
            <pc:docMk/>
            <pc:sldMk cId="2637264580" sldId="285"/>
            <ac:picMk id="37" creationId="{38748849-B7A3-85DF-5F7D-1DAE4CB6CA97}"/>
          </ac:picMkLst>
        </pc:picChg>
        <pc:picChg chg="add mod">
          <ac:chgData name="musukie52@gmail.com" userId="017bd91f96aa8751" providerId="LiveId" clId="{5B2C3894-F97E-4CAB-8812-5BB4D83AAC6A}" dt="2026-02-07T06:23:14.572" v="138" actId="1076"/>
          <ac:picMkLst>
            <pc:docMk/>
            <pc:sldMk cId="2637264580" sldId="285"/>
            <ac:picMk id="38" creationId="{6399FEE8-CBA2-F715-03C4-B2823B3A06ED}"/>
          </ac:picMkLst>
        </pc:picChg>
        <pc:picChg chg="add mod">
          <ac:chgData name="musukie52@gmail.com" userId="017bd91f96aa8751" providerId="LiveId" clId="{5B2C3894-F97E-4CAB-8812-5BB4D83AAC6A}" dt="2026-02-07T06:23:29.621" v="142" actId="1076"/>
          <ac:picMkLst>
            <pc:docMk/>
            <pc:sldMk cId="2637264580" sldId="285"/>
            <ac:picMk id="39" creationId="{025D1A28-6864-A324-A953-C93F730DC663}"/>
          </ac:picMkLst>
        </pc:picChg>
        <pc:picChg chg="add mod">
          <ac:chgData name="musukie52@gmail.com" userId="017bd91f96aa8751" providerId="LiveId" clId="{5B2C3894-F97E-4CAB-8812-5BB4D83AAC6A}" dt="2026-02-07T06:24:24.249" v="148" actId="1076"/>
          <ac:picMkLst>
            <pc:docMk/>
            <pc:sldMk cId="2637264580" sldId="285"/>
            <ac:picMk id="40" creationId="{3E6D927B-C911-DC66-6BD2-E4D193DC6F87}"/>
          </ac:picMkLst>
        </pc:picChg>
        <pc:picChg chg="add mod">
          <ac:chgData name="musukie52@gmail.com" userId="017bd91f96aa8751" providerId="LiveId" clId="{5B2C3894-F97E-4CAB-8812-5BB4D83AAC6A}" dt="2026-02-07T06:24:26.019" v="149" actId="1076"/>
          <ac:picMkLst>
            <pc:docMk/>
            <pc:sldMk cId="2637264580" sldId="285"/>
            <ac:picMk id="41" creationId="{530F8F33-71D0-DA84-A145-CA47F1C8B711}"/>
          </ac:picMkLst>
        </pc:picChg>
        <pc:picChg chg="add mod">
          <ac:chgData name="musukie52@gmail.com" userId="017bd91f96aa8751" providerId="LiveId" clId="{5B2C3894-F97E-4CAB-8812-5BB4D83AAC6A}" dt="2026-02-07T06:24:35.048" v="152" actId="1076"/>
          <ac:picMkLst>
            <pc:docMk/>
            <pc:sldMk cId="2637264580" sldId="285"/>
            <ac:picMk id="42" creationId="{0E8FFF9C-7C6A-AB91-1D84-A9E0C4C75184}"/>
          </ac:picMkLst>
        </pc:picChg>
        <pc:picChg chg="add mod">
          <ac:chgData name="musukie52@gmail.com" userId="017bd91f96aa8751" providerId="LiveId" clId="{5B2C3894-F97E-4CAB-8812-5BB4D83AAC6A}" dt="2026-02-07T06:24:32.885" v="151" actId="14100"/>
          <ac:picMkLst>
            <pc:docMk/>
            <pc:sldMk cId="2637264580" sldId="285"/>
            <ac:picMk id="43" creationId="{BD1213AD-35CE-D5B0-3A4D-F318D20784E7}"/>
          </ac:picMkLst>
        </pc:picChg>
        <pc:picChg chg="add mod">
          <ac:chgData name="musukie52@gmail.com" userId="017bd91f96aa8751" providerId="LiveId" clId="{5B2C3894-F97E-4CAB-8812-5BB4D83AAC6A}" dt="2026-02-07T06:25:50.377" v="161" actId="1076"/>
          <ac:picMkLst>
            <pc:docMk/>
            <pc:sldMk cId="2637264580" sldId="285"/>
            <ac:picMk id="44" creationId="{508DD1DF-A714-E9EB-4B95-752F05640A6C}"/>
          </ac:picMkLst>
        </pc:picChg>
        <pc:picChg chg="add mod">
          <ac:chgData name="musukie52@gmail.com" userId="017bd91f96aa8751" providerId="LiveId" clId="{5B2C3894-F97E-4CAB-8812-5BB4D83AAC6A}" dt="2026-02-07T06:25:50.377" v="161" actId="1076"/>
          <ac:picMkLst>
            <pc:docMk/>
            <pc:sldMk cId="2637264580" sldId="285"/>
            <ac:picMk id="45" creationId="{DE369E86-5A55-B9DD-D279-6414EBD8900C}"/>
          </ac:picMkLst>
        </pc:picChg>
        <pc:picChg chg="add mod">
          <ac:chgData name="musukie52@gmail.com" userId="017bd91f96aa8751" providerId="LiveId" clId="{5B2C3894-F97E-4CAB-8812-5BB4D83AAC6A}" dt="2026-02-07T06:25:50.377" v="161" actId="1076"/>
          <ac:picMkLst>
            <pc:docMk/>
            <pc:sldMk cId="2637264580" sldId="285"/>
            <ac:picMk id="46" creationId="{46C6452A-5CFC-F71B-7FFD-5CEDA0D6619F}"/>
          </ac:picMkLst>
        </pc:picChg>
      </pc:sldChg>
      <pc:sldChg chg="add del">
        <pc:chgData name="musukie52@gmail.com" userId="017bd91f96aa8751" providerId="LiveId" clId="{5B2C3894-F97E-4CAB-8812-5BB4D83AAC6A}" dt="2026-02-07T06:13:07.886" v="25"/>
        <pc:sldMkLst>
          <pc:docMk/>
          <pc:sldMk cId="3743616522" sldId="2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133063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image" Target="../media/image22.png"/><Relationship Id="rId21" Type="http://schemas.openxmlformats.org/officeDocument/2006/relationships/image" Target="../media/image11.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notesSlide" Target="../notesSlides/notesSlide5.xml"/><Relationship Id="rId16" Type="http://schemas.openxmlformats.org/officeDocument/2006/relationships/image" Target="../media/image35.png"/><Relationship Id="rId20"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5" Type="http://schemas.openxmlformats.org/officeDocument/2006/relationships/image" Target="../media/image34.png"/><Relationship Id="rId10" Type="http://schemas.openxmlformats.org/officeDocument/2006/relationships/image" Target="../media/image29.png"/><Relationship Id="rId19" Type="http://schemas.openxmlformats.org/officeDocument/2006/relationships/image" Target="../media/image38.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slides/_rels/slide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7.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12.png"/><Relationship Id="rId7"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5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10.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12.png"/><Relationship Id="rId7" Type="http://schemas.openxmlformats.org/officeDocument/2006/relationships/image" Target="../media/image6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11.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12.png"/><Relationship Id="rId7" Type="http://schemas.openxmlformats.org/officeDocument/2006/relationships/image" Target="../media/image6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8.png"/></Relationships>
</file>

<file path=ppt/slides/_rels/slide12.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2.png"/><Relationship Id="rId11" Type="http://schemas.openxmlformats.org/officeDocument/2006/relationships/image" Target="../media/image77.png"/><Relationship Id="rId5" Type="http://schemas.openxmlformats.org/officeDocument/2006/relationships/image" Target="../media/image71.png"/><Relationship Id="rId10" Type="http://schemas.openxmlformats.org/officeDocument/2006/relationships/image" Target="../media/image76.png"/><Relationship Id="rId4" Type="http://schemas.openxmlformats.org/officeDocument/2006/relationships/image" Target="../media/image70.png"/><Relationship Id="rId9" Type="http://schemas.openxmlformats.org/officeDocument/2006/relationships/image" Target="../media/image75.png"/></Relationships>
</file>

<file path=ppt/slides/_rels/slide13.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12.png"/><Relationship Id="rId7" Type="http://schemas.openxmlformats.org/officeDocument/2006/relationships/image" Target="../media/image8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image" Target="../media/image79.png"/><Relationship Id="rId10"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3.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1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9.png"/></Relationships>
</file>

<file path=ppt/slides/_rels/slide16.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png"/><Relationship Id="rId3" Type="http://schemas.openxmlformats.org/officeDocument/2006/relationships/image" Target="../media/image90.png"/><Relationship Id="rId7" Type="http://schemas.openxmlformats.org/officeDocument/2006/relationships/image" Target="../media/image94.png"/><Relationship Id="rId12" Type="http://schemas.openxmlformats.org/officeDocument/2006/relationships/image" Target="../media/image9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93.png"/><Relationship Id="rId11" Type="http://schemas.openxmlformats.org/officeDocument/2006/relationships/image" Target="../media/image98.png"/><Relationship Id="rId5" Type="http://schemas.openxmlformats.org/officeDocument/2006/relationships/image" Target="../media/image92.pn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s>
</file>

<file path=ppt/slides/_rels/slide17.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91.png"/><Relationship Id="rId3" Type="http://schemas.openxmlformats.org/officeDocument/2006/relationships/image" Target="../media/image102.png"/><Relationship Id="rId7" Type="http://schemas.openxmlformats.org/officeDocument/2006/relationships/image" Target="../media/image106.png"/><Relationship Id="rId12" Type="http://schemas.openxmlformats.org/officeDocument/2006/relationships/image" Target="../media/image111.png"/><Relationship Id="rId17" Type="http://schemas.openxmlformats.org/officeDocument/2006/relationships/image" Target="../media/image99.png"/><Relationship Id="rId2" Type="http://schemas.openxmlformats.org/officeDocument/2006/relationships/notesSlide" Target="../notesSlides/notesSlide17.xml"/><Relationship Id="rId16" Type="http://schemas.openxmlformats.org/officeDocument/2006/relationships/image" Target="../media/image98.png"/><Relationship Id="rId1" Type="http://schemas.openxmlformats.org/officeDocument/2006/relationships/slideLayout" Target="../slideLayouts/slideLayout1.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5" Type="http://schemas.openxmlformats.org/officeDocument/2006/relationships/image" Target="../media/image97.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92.png"/></Relationships>
</file>

<file path=ppt/slides/_rels/slide18.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12.png"/><Relationship Id="rId7" Type="http://schemas.openxmlformats.org/officeDocument/2006/relationships/image" Target="../media/image11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15.png"/><Relationship Id="rId11" Type="http://schemas.openxmlformats.org/officeDocument/2006/relationships/image" Target="../media/image120.png"/><Relationship Id="rId5" Type="http://schemas.openxmlformats.org/officeDocument/2006/relationships/image" Target="../media/image114.png"/><Relationship Id="rId10" Type="http://schemas.openxmlformats.org/officeDocument/2006/relationships/image" Target="../media/image119.png"/><Relationship Id="rId4" Type="http://schemas.openxmlformats.org/officeDocument/2006/relationships/image" Target="../media/image113.png"/><Relationship Id="rId9" Type="http://schemas.openxmlformats.org/officeDocument/2006/relationships/image" Target="../media/image118.png"/></Relationships>
</file>

<file path=ppt/slides/_rels/slide19.xml.rels><?xml version="1.0" encoding="UTF-8" standalone="yes"?>
<Relationships xmlns="http://schemas.openxmlformats.org/package/2006/relationships"><Relationship Id="rId3" Type="http://schemas.openxmlformats.org/officeDocument/2006/relationships/image" Target="../media/image121.png"/><Relationship Id="rId7" Type="http://schemas.openxmlformats.org/officeDocument/2006/relationships/image" Target="../media/image125.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122.png"/></Relationships>
</file>

<file path=ppt/slides/_rels/slide20.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s>
</file>

<file path=ppt/slides/_rels/slide2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22.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image" Target="../media/image134.png"/><Relationship Id="rId7" Type="http://schemas.openxmlformats.org/officeDocument/2006/relationships/image" Target="../media/image138.png"/><Relationship Id="rId12" Type="http://schemas.openxmlformats.org/officeDocument/2006/relationships/image" Target="../media/image143.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37.png"/><Relationship Id="rId11" Type="http://schemas.openxmlformats.org/officeDocument/2006/relationships/image" Target="../media/image142.png"/><Relationship Id="rId5" Type="http://schemas.openxmlformats.org/officeDocument/2006/relationships/image" Target="../media/image136.png"/><Relationship Id="rId10" Type="http://schemas.openxmlformats.org/officeDocument/2006/relationships/image" Target="../media/image141.png"/><Relationship Id="rId4" Type="http://schemas.openxmlformats.org/officeDocument/2006/relationships/image" Target="../media/image135.png"/><Relationship Id="rId9" Type="http://schemas.openxmlformats.org/officeDocument/2006/relationships/image" Target="../media/image140.png"/></Relationships>
</file>

<file path=ppt/slides/_rels/slide23.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46.png"/><Relationship Id="rId4" Type="http://schemas.openxmlformats.org/officeDocument/2006/relationships/image" Target="../media/image145.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25.xml.rels><?xml version="1.0" encoding="UTF-8" standalone="yes"?>
<Relationships xmlns="http://schemas.openxmlformats.org/package/2006/relationships"><Relationship Id="rId8" Type="http://schemas.openxmlformats.org/officeDocument/2006/relationships/image" Target="../media/image155.png"/><Relationship Id="rId13" Type="http://schemas.openxmlformats.org/officeDocument/2006/relationships/image" Target="../media/image160.png"/><Relationship Id="rId3" Type="http://schemas.openxmlformats.org/officeDocument/2006/relationships/image" Target="../media/image150.png"/><Relationship Id="rId7" Type="http://schemas.openxmlformats.org/officeDocument/2006/relationships/image" Target="../media/image154.png"/><Relationship Id="rId12" Type="http://schemas.openxmlformats.org/officeDocument/2006/relationships/image" Target="../media/image159.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53.png"/><Relationship Id="rId11" Type="http://schemas.openxmlformats.org/officeDocument/2006/relationships/image" Target="../media/image158.png"/><Relationship Id="rId5" Type="http://schemas.openxmlformats.org/officeDocument/2006/relationships/image" Target="../media/image152.png"/><Relationship Id="rId15" Type="http://schemas.openxmlformats.org/officeDocument/2006/relationships/image" Target="../media/image162.png"/><Relationship Id="rId10" Type="http://schemas.openxmlformats.org/officeDocument/2006/relationships/image" Target="../media/image157.png"/><Relationship Id="rId4" Type="http://schemas.openxmlformats.org/officeDocument/2006/relationships/image" Target="../media/image151.png"/><Relationship Id="rId9" Type="http://schemas.openxmlformats.org/officeDocument/2006/relationships/image" Target="../media/image156.png"/><Relationship Id="rId14" Type="http://schemas.openxmlformats.org/officeDocument/2006/relationships/image" Target="../media/image161.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64.png"/></Relationships>
</file>

<file path=ppt/slides/_rels/slide28.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68.png"/><Relationship Id="rId5" Type="http://schemas.openxmlformats.org/officeDocument/2006/relationships/image" Target="../media/image167.png"/><Relationship Id="rId4" Type="http://schemas.openxmlformats.org/officeDocument/2006/relationships/image" Target="../media/image166.png"/></Relationships>
</file>

<file path=ppt/slides/_rels/slide29.xml.rels><?xml version="1.0" encoding="UTF-8" standalone="yes"?>
<Relationships xmlns="http://schemas.openxmlformats.org/package/2006/relationships"><Relationship Id="rId13" Type="http://schemas.openxmlformats.org/officeDocument/2006/relationships/image" Target="../media/image54.png"/><Relationship Id="rId18" Type="http://schemas.openxmlformats.org/officeDocument/2006/relationships/image" Target="../media/image76.png"/><Relationship Id="rId26" Type="http://schemas.openxmlformats.org/officeDocument/2006/relationships/image" Target="../media/image84.png"/><Relationship Id="rId3" Type="http://schemas.openxmlformats.org/officeDocument/2006/relationships/image" Target="../media/image35.png"/><Relationship Id="rId21" Type="http://schemas.openxmlformats.org/officeDocument/2006/relationships/image" Target="../media/image86.png"/><Relationship Id="rId34" Type="http://schemas.openxmlformats.org/officeDocument/2006/relationships/image" Target="../media/image148.png"/><Relationship Id="rId7" Type="http://schemas.openxmlformats.org/officeDocument/2006/relationships/image" Target="../media/image39.png"/><Relationship Id="rId12" Type="http://schemas.openxmlformats.org/officeDocument/2006/relationships/image" Target="../media/image53.png"/><Relationship Id="rId17" Type="http://schemas.openxmlformats.org/officeDocument/2006/relationships/image" Target="../media/image75.png"/><Relationship Id="rId25" Type="http://schemas.openxmlformats.org/officeDocument/2006/relationships/image" Target="../media/image82.png"/><Relationship Id="rId33" Type="http://schemas.openxmlformats.org/officeDocument/2006/relationships/image" Target="../media/image147.png"/><Relationship Id="rId2" Type="http://schemas.openxmlformats.org/officeDocument/2006/relationships/image" Target="../media/image34.png"/><Relationship Id="rId16" Type="http://schemas.openxmlformats.org/officeDocument/2006/relationships/image" Target="../media/image74.png"/><Relationship Id="rId20" Type="http://schemas.openxmlformats.org/officeDocument/2006/relationships/image" Target="../media/image85.png"/><Relationship Id="rId29" Type="http://schemas.openxmlformats.org/officeDocument/2006/relationships/image" Target="../media/image111.png"/><Relationship Id="rId1" Type="http://schemas.openxmlformats.org/officeDocument/2006/relationships/slideLayout" Target="../slideLayouts/slideLayout1.xml"/><Relationship Id="rId6" Type="http://schemas.openxmlformats.org/officeDocument/2006/relationships/image" Target="../media/image38.png"/><Relationship Id="rId11" Type="http://schemas.openxmlformats.org/officeDocument/2006/relationships/image" Target="../media/image52.png"/><Relationship Id="rId24" Type="http://schemas.openxmlformats.org/officeDocument/2006/relationships/image" Target="../media/image80.png"/><Relationship Id="rId32" Type="http://schemas.openxmlformats.org/officeDocument/2006/relationships/image" Target="../media/image99.png"/><Relationship Id="rId5" Type="http://schemas.openxmlformats.org/officeDocument/2006/relationships/image" Target="../media/image37.png"/><Relationship Id="rId15" Type="http://schemas.openxmlformats.org/officeDocument/2006/relationships/image" Target="../media/image72.png"/><Relationship Id="rId23" Type="http://schemas.openxmlformats.org/officeDocument/2006/relationships/image" Target="../media/image78.png"/><Relationship Id="rId28" Type="http://schemas.openxmlformats.org/officeDocument/2006/relationships/image" Target="../media/image104.png"/><Relationship Id="rId10" Type="http://schemas.openxmlformats.org/officeDocument/2006/relationships/image" Target="../media/image51.png"/><Relationship Id="rId19" Type="http://schemas.openxmlformats.org/officeDocument/2006/relationships/image" Target="../media/image77.png"/><Relationship Id="rId31" Type="http://schemas.openxmlformats.org/officeDocument/2006/relationships/image" Target="../media/image97.png"/><Relationship Id="rId4" Type="http://schemas.openxmlformats.org/officeDocument/2006/relationships/image" Target="../media/image36.png"/><Relationship Id="rId9" Type="http://schemas.openxmlformats.org/officeDocument/2006/relationships/image" Target="../media/image57.png"/><Relationship Id="rId14" Type="http://schemas.openxmlformats.org/officeDocument/2006/relationships/image" Target="../media/image63.png"/><Relationship Id="rId22" Type="http://schemas.openxmlformats.org/officeDocument/2006/relationships/image" Target="../media/image87.png"/><Relationship Id="rId27" Type="http://schemas.openxmlformats.org/officeDocument/2006/relationships/image" Target="../media/image103.png"/><Relationship Id="rId30" Type="http://schemas.openxmlformats.org/officeDocument/2006/relationships/image" Target="../media/image91.png"/><Relationship Id="rId35" Type="http://schemas.openxmlformats.org/officeDocument/2006/relationships/image" Target="../media/image145.png"/><Relationship Id="rId8" Type="http://schemas.openxmlformats.org/officeDocument/2006/relationships/image" Target="../media/image2.png"/></Relationships>
</file>

<file path=ppt/slides/_rels/slide30.xml.rels><?xml version="1.0" encoding="UTF-8" standalone="yes"?>
<Relationships xmlns="http://schemas.openxmlformats.org/package/2006/relationships"><Relationship Id="rId13" Type="http://schemas.openxmlformats.org/officeDocument/2006/relationships/image" Target="../media/image18.png"/><Relationship Id="rId18" Type="http://schemas.openxmlformats.org/officeDocument/2006/relationships/image" Target="../media/image41.png"/><Relationship Id="rId26" Type="http://schemas.openxmlformats.org/officeDocument/2006/relationships/image" Target="../media/image133.png"/><Relationship Id="rId3" Type="http://schemas.openxmlformats.org/officeDocument/2006/relationships/image" Target="../media/image24.png"/><Relationship Id="rId21" Type="http://schemas.openxmlformats.org/officeDocument/2006/relationships/image" Target="../media/image65.png"/><Relationship Id="rId34" Type="http://schemas.openxmlformats.org/officeDocument/2006/relationships/image" Target="../media/image168.png"/><Relationship Id="rId7" Type="http://schemas.openxmlformats.org/officeDocument/2006/relationships/image" Target="../media/image29.png"/><Relationship Id="rId12" Type="http://schemas.openxmlformats.org/officeDocument/2006/relationships/image" Target="../media/image25.png"/><Relationship Id="rId17" Type="http://schemas.openxmlformats.org/officeDocument/2006/relationships/image" Target="../media/image13.png"/><Relationship Id="rId25" Type="http://schemas.openxmlformats.org/officeDocument/2006/relationships/image" Target="../media/image131.png"/><Relationship Id="rId33" Type="http://schemas.openxmlformats.org/officeDocument/2006/relationships/image" Target="../media/image167.png"/><Relationship Id="rId2" Type="http://schemas.openxmlformats.org/officeDocument/2006/relationships/image" Target="../media/image23.png"/><Relationship Id="rId16" Type="http://schemas.openxmlformats.org/officeDocument/2006/relationships/image" Target="../media/image21.png"/><Relationship Id="rId20" Type="http://schemas.openxmlformats.org/officeDocument/2006/relationships/image" Target="../media/image45.png"/><Relationship Id="rId29" Type="http://schemas.openxmlformats.org/officeDocument/2006/relationships/image" Target="../media/image136.png"/><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3.png"/><Relationship Id="rId24" Type="http://schemas.openxmlformats.org/officeDocument/2006/relationships/image" Target="../media/image73.png"/><Relationship Id="rId32" Type="http://schemas.openxmlformats.org/officeDocument/2006/relationships/image" Target="../media/image166.png"/><Relationship Id="rId5" Type="http://schemas.openxmlformats.org/officeDocument/2006/relationships/image" Target="../media/image27.png"/><Relationship Id="rId15" Type="http://schemas.openxmlformats.org/officeDocument/2006/relationships/image" Target="../media/image20.png"/><Relationship Id="rId23" Type="http://schemas.openxmlformats.org/officeDocument/2006/relationships/image" Target="../media/image67.png"/><Relationship Id="rId28" Type="http://schemas.openxmlformats.org/officeDocument/2006/relationships/image" Target="../media/image135.png"/><Relationship Id="rId10" Type="http://schemas.openxmlformats.org/officeDocument/2006/relationships/image" Target="../media/image32.png"/><Relationship Id="rId19" Type="http://schemas.openxmlformats.org/officeDocument/2006/relationships/image" Target="../media/image44.png"/><Relationship Id="rId31" Type="http://schemas.openxmlformats.org/officeDocument/2006/relationships/image" Target="../media/image142.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19.png"/><Relationship Id="rId22" Type="http://schemas.openxmlformats.org/officeDocument/2006/relationships/image" Target="../media/image66.png"/><Relationship Id="rId27" Type="http://schemas.openxmlformats.org/officeDocument/2006/relationships/image" Target="../media/image127.png"/><Relationship Id="rId30" Type="http://schemas.openxmlformats.org/officeDocument/2006/relationships/image" Target="../media/image139.png"/><Relationship Id="rId8"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2454855" y="1226046"/>
            <a:ext cx="4234262" cy="1930598"/>
          </a:xfrm>
          <a:prstGeom prst="rect">
            <a:avLst/>
          </a:prstGeom>
          <a:solidFill>
            <a:srgbClr val="FFFFFF"/>
          </a:solidFill>
          <a:ln w="54864">
            <a:solidFill>
              <a:srgbClr val="000000"/>
            </a:solidFill>
            <a:prstDash val="solid"/>
          </a:ln>
        </p:spPr>
      </p:sp>
      <p:sp>
        <p:nvSpPr>
          <p:cNvPr id="4" name="Text 1"/>
          <p:cNvSpPr/>
          <p:nvPr/>
        </p:nvSpPr>
        <p:spPr>
          <a:xfrm>
            <a:off x="3083505" y="1568946"/>
            <a:ext cx="2976962" cy="1244798"/>
          </a:xfrm>
          <a:prstGeom prst="rect">
            <a:avLst/>
          </a:prstGeom>
          <a:noFill/>
          <a:ln/>
        </p:spPr>
        <p:txBody>
          <a:bodyPr wrap="none" lIns="0" tIns="0" rIns="0" bIns="0" rtlCol="0" anchor="t">
            <a:spAutoFit/>
          </a:bodyPr>
          <a:lstStyle/>
          <a:p>
            <a:pPr marL="0" indent="0" algn="ctr">
              <a:lnSpc>
                <a:spcPts val="8100"/>
              </a:lnSpc>
              <a:buNone/>
            </a:pPr>
            <a:r>
              <a:rPr lang="en-US" sz="6218" b="1" kern="0" spc="3" dirty="0">
                <a:solidFill>
                  <a:srgbClr val="1A0D2E"/>
                </a:solidFill>
              </a:rPr>
              <a:t>넌 착해!</a:t>
            </a:r>
            <a:endParaRPr lang="en-US" sz="6218" dirty="0"/>
          </a:p>
        </p:txBody>
      </p:sp>
      <p:sp>
        <p:nvSpPr>
          <p:cNvPr id="5" name="Text 2"/>
          <p:cNvSpPr/>
          <p:nvPr/>
        </p:nvSpPr>
        <p:spPr>
          <a:xfrm>
            <a:off x="3375254" y="3528120"/>
            <a:ext cx="2393463" cy="332184"/>
          </a:xfrm>
          <a:prstGeom prst="rect">
            <a:avLst/>
          </a:prstGeom>
          <a:noFill/>
          <a:ln/>
        </p:spPr>
        <p:txBody>
          <a:bodyPr wrap="none" lIns="0" tIns="0" rIns="0" bIns="0" rtlCol="0" anchor="t">
            <a:spAutoFit/>
          </a:bodyPr>
          <a:lstStyle/>
          <a:p>
            <a:pPr marL="0" indent="0" algn="l">
              <a:lnSpc>
                <a:spcPts val="2200"/>
              </a:lnSpc>
              <a:buNone/>
            </a:pPr>
            <a:r>
              <a:rPr lang="en-US" sz="1602" b="1" kern="0" spc="2" dirty="0">
                <a:solidFill>
                  <a:srgbClr val="FFD700"/>
                </a:solidFill>
              </a:rPr>
              <a:t>네러티브 중심 어드벤처</a:t>
            </a:r>
            <a:endParaRPr lang="en-US" sz="1602" dirty="0"/>
          </a:p>
        </p:txBody>
      </p:sp>
      <p:pic>
        <p:nvPicPr>
          <p:cNvPr id="6" name="Image 1" descr="preencoded.png"/>
          <p:cNvPicPr>
            <a:picLocks noChangeAspect="1"/>
          </p:cNvPicPr>
          <p:nvPr/>
        </p:nvPicPr>
        <p:blipFill>
          <a:blip r:embed="rId4"/>
          <a:stretch>
            <a:fillRect/>
          </a:stretch>
        </p:blipFill>
        <p:spPr>
          <a:xfrm>
            <a:off x="4286250" y="3904059"/>
            <a:ext cx="571500" cy="571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571500" y="428625"/>
            <a:ext cx="1259588" cy="698302"/>
          </a:xfrm>
          <a:prstGeom prst="rect">
            <a:avLst/>
          </a:prstGeom>
          <a:solidFill>
            <a:srgbClr val="FFFFFF"/>
          </a:solidFill>
          <a:ln w="27432">
            <a:solidFill>
              <a:srgbClr val="000000"/>
            </a:solidFill>
            <a:prstDash val="solid"/>
          </a:ln>
        </p:spPr>
      </p:sp>
      <p:sp>
        <p:nvSpPr>
          <p:cNvPr id="4" name="Text 1"/>
          <p:cNvSpPr/>
          <p:nvPr/>
        </p:nvSpPr>
        <p:spPr>
          <a:xfrm>
            <a:off x="857250" y="500063"/>
            <a:ext cx="630938" cy="498277"/>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A0D2E"/>
                </a:solidFill>
              </a:rPr>
              <a:t>목차</a:t>
            </a:r>
            <a:endParaRPr lang="en-US" sz="2436" dirty="0"/>
          </a:p>
        </p:txBody>
      </p:sp>
      <p:sp>
        <p:nvSpPr>
          <p:cNvPr id="5" name="Text 2"/>
          <p:cNvSpPr/>
          <p:nvPr/>
        </p:nvSpPr>
        <p:spPr>
          <a:xfrm>
            <a:off x="571500" y="1826121"/>
            <a:ext cx="1428750" cy="373261"/>
          </a:xfrm>
          <a:prstGeom prst="rect">
            <a:avLst/>
          </a:prstGeom>
          <a:noFill/>
          <a:ln/>
        </p:spPr>
        <p:txBody>
          <a:bodyPr wrap="none" lIns="0" tIns="0" rIns="102108" bIns="0" rtlCol="0" anchor="t">
            <a:spAutoFit/>
          </a:bodyPr>
          <a:lstStyle/>
          <a:p>
            <a:pPr marL="0" indent="0" algn="l">
              <a:lnSpc>
                <a:spcPts val="2400"/>
              </a:lnSpc>
              <a:buNone/>
            </a:pPr>
            <a:r>
              <a:rPr lang="en-US" sz="1924" dirty="0">
                <a:solidFill>
                  <a:srgbClr val="FFD700"/>
                </a:solidFill>
              </a:rPr>
              <a:t>개요</a:t>
            </a:r>
            <a:endParaRPr lang="en-US" sz="1924" dirty="0"/>
          </a:p>
        </p:txBody>
      </p:sp>
      <p:pic>
        <p:nvPicPr>
          <p:cNvPr id="6" name="Image 1" descr="preencoded.png"/>
          <p:cNvPicPr>
            <a:picLocks noChangeAspect="1"/>
          </p:cNvPicPr>
          <p:nvPr/>
        </p:nvPicPr>
        <p:blipFill>
          <a:blip r:embed="rId4"/>
          <a:stretch>
            <a:fillRect/>
          </a:stretch>
        </p:blipFill>
        <p:spPr>
          <a:xfrm>
            <a:off x="2286000" y="1787723"/>
            <a:ext cx="57150" cy="114300"/>
          </a:xfrm>
          <a:prstGeom prst="rect">
            <a:avLst/>
          </a:prstGeom>
        </p:spPr>
      </p:pic>
      <p:sp>
        <p:nvSpPr>
          <p:cNvPr id="7" name="Text 3"/>
          <p:cNvSpPr/>
          <p:nvPr/>
        </p:nvSpPr>
        <p:spPr>
          <a:xfrm>
            <a:off x="2414588" y="1719858"/>
            <a:ext cx="473218"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방향성</a:t>
            </a:r>
            <a:endParaRPr lang="en-US" sz="1269" dirty="0"/>
          </a:p>
        </p:txBody>
      </p:sp>
      <p:pic>
        <p:nvPicPr>
          <p:cNvPr id="8" name="Image 2" descr="preencoded.png"/>
          <p:cNvPicPr>
            <a:picLocks noChangeAspect="1"/>
          </p:cNvPicPr>
          <p:nvPr/>
        </p:nvPicPr>
        <p:blipFill>
          <a:blip r:embed="rId5"/>
          <a:stretch>
            <a:fillRect/>
          </a:stretch>
        </p:blipFill>
        <p:spPr>
          <a:xfrm>
            <a:off x="2973530" y="1787723"/>
            <a:ext cx="57150" cy="114300"/>
          </a:xfrm>
          <a:prstGeom prst="rect">
            <a:avLst/>
          </a:prstGeom>
        </p:spPr>
      </p:pic>
      <p:sp>
        <p:nvSpPr>
          <p:cNvPr id="9" name="Text 4"/>
          <p:cNvSpPr/>
          <p:nvPr/>
        </p:nvSpPr>
        <p:spPr>
          <a:xfrm>
            <a:off x="3102118" y="1719858"/>
            <a:ext cx="833251"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게임의 정의</a:t>
            </a:r>
            <a:endParaRPr lang="en-US" sz="1269" dirty="0"/>
          </a:p>
        </p:txBody>
      </p:sp>
      <p:pic>
        <p:nvPicPr>
          <p:cNvPr id="10" name="Image 3" descr="preencoded.png"/>
          <p:cNvPicPr>
            <a:picLocks noChangeAspect="1"/>
          </p:cNvPicPr>
          <p:nvPr/>
        </p:nvPicPr>
        <p:blipFill>
          <a:blip r:embed="rId4"/>
          <a:stretch>
            <a:fillRect/>
          </a:stretch>
        </p:blipFill>
        <p:spPr>
          <a:xfrm>
            <a:off x="2286000" y="2123480"/>
            <a:ext cx="57150" cy="114300"/>
          </a:xfrm>
          <a:prstGeom prst="rect">
            <a:avLst/>
          </a:prstGeom>
        </p:spPr>
      </p:pic>
      <p:sp>
        <p:nvSpPr>
          <p:cNvPr id="11" name="Text 5"/>
          <p:cNvSpPr/>
          <p:nvPr/>
        </p:nvSpPr>
        <p:spPr>
          <a:xfrm>
            <a:off x="2414588" y="2055614"/>
            <a:ext cx="1035565"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컨텐츠 볼륨 맵</a:t>
            </a:r>
            <a:endParaRPr lang="en-US" sz="1269" dirty="0"/>
          </a:p>
        </p:txBody>
      </p:sp>
      <p:sp>
        <p:nvSpPr>
          <p:cNvPr id="12" name="Text 6"/>
          <p:cNvSpPr/>
          <p:nvPr/>
        </p:nvSpPr>
        <p:spPr>
          <a:xfrm>
            <a:off x="4714875" y="1826121"/>
            <a:ext cx="1428750" cy="373261"/>
          </a:xfrm>
          <a:prstGeom prst="rect">
            <a:avLst/>
          </a:prstGeom>
          <a:noFill/>
          <a:ln/>
        </p:spPr>
        <p:txBody>
          <a:bodyPr wrap="none" lIns="0" tIns="0" rIns="102108" bIns="0" rtlCol="0" anchor="t">
            <a:spAutoFit/>
          </a:bodyPr>
          <a:lstStyle/>
          <a:p>
            <a:pPr marL="0" indent="0" algn="l">
              <a:lnSpc>
                <a:spcPts val="2400"/>
              </a:lnSpc>
              <a:buNone/>
            </a:pPr>
            <a:r>
              <a:rPr lang="en-US" sz="1924" dirty="0">
                <a:solidFill>
                  <a:srgbClr val="FFD700"/>
                </a:solidFill>
              </a:rPr>
              <a:t>설정</a:t>
            </a:r>
            <a:endParaRPr lang="en-US" sz="1924" dirty="0"/>
          </a:p>
        </p:txBody>
      </p:sp>
      <p:pic>
        <p:nvPicPr>
          <p:cNvPr id="13" name="Image 4" descr="preencoded.png"/>
          <p:cNvPicPr>
            <a:picLocks noChangeAspect="1"/>
          </p:cNvPicPr>
          <p:nvPr/>
        </p:nvPicPr>
        <p:blipFill>
          <a:blip r:embed="rId4"/>
          <a:stretch>
            <a:fillRect/>
          </a:stretch>
        </p:blipFill>
        <p:spPr>
          <a:xfrm>
            <a:off x="6429375" y="1451967"/>
            <a:ext cx="57150" cy="114300"/>
          </a:xfrm>
          <a:prstGeom prst="rect">
            <a:avLst/>
          </a:prstGeom>
        </p:spPr>
      </p:pic>
      <p:sp>
        <p:nvSpPr>
          <p:cNvPr id="14" name="Text 7"/>
          <p:cNvSpPr/>
          <p:nvPr/>
        </p:nvSpPr>
        <p:spPr>
          <a:xfrm>
            <a:off x="6557963" y="1384102"/>
            <a:ext cx="833251"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인물 관계도</a:t>
            </a:r>
            <a:endParaRPr lang="en-US" sz="1269" dirty="0"/>
          </a:p>
        </p:txBody>
      </p:sp>
      <p:pic>
        <p:nvPicPr>
          <p:cNvPr id="15" name="Image 5" descr="preencoded.png"/>
          <p:cNvPicPr>
            <a:picLocks noChangeAspect="1"/>
          </p:cNvPicPr>
          <p:nvPr/>
        </p:nvPicPr>
        <p:blipFill>
          <a:blip r:embed="rId6"/>
          <a:stretch>
            <a:fillRect/>
          </a:stretch>
        </p:blipFill>
        <p:spPr>
          <a:xfrm>
            <a:off x="7476939" y="1451967"/>
            <a:ext cx="57150" cy="114300"/>
          </a:xfrm>
          <a:prstGeom prst="rect">
            <a:avLst/>
          </a:prstGeom>
        </p:spPr>
      </p:pic>
      <p:sp>
        <p:nvSpPr>
          <p:cNvPr id="16" name="Text 8"/>
          <p:cNvSpPr/>
          <p:nvPr/>
        </p:nvSpPr>
        <p:spPr>
          <a:xfrm>
            <a:off x="7605526" y="1384102"/>
            <a:ext cx="675531"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인물 소개</a:t>
            </a:r>
            <a:endParaRPr lang="en-US" sz="1269" dirty="0"/>
          </a:p>
        </p:txBody>
      </p:sp>
      <p:pic>
        <p:nvPicPr>
          <p:cNvPr id="17" name="Image 6" descr="preencoded.png"/>
          <p:cNvPicPr>
            <a:picLocks noChangeAspect="1"/>
          </p:cNvPicPr>
          <p:nvPr/>
        </p:nvPicPr>
        <p:blipFill>
          <a:blip r:embed="rId4"/>
          <a:stretch>
            <a:fillRect/>
          </a:stretch>
        </p:blipFill>
        <p:spPr>
          <a:xfrm>
            <a:off x="6429375" y="1787723"/>
            <a:ext cx="57150" cy="114300"/>
          </a:xfrm>
          <a:prstGeom prst="rect">
            <a:avLst/>
          </a:prstGeom>
        </p:spPr>
      </p:pic>
      <p:sp>
        <p:nvSpPr>
          <p:cNvPr id="18" name="Text 9"/>
          <p:cNvSpPr/>
          <p:nvPr/>
        </p:nvSpPr>
        <p:spPr>
          <a:xfrm>
            <a:off x="6557963" y="1719858"/>
            <a:ext cx="1193313"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플레이 구성 요소</a:t>
            </a:r>
            <a:endParaRPr lang="en-US" sz="1269" dirty="0"/>
          </a:p>
        </p:txBody>
      </p:sp>
      <p:pic>
        <p:nvPicPr>
          <p:cNvPr id="19" name="Image 7" descr="preencoded.png"/>
          <p:cNvPicPr>
            <a:picLocks noChangeAspect="1"/>
          </p:cNvPicPr>
          <p:nvPr/>
        </p:nvPicPr>
        <p:blipFill>
          <a:blip r:embed="rId4"/>
          <a:stretch>
            <a:fillRect/>
          </a:stretch>
        </p:blipFill>
        <p:spPr>
          <a:xfrm>
            <a:off x="6429375" y="2123480"/>
            <a:ext cx="57150" cy="114300"/>
          </a:xfrm>
          <a:prstGeom prst="rect">
            <a:avLst/>
          </a:prstGeom>
        </p:spPr>
      </p:pic>
      <p:sp>
        <p:nvSpPr>
          <p:cNvPr id="20" name="Text 10"/>
          <p:cNvSpPr/>
          <p:nvPr/>
        </p:nvSpPr>
        <p:spPr>
          <a:xfrm>
            <a:off x="6557963" y="2055614"/>
            <a:ext cx="675531"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게임 화면</a:t>
            </a:r>
            <a:endParaRPr lang="en-US" sz="1269" dirty="0"/>
          </a:p>
        </p:txBody>
      </p:sp>
      <p:pic>
        <p:nvPicPr>
          <p:cNvPr id="21" name="Image 8" descr="preencoded.png"/>
          <p:cNvPicPr>
            <a:picLocks noChangeAspect="1"/>
          </p:cNvPicPr>
          <p:nvPr/>
        </p:nvPicPr>
        <p:blipFill>
          <a:blip r:embed="rId7"/>
          <a:stretch>
            <a:fillRect/>
          </a:stretch>
        </p:blipFill>
        <p:spPr>
          <a:xfrm>
            <a:off x="7319218" y="2123480"/>
            <a:ext cx="57150" cy="114300"/>
          </a:xfrm>
          <a:prstGeom prst="rect">
            <a:avLst/>
          </a:prstGeom>
        </p:spPr>
      </p:pic>
      <p:sp>
        <p:nvSpPr>
          <p:cNvPr id="22" name="Text 11"/>
          <p:cNvSpPr/>
          <p:nvPr/>
        </p:nvSpPr>
        <p:spPr>
          <a:xfrm>
            <a:off x="7447806" y="2055614"/>
            <a:ext cx="473218"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아이템</a:t>
            </a:r>
            <a:endParaRPr lang="en-US" sz="1269" dirty="0"/>
          </a:p>
        </p:txBody>
      </p:sp>
      <p:pic>
        <p:nvPicPr>
          <p:cNvPr id="23" name="Image 9" descr="preencoded.png"/>
          <p:cNvPicPr>
            <a:picLocks noChangeAspect="1"/>
          </p:cNvPicPr>
          <p:nvPr/>
        </p:nvPicPr>
        <p:blipFill>
          <a:blip r:embed="rId4"/>
          <a:stretch>
            <a:fillRect/>
          </a:stretch>
        </p:blipFill>
        <p:spPr>
          <a:xfrm>
            <a:off x="6429375" y="2459236"/>
            <a:ext cx="57150" cy="114300"/>
          </a:xfrm>
          <a:prstGeom prst="rect">
            <a:avLst/>
          </a:prstGeom>
        </p:spPr>
      </p:pic>
      <p:sp>
        <p:nvSpPr>
          <p:cNvPr id="24" name="Text 12"/>
          <p:cNvSpPr/>
          <p:nvPr/>
        </p:nvSpPr>
        <p:spPr>
          <a:xfrm>
            <a:off x="6557963" y="2391370"/>
            <a:ext cx="675531"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등장 무대</a:t>
            </a:r>
            <a:endParaRPr lang="en-US" sz="1269" dirty="0"/>
          </a:p>
        </p:txBody>
      </p:sp>
      <p:sp>
        <p:nvSpPr>
          <p:cNvPr id="25" name="Text 13"/>
          <p:cNvSpPr/>
          <p:nvPr/>
        </p:nvSpPr>
        <p:spPr>
          <a:xfrm>
            <a:off x="571500" y="3201293"/>
            <a:ext cx="1428750" cy="373261"/>
          </a:xfrm>
          <a:prstGeom prst="rect">
            <a:avLst/>
          </a:prstGeom>
          <a:noFill/>
          <a:ln/>
        </p:spPr>
        <p:txBody>
          <a:bodyPr wrap="none" lIns="0" tIns="0" rIns="102108" bIns="0" rtlCol="0" anchor="t">
            <a:spAutoFit/>
          </a:bodyPr>
          <a:lstStyle/>
          <a:p>
            <a:pPr marL="0" indent="0" algn="l">
              <a:lnSpc>
                <a:spcPts val="2400"/>
              </a:lnSpc>
              <a:buNone/>
            </a:pPr>
            <a:r>
              <a:rPr lang="en-US" sz="1924" dirty="0">
                <a:solidFill>
                  <a:srgbClr val="FFD700"/>
                </a:solidFill>
              </a:rPr>
              <a:t>시스템</a:t>
            </a:r>
            <a:endParaRPr lang="en-US" sz="1924" dirty="0"/>
          </a:p>
        </p:txBody>
      </p:sp>
      <p:pic>
        <p:nvPicPr>
          <p:cNvPr id="26" name="Image 10" descr="preencoded.png"/>
          <p:cNvPicPr>
            <a:picLocks noChangeAspect="1"/>
          </p:cNvPicPr>
          <p:nvPr/>
        </p:nvPicPr>
        <p:blipFill>
          <a:blip r:embed="rId4"/>
          <a:stretch>
            <a:fillRect/>
          </a:stretch>
        </p:blipFill>
        <p:spPr>
          <a:xfrm>
            <a:off x="2286000" y="2995017"/>
            <a:ext cx="57150" cy="114300"/>
          </a:xfrm>
          <a:prstGeom prst="rect">
            <a:avLst/>
          </a:prstGeom>
        </p:spPr>
      </p:pic>
      <p:sp>
        <p:nvSpPr>
          <p:cNvPr id="27" name="Text 14"/>
          <p:cNvSpPr/>
          <p:nvPr/>
        </p:nvSpPr>
        <p:spPr>
          <a:xfrm>
            <a:off x="2414588" y="2927152"/>
            <a:ext cx="1597940"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메인 플레이 및 정보 창</a:t>
            </a:r>
            <a:endParaRPr lang="en-US" sz="1269" dirty="0"/>
          </a:p>
        </p:txBody>
      </p:sp>
      <p:pic>
        <p:nvPicPr>
          <p:cNvPr id="28" name="Image 11" descr="preencoded.png"/>
          <p:cNvPicPr>
            <a:picLocks noChangeAspect="1"/>
          </p:cNvPicPr>
          <p:nvPr/>
        </p:nvPicPr>
        <p:blipFill>
          <a:blip r:embed="rId4"/>
          <a:stretch>
            <a:fillRect/>
          </a:stretch>
        </p:blipFill>
        <p:spPr>
          <a:xfrm>
            <a:off x="2286000" y="3330773"/>
            <a:ext cx="57150" cy="114300"/>
          </a:xfrm>
          <a:prstGeom prst="rect">
            <a:avLst/>
          </a:prstGeom>
        </p:spPr>
      </p:pic>
      <p:sp>
        <p:nvSpPr>
          <p:cNvPr id="29" name="Text 15"/>
          <p:cNvSpPr/>
          <p:nvPr/>
        </p:nvSpPr>
        <p:spPr>
          <a:xfrm>
            <a:off x="2414588" y="3262908"/>
            <a:ext cx="903545"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UI 설정 영역</a:t>
            </a:r>
            <a:endParaRPr lang="en-US" sz="1269" dirty="0"/>
          </a:p>
        </p:txBody>
      </p:sp>
      <p:pic>
        <p:nvPicPr>
          <p:cNvPr id="30" name="Image 12" descr="preencoded.png"/>
          <p:cNvPicPr>
            <a:picLocks noChangeAspect="1"/>
          </p:cNvPicPr>
          <p:nvPr/>
        </p:nvPicPr>
        <p:blipFill>
          <a:blip r:embed="rId4"/>
          <a:stretch>
            <a:fillRect/>
          </a:stretch>
        </p:blipFill>
        <p:spPr>
          <a:xfrm>
            <a:off x="2286000" y="3666530"/>
            <a:ext cx="57150" cy="114300"/>
          </a:xfrm>
          <a:prstGeom prst="rect">
            <a:avLst/>
          </a:prstGeom>
        </p:spPr>
      </p:pic>
      <p:sp>
        <p:nvSpPr>
          <p:cNvPr id="31" name="Text 16"/>
          <p:cNvSpPr/>
          <p:nvPr/>
        </p:nvSpPr>
        <p:spPr>
          <a:xfrm>
            <a:off x="2414588" y="3598664"/>
            <a:ext cx="991000"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플레이 흐름도</a:t>
            </a:r>
            <a:endParaRPr lang="en-US" sz="1269" dirty="0"/>
          </a:p>
        </p:txBody>
      </p:sp>
      <p:pic>
        <p:nvPicPr>
          <p:cNvPr id="32" name="Image 13" descr="preencoded.png"/>
          <p:cNvPicPr>
            <a:picLocks noChangeAspect="1"/>
          </p:cNvPicPr>
          <p:nvPr/>
        </p:nvPicPr>
        <p:blipFill>
          <a:blip r:embed="rId6"/>
          <a:stretch>
            <a:fillRect/>
          </a:stretch>
        </p:blipFill>
        <p:spPr>
          <a:xfrm>
            <a:off x="3491312" y="3666530"/>
            <a:ext cx="57150" cy="114300"/>
          </a:xfrm>
          <a:prstGeom prst="rect">
            <a:avLst/>
          </a:prstGeom>
        </p:spPr>
      </p:pic>
      <p:sp>
        <p:nvSpPr>
          <p:cNvPr id="33" name="Text 17"/>
          <p:cNvSpPr/>
          <p:nvPr/>
        </p:nvSpPr>
        <p:spPr>
          <a:xfrm>
            <a:off x="3619900" y="3598664"/>
            <a:ext cx="675531"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게임 구성</a:t>
            </a:r>
            <a:endParaRPr lang="en-US" sz="1269" dirty="0"/>
          </a:p>
        </p:txBody>
      </p:sp>
      <p:sp>
        <p:nvSpPr>
          <p:cNvPr id="34" name="Text 18"/>
          <p:cNvSpPr/>
          <p:nvPr/>
        </p:nvSpPr>
        <p:spPr>
          <a:xfrm>
            <a:off x="4714875" y="3201293"/>
            <a:ext cx="1428750" cy="373261"/>
          </a:xfrm>
          <a:prstGeom prst="rect">
            <a:avLst/>
          </a:prstGeom>
          <a:noFill/>
          <a:ln/>
        </p:spPr>
        <p:txBody>
          <a:bodyPr wrap="none" lIns="0" tIns="0" rIns="102108" bIns="0" rtlCol="0" anchor="t">
            <a:spAutoFit/>
          </a:bodyPr>
          <a:lstStyle/>
          <a:p>
            <a:pPr marL="0" indent="0" algn="l">
              <a:lnSpc>
                <a:spcPts val="2400"/>
              </a:lnSpc>
              <a:buNone/>
            </a:pPr>
            <a:r>
              <a:rPr lang="en-US" sz="1924" dirty="0">
                <a:solidFill>
                  <a:srgbClr val="FFD700"/>
                </a:solidFill>
              </a:rPr>
              <a:t>설계</a:t>
            </a:r>
            <a:endParaRPr lang="en-US" sz="1924" dirty="0"/>
          </a:p>
        </p:txBody>
      </p:sp>
      <p:pic>
        <p:nvPicPr>
          <p:cNvPr id="35" name="Image 14" descr="preencoded.png"/>
          <p:cNvPicPr>
            <a:picLocks noChangeAspect="1"/>
          </p:cNvPicPr>
          <p:nvPr/>
        </p:nvPicPr>
        <p:blipFill>
          <a:blip r:embed="rId8"/>
          <a:stretch>
            <a:fillRect/>
          </a:stretch>
        </p:blipFill>
        <p:spPr>
          <a:xfrm>
            <a:off x="6429375" y="3162895"/>
            <a:ext cx="57150" cy="114300"/>
          </a:xfrm>
          <a:prstGeom prst="rect">
            <a:avLst/>
          </a:prstGeom>
        </p:spPr>
      </p:pic>
      <p:sp>
        <p:nvSpPr>
          <p:cNvPr id="36" name="Text 19"/>
          <p:cNvSpPr/>
          <p:nvPr/>
        </p:nvSpPr>
        <p:spPr>
          <a:xfrm>
            <a:off x="6557963" y="3095030"/>
            <a:ext cx="833251"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자아 마모도</a:t>
            </a:r>
            <a:endParaRPr lang="en-US" sz="1269" dirty="0"/>
          </a:p>
        </p:txBody>
      </p:sp>
      <p:pic>
        <p:nvPicPr>
          <p:cNvPr id="37" name="Image 15" descr="preencoded.png"/>
          <p:cNvPicPr>
            <a:picLocks noChangeAspect="1"/>
          </p:cNvPicPr>
          <p:nvPr/>
        </p:nvPicPr>
        <p:blipFill>
          <a:blip r:embed="rId9"/>
          <a:stretch>
            <a:fillRect/>
          </a:stretch>
        </p:blipFill>
        <p:spPr>
          <a:xfrm>
            <a:off x="7476939" y="3162895"/>
            <a:ext cx="57150" cy="114300"/>
          </a:xfrm>
          <a:prstGeom prst="rect">
            <a:avLst/>
          </a:prstGeom>
        </p:spPr>
      </p:pic>
      <p:sp>
        <p:nvSpPr>
          <p:cNvPr id="38" name="Text 20"/>
          <p:cNvSpPr/>
          <p:nvPr/>
        </p:nvSpPr>
        <p:spPr>
          <a:xfrm>
            <a:off x="7605526" y="3095030"/>
            <a:ext cx="833251"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선택과 해석</a:t>
            </a:r>
            <a:endParaRPr lang="en-US" sz="1269" dirty="0"/>
          </a:p>
        </p:txBody>
      </p:sp>
      <p:pic>
        <p:nvPicPr>
          <p:cNvPr id="39" name="Image 16" descr="preencoded.png"/>
          <p:cNvPicPr>
            <a:picLocks noChangeAspect="1"/>
          </p:cNvPicPr>
          <p:nvPr/>
        </p:nvPicPr>
        <p:blipFill>
          <a:blip r:embed="rId8"/>
          <a:stretch>
            <a:fillRect/>
          </a:stretch>
        </p:blipFill>
        <p:spPr>
          <a:xfrm>
            <a:off x="6429375" y="3498652"/>
            <a:ext cx="57150" cy="114300"/>
          </a:xfrm>
          <a:prstGeom prst="rect">
            <a:avLst/>
          </a:prstGeom>
        </p:spPr>
      </p:pic>
      <p:sp>
        <p:nvSpPr>
          <p:cNvPr id="40" name="Text 21"/>
          <p:cNvSpPr/>
          <p:nvPr/>
        </p:nvSpPr>
        <p:spPr>
          <a:xfrm>
            <a:off x="6557963" y="3430786"/>
            <a:ext cx="675531"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결말 전개</a:t>
            </a:r>
            <a:endParaRPr lang="en-US" sz="1269" dirty="0"/>
          </a:p>
        </p:txBody>
      </p:sp>
      <p:sp>
        <p:nvSpPr>
          <p:cNvPr id="41" name="Text 22"/>
          <p:cNvSpPr/>
          <p:nvPr/>
        </p:nvSpPr>
        <p:spPr>
          <a:xfrm>
            <a:off x="571500" y="4240709"/>
            <a:ext cx="1428750" cy="373261"/>
          </a:xfrm>
          <a:prstGeom prst="rect">
            <a:avLst/>
          </a:prstGeom>
          <a:noFill/>
          <a:ln/>
        </p:spPr>
        <p:txBody>
          <a:bodyPr wrap="none" lIns="0" tIns="0" rIns="102108" bIns="0" rtlCol="0" anchor="t">
            <a:spAutoFit/>
          </a:bodyPr>
          <a:lstStyle/>
          <a:p>
            <a:pPr marL="0" indent="0" algn="l">
              <a:lnSpc>
                <a:spcPts val="2400"/>
              </a:lnSpc>
              <a:buNone/>
            </a:pPr>
            <a:r>
              <a:rPr lang="en-US" sz="1924" dirty="0">
                <a:solidFill>
                  <a:srgbClr val="FFD700"/>
                </a:solidFill>
              </a:rPr>
              <a:t>분석</a:t>
            </a:r>
            <a:endParaRPr lang="en-US" sz="1924" dirty="0"/>
          </a:p>
        </p:txBody>
      </p:sp>
      <p:pic>
        <p:nvPicPr>
          <p:cNvPr id="42" name="Image 17" descr="preencoded.png"/>
          <p:cNvPicPr>
            <a:picLocks noChangeAspect="1"/>
          </p:cNvPicPr>
          <p:nvPr/>
        </p:nvPicPr>
        <p:blipFill>
          <a:blip r:embed="rId4"/>
          <a:stretch>
            <a:fillRect/>
          </a:stretch>
        </p:blipFill>
        <p:spPr>
          <a:xfrm>
            <a:off x="2286000" y="4202311"/>
            <a:ext cx="57150" cy="114300"/>
          </a:xfrm>
          <a:prstGeom prst="rect">
            <a:avLst/>
          </a:prstGeom>
        </p:spPr>
      </p:pic>
      <p:sp>
        <p:nvSpPr>
          <p:cNvPr id="43" name="Text 23"/>
          <p:cNvSpPr/>
          <p:nvPr/>
        </p:nvSpPr>
        <p:spPr>
          <a:xfrm>
            <a:off x="2414588" y="4134445"/>
            <a:ext cx="836014"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SWOT 분석</a:t>
            </a:r>
            <a:endParaRPr lang="en-US" sz="1269" dirty="0"/>
          </a:p>
        </p:txBody>
      </p:sp>
      <p:pic>
        <p:nvPicPr>
          <p:cNvPr id="44" name="Image 18" descr="preencoded.png"/>
          <p:cNvPicPr>
            <a:picLocks noChangeAspect="1"/>
          </p:cNvPicPr>
          <p:nvPr/>
        </p:nvPicPr>
        <p:blipFill>
          <a:blip r:embed="rId10"/>
          <a:stretch>
            <a:fillRect/>
          </a:stretch>
        </p:blipFill>
        <p:spPr>
          <a:xfrm>
            <a:off x="3336327" y="4202311"/>
            <a:ext cx="57150" cy="114300"/>
          </a:xfrm>
          <a:prstGeom prst="rect">
            <a:avLst/>
          </a:prstGeom>
        </p:spPr>
      </p:pic>
      <p:sp>
        <p:nvSpPr>
          <p:cNvPr id="45" name="Text 24"/>
          <p:cNvSpPr/>
          <p:nvPr/>
        </p:nvSpPr>
        <p:spPr>
          <a:xfrm>
            <a:off x="3464914" y="4134445"/>
            <a:ext cx="675531"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타겟 분석</a:t>
            </a:r>
            <a:endParaRPr lang="en-US" sz="1269" dirty="0"/>
          </a:p>
        </p:txBody>
      </p:sp>
      <p:pic>
        <p:nvPicPr>
          <p:cNvPr id="46" name="Image 19" descr="preencoded.png"/>
          <p:cNvPicPr>
            <a:picLocks noChangeAspect="1"/>
          </p:cNvPicPr>
          <p:nvPr/>
        </p:nvPicPr>
        <p:blipFill>
          <a:blip r:embed="rId4"/>
          <a:stretch>
            <a:fillRect/>
          </a:stretch>
        </p:blipFill>
        <p:spPr>
          <a:xfrm>
            <a:off x="2286000" y="4538067"/>
            <a:ext cx="57150" cy="114300"/>
          </a:xfrm>
          <a:prstGeom prst="rect">
            <a:avLst/>
          </a:prstGeom>
        </p:spPr>
      </p:pic>
      <p:sp>
        <p:nvSpPr>
          <p:cNvPr id="47" name="Text 25"/>
          <p:cNvSpPr/>
          <p:nvPr/>
        </p:nvSpPr>
        <p:spPr>
          <a:xfrm>
            <a:off x="2414588" y="4470202"/>
            <a:ext cx="833251"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포지셔닝 맵</a:t>
            </a:r>
            <a:endParaRPr lang="en-US" sz="1269" dirty="0"/>
          </a:p>
        </p:txBody>
      </p:sp>
      <p:pic>
        <p:nvPicPr>
          <p:cNvPr id="48" name="Image 20" descr="preencoded.png"/>
          <p:cNvPicPr>
            <a:picLocks noChangeAspect="1"/>
          </p:cNvPicPr>
          <p:nvPr/>
        </p:nvPicPr>
        <p:blipFill>
          <a:blip r:embed="rId11"/>
          <a:stretch>
            <a:fillRect/>
          </a:stretch>
        </p:blipFill>
        <p:spPr>
          <a:xfrm>
            <a:off x="8251031" y="4470202"/>
            <a:ext cx="321469" cy="4286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1808959" cy="544711"/>
          </a:xfrm>
          <a:prstGeom prst="rect">
            <a:avLst/>
          </a:prstGeom>
          <a:solidFill>
            <a:srgbClr val="FFFFFF"/>
          </a:solidFill>
          <a:ln w="27432">
            <a:solidFill>
              <a:srgbClr val="000000"/>
            </a:solidFill>
            <a:prstDash val="solid"/>
          </a:ln>
        </p:spPr>
      </p:sp>
      <p:sp>
        <p:nvSpPr>
          <p:cNvPr id="4" name="Text 1"/>
          <p:cNvSpPr/>
          <p:nvPr/>
        </p:nvSpPr>
        <p:spPr>
          <a:xfrm>
            <a:off x="642938" y="342900"/>
            <a:ext cx="1323184"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개요: 방향성</a:t>
            </a:r>
            <a:endParaRPr lang="en-US" sz="1808" dirty="0"/>
          </a:p>
        </p:txBody>
      </p:sp>
      <p:sp>
        <p:nvSpPr>
          <p:cNvPr id="5" name="Shape 2"/>
          <p:cNvSpPr/>
          <p:nvPr/>
        </p:nvSpPr>
        <p:spPr>
          <a:xfrm>
            <a:off x="428625" y="987623"/>
            <a:ext cx="2500313" cy="1114425"/>
          </a:xfrm>
          <a:prstGeom prst="rect">
            <a:avLst/>
          </a:prstGeom>
          <a:solidFill>
            <a:srgbClr val="FFFFFF">
              <a:alpha val="5000"/>
            </a:srgbClr>
          </a:solidFill>
          <a:ln w="27432">
            <a:solidFill>
              <a:srgbClr val="FFD700"/>
            </a:solidFill>
            <a:prstDash val="solid"/>
          </a:ln>
        </p:spPr>
      </p:sp>
      <p:sp>
        <p:nvSpPr>
          <p:cNvPr id="6" name="Text 3"/>
          <p:cNvSpPr/>
          <p:nvPr/>
        </p:nvSpPr>
        <p:spPr>
          <a:xfrm>
            <a:off x="535781" y="1094780"/>
            <a:ext cx="2286000" cy="207169"/>
          </a:xfrm>
          <a:prstGeom prst="rect">
            <a:avLst/>
          </a:prstGeom>
          <a:noFill/>
          <a:ln/>
        </p:spPr>
        <p:txBody>
          <a:bodyPr wrap="none" lIns="0" tIns="0" rIns="0" bIns="0" rtlCol="0" anchor="t">
            <a:spAutoFit/>
          </a:bodyPr>
          <a:lstStyle/>
          <a:p>
            <a:pPr marL="0" indent="0" algn="ctr">
              <a:lnSpc>
                <a:spcPts val="1400"/>
              </a:lnSpc>
              <a:buNone/>
            </a:pPr>
            <a:r>
              <a:rPr lang="en-US" sz="1050" dirty="0">
                <a:solidFill>
                  <a:srgbClr val="00CED1"/>
                </a:solidFill>
              </a:rPr>
              <a:t>슬로건 Slogan</a:t>
            </a:r>
            <a:endParaRPr lang="en-US" sz="1050" dirty="0"/>
          </a:p>
        </p:txBody>
      </p:sp>
      <p:sp>
        <p:nvSpPr>
          <p:cNvPr id="7" name="Text 4"/>
          <p:cNvSpPr/>
          <p:nvPr/>
        </p:nvSpPr>
        <p:spPr>
          <a:xfrm>
            <a:off x="556431" y="1375172"/>
            <a:ext cx="2060665" cy="273248"/>
          </a:xfrm>
          <a:prstGeom prst="rect">
            <a:avLst/>
          </a:prstGeom>
          <a:noFill/>
          <a:ln/>
        </p:spPr>
        <p:txBody>
          <a:bodyPr wrap="none" lIns="0" tIns="0" rIns="0" bIns="0" rtlCol="0" anchor="t">
            <a:spAutoFit/>
          </a:bodyPr>
          <a:lstStyle/>
          <a:p>
            <a:pPr marL="0" indent="0" algn="ctr">
              <a:lnSpc>
                <a:spcPts val="1900"/>
              </a:lnSpc>
              <a:buNone/>
            </a:pPr>
            <a:r>
              <a:rPr lang="en-US" sz="1486" dirty="0">
                <a:solidFill>
                  <a:srgbClr val="FFD700"/>
                </a:solidFill>
              </a:rPr>
              <a:t>선택하거나 - 선택 당하거</a:t>
            </a:r>
            <a:endParaRPr lang="en-US" sz="1486" dirty="0"/>
          </a:p>
        </p:txBody>
      </p:sp>
      <p:sp>
        <p:nvSpPr>
          <p:cNvPr id="8" name="Text 5"/>
          <p:cNvSpPr/>
          <p:nvPr/>
        </p:nvSpPr>
        <p:spPr>
          <a:xfrm>
            <a:off x="2617096" y="1375172"/>
            <a:ext cx="184035" cy="273248"/>
          </a:xfrm>
          <a:prstGeom prst="rect">
            <a:avLst/>
          </a:prstGeom>
          <a:noFill/>
          <a:ln/>
        </p:spPr>
        <p:txBody>
          <a:bodyPr wrap="none" lIns="0" tIns="0" rIns="0" bIns="0" rtlCol="0" anchor="t">
            <a:spAutoFit/>
          </a:bodyPr>
          <a:lstStyle/>
          <a:p>
            <a:pPr marL="0" indent="0" algn="ctr">
              <a:lnSpc>
                <a:spcPts val="1900"/>
              </a:lnSpc>
              <a:buNone/>
            </a:pPr>
            <a:r>
              <a:rPr lang="en-US" sz="1486" dirty="0">
                <a:solidFill>
                  <a:srgbClr val="FFD700"/>
                </a:solidFill>
              </a:rPr>
              <a:t>나</a:t>
            </a:r>
            <a:endParaRPr lang="en-US" sz="1486" dirty="0"/>
          </a:p>
        </p:txBody>
      </p:sp>
      <p:sp>
        <p:nvSpPr>
          <p:cNvPr id="9" name="Shape 6"/>
          <p:cNvSpPr/>
          <p:nvPr/>
        </p:nvSpPr>
        <p:spPr>
          <a:xfrm>
            <a:off x="428625" y="1898452"/>
            <a:ext cx="2500313" cy="769739"/>
          </a:xfrm>
          <a:prstGeom prst="rect">
            <a:avLst/>
          </a:prstGeom>
          <a:solidFill>
            <a:srgbClr val="FFFFFF">
              <a:alpha val="5000"/>
            </a:srgbClr>
          </a:solidFill>
          <a:ln w="27432">
            <a:solidFill>
              <a:srgbClr val="00CED1"/>
            </a:solidFill>
            <a:prstDash val="solid"/>
          </a:ln>
        </p:spPr>
      </p:sp>
      <p:sp>
        <p:nvSpPr>
          <p:cNvPr id="10" name="Text 7"/>
          <p:cNvSpPr/>
          <p:nvPr/>
        </p:nvSpPr>
        <p:spPr>
          <a:xfrm>
            <a:off x="535781" y="2005608"/>
            <a:ext cx="2286000"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00CED1"/>
                </a:solidFill>
              </a:rPr>
              <a:t>플랫폼 Platform</a:t>
            </a:r>
            <a:endParaRPr lang="en-US" sz="1050" dirty="0"/>
          </a:p>
        </p:txBody>
      </p:sp>
      <p:sp>
        <p:nvSpPr>
          <p:cNvPr id="11" name="Text 8"/>
          <p:cNvSpPr/>
          <p:nvPr/>
        </p:nvSpPr>
        <p:spPr>
          <a:xfrm>
            <a:off x="535781" y="2269927"/>
            <a:ext cx="1084957" cy="233958"/>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PC, CONSOLE</a:t>
            </a:r>
            <a:endParaRPr lang="en-US" sz="1269" dirty="0"/>
          </a:p>
        </p:txBody>
      </p:sp>
      <p:sp>
        <p:nvSpPr>
          <p:cNvPr id="12" name="Shape 9"/>
          <p:cNvSpPr/>
          <p:nvPr/>
        </p:nvSpPr>
        <p:spPr>
          <a:xfrm>
            <a:off x="428625" y="2753916"/>
            <a:ext cx="2500313" cy="785813"/>
          </a:xfrm>
          <a:prstGeom prst="rect">
            <a:avLst/>
          </a:prstGeom>
          <a:solidFill>
            <a:srgbClr val="FFFFFF">
              <a:alpha val="5000"/>
            </a:srgbClr>
          </a:solidFill>
          <a:ln w="27432">
            <a:solidFill>
              <a:srgbClr val="00CED1"/>
            </a:solidFill>
            <a:prstDash val="solid"/>
          </a:ln>
        </p:spPr>
      </p:sp>
      <p:sp>
        <p:nvSpPr>
          <p:cNvPr id="13" name="Text 10"/>
          <p:cNvSpPr/>
          <p:nvPr/>
        </p:nvSpPr>
        <p:spPr>
          <a:xfrm>
            <a:off x="535781" y="2861072"/>
            <a:ext cx="2286000"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00CED1"/>
                </a:solidFill>
              </a:rPr>
              <a:t>게임장르 Genre</a:t>
            </a:r>
            <a:endParaRPr lang="en-US" sz="1050" dirty="0"/>
          </a:p>
        </p:txBody>
      </p:sp>
      <p:sp>
        <p:nvSpPr>
          <p:cNvPr id="14" name="Text 11"/>
          <p:cNvSpPr/>
          <p:nvPr/>
        </p:nvSpPr>
        <p:spPr>
          <a:xfrm>
            <a:off x="535781" y="3141464"/>
            <a:ext cx="1666503" cy="233958"/>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solidFill>
              </a:rPr>
              <a:t>내러티브 중심 어드벤처</a:t>
            </a:r>
            <a:endParaRPr lang="en-US" sz="1269" dirty="0"/>
          </a:p>
        </p:txBody>
      </p:sp>
      <p:sp>
        <p:nvSpPr>
          <p:cNvPr id="15" name="Shape 12"/>
          <p:cNvSpPr/>
          <p:nvPr/>
        </p:nvSpPr>
        <p:spPr>
          <a:xfrm>
            <a:off x="3143250" y="987623"/>
            <a:ext cx="5572125" cy="1575197"/>
          </a:xfrm>
          <a:prstGeom prst="rect">
            <a:avLst/>
          </a:prstGeom>
          <a:solidFill>
            <a:srgbClr val="FFFFFF"/>
          </a:solidFill>
          <a:ln w="45720">
            <a:solidFill>
              <a:srgbClr val="000000"/>
            </a:solidFill>
            <a:prstDash val="solid"/>
          </a:ln>
        </p:spPr>
      </p:sp>
      <p:sp>
        <p:nvSpPr>
          <p:cNvPr id="16" name="Text 13"/>
          <p:cNvSpPr/>
          <p:nvPr/>
        </p:nvSpPr>
        <p:spPr>
          <a:xfrm>
            <a:off x="3321844" y="1166217"/>
            <a:ext cx="5214938" cy="339328"/>
          </a:xfrm>
          <a:prstGeom prst="rect">
            <a:avLst/>
          </a:prstGeom>
          <a:noFill/>
          <a:ln/>
        </p:spPr>
        <p:txBody>
          <a:bodyPr wrap="none" lIns="0" tIns="0" rIns="0" bIns="42545" rtlCol="0" anchor="t">
            <a:spAutoFit/>
          </a:bodyPr>
          <a:lstStyle/>
          <a:p>
            <a:pPr marL="0" indent="0" algn="l">
              <a:lnSpc>
                <a:spcPts val="1900"/>
              </a:lnSpc>
              <a:buNone/>
            </a:pPr>
            <a:r>
              <a:rPr lang="en-US" sz="1397" b="1" dirty="0">
                <a:solidFill>
                  <a:srgbClr val="1A0D2E"/>
                </a:solidFill>
              </a:rPr>
              <a:t>시놉시스 Synopsis</a:t>
            </a:r>
            <a:endParaRPr lang="en-US" sz="1397" dirty="0"/>
          </a:p>
        </p:txBody>
      </p:sp>
      <p:sp>
        <p:nvSpPr>
          <p:cNvPr id="17" name="Text 14"/>
          <p:cNvSpPr/>
          <p:nvPr/>
        </p:nvSpPr>
        <p:spPr>
          <a:xfrm>
            <a:off x="3321844" y="1612702"/>
            <a:ext cx="5214938" cy="6858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1A0D2E"/>
                </a:solidFill>
              </a:rPr>
              <a:t>선택지가 주어지는 것처럼 보이지만, 이야기가 진행될수록 모든 선택은 하나의 방향으로 수렴한다. 스스로를 특별히 착한 사람이라 여기지 않는 주인공은 '가장 착한 사람'이기를 요구받는 기대 속에서, 서서히 붕괴되어 가는 세계와 함께 하나의 역할로 소모되어 간다.</a:t>
            </a:r>
            <a:endParaRPr lang="en-US" sz="1050" dirty="0"/>
          </a:p>
        </p:txBody>
      </p:sp>
      <p:sp>
        <p:nvSpPr>
          <p:cNvPr id="18" name="Shape 15"/>
          <p:cNvSpPr/>
          <p:nvPr/>
        </p:nvSpPr>
        <p:spPr>
          <a:xfrm>
            <a:off x="3143250" y="2619970"/>
            <a:ext cx="2732484" cy="389334"/>
          </a:xfrm>
          <a:prstGeom prst="rect">
            <a:avLst/>
          </a:prstGeom>
          <a:solidFill>
            <a:srgbClr val="FFD700">
              <a:alpha val="10000"/>
            </a:srgbClr>
          </a:solidFill>
          <a:ln w="18288">
            <a:solidFill>
              <a:srgbClr val="FFD700"/>
            </a:solidFill>
            <a:prstDash val="solid"/>
          </a:ln>
        </p:spPr>
      </p:sp>
      <p:pic>
        <p:nvPicPr>
          <p:cNvPr id="19" name="Image 1" descr="preencoded.png"/>
          <p:cNvPicPr>
            <a:picLocks noChangeAspect="1"/>
          </p:cNvPicPr>
          <p:nvPr/>
        </p:nvPicPr>
        <p:blipFill>
          <a:blip r:embed="rId4"/>
          <a:stretch>
            <a:fillRect/>
          </a:stretch>
        </p:blipFill>
        <p:spPr>
          <a:xfrm>
            <a:off x="3228975" y="2750344"/>
            <a:ext cx="144661" cy="128588"/>
          </a:xfrm>
          <a:prstGeom prst="rect">
            <a:avLst/>
          </a:prstGeom>
        </p:spPr>
      </p:pic>
      <p:sp>
        <p:nvSpPr>
          <p:cNvPr id="20" name="Text 16"/>
          <p:cNvSpPr/>
          <p:nvPr/>
        </p:nvSpPr>
        <p:spPr>
          <a:xfrm>
            <a:off x="3445073" y="2719983"/>
            <a:ext cx="1401626"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감정적 압박과 몰입 플레이</a:t>
            </a:r>
            <a:endParaRPr lang="en-US" sz="942" dirty="0"/>
          </a:p>
        </p:txBody>
      </p:sp>
      <p:sp>
        <p:nvSpPr>
          <p:cNvPr id="21" name="Shape 17"/>
          <p:cNvSpPr/>
          <p:nvPr/>
        </p:nvSpPr>
        <p:spPr>
          <a:xfrm>
            <a:off x="5982891" y="2619970"/>
            <a:ext cx="2732484" cy="389334"/>
          </a:xfrm>
          <a:prstGeom prst="rect">
            <a:avLst/>
          </a:prstGeom>
          <a:solidFill>
            <a:srgbClr val="FFD700">
              <a:alpha val="10000"/>
            </a:srgbClr>
          </a:solidFill>
          <a:ln w="18288">
            <a:solidFill>
              <a:srgbClr val="FFD700"/>
            </a:solidFill>
            <a:prstDash val="solid"/>
          </a:ln>
        </p:spPr>
      </p:sp>
      <p:pic>
        <p:nvPicPr>
          <p:cNvPr id="22" name="Image 2" descr="preencoded.png"/>
          <p:cNvPicPr>
            <a:picLocks noChangeAspect="1"/>
          </p:cNvPicPr>
          <p:nvPr/>
        </p:nvPicPr>
        <p:blipFill>
          <a:blip r:embed="rId5"/>
          <a:stretch>
            <a:fillRect/>
          </a:stretch>
        </p:blipFill>
        <p:spPr>
          <a:xfrm>
            <a:off x="6068616" y="2736056"/>
            <a:ext cx="144661" cy="128588"/>
          </a:xfrm>
          <a:prstGeom prst="rect">
            <a:avLst/>
          </a:prstGeom>
        </p:spPr>
      </p:pic>
      <p:sp>
        <p:nvSpPr>
          <p:cNvPr id="23" name="Text 18"/>
          <p:cNvSpPr/>
          <p:nvPr/>
        </p:nvSpPr>
        <p:spPr>
          <a:xfrm>
            <a:off x="6284714" y="2705695"/>
            <a:ext cx="1283308"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선택에 따른 스토리 전개</a:t>
            </a:r>
            <a:endParaRPr lang="en-US" sz="942" dirty="0"/>
          </a:p>
        </p:txBody>
      </p:sp>
      <p:sp>
        <p:nvSpPr>
          <p:cNvPr id="24" name="Shape 19"/>
          <p:cNvSpPr/>
          <p:nvPr/>
        </p:nvSpPr>
        <p:spPr>
          <a:xfrm>
            <a:off x="3143250" y="3087886"/>
            <a:ext cx="2732484" cy="389334"/>
          </a:xfrm>
          <a:prstGeom prst="rect">
            <a:avLst/>
          </a:prstGeom>
          <a:solidFill>
            <a:srgbClr val="FFD700">
              <a:alpha val="10000"/>
            </a:srgbClr>
          </a:solidFill>
          <a:ln w="18288">
            <a:solidFill>
              <a:srgbClr val="FFD700"/>
            </a:solidFill>
            <a:prstDash val="solid"/>
          </a:ln>
        </p:spPr>
      </p:sp>
      <p:pic>
        <p:nvPicPr>
          <p:cNvPr id="25" name="Image 3" descr="preencoded.png"/>
          <p:cNvPicPr>
            <a:picLocks noChangeAspect="1"/>
          </p:cNvPicPr>
          <p:nvPr/>
        </p:nvPicPr>
        <p:blipFill>
          <a:blip r:embed="rId6"/>
          <a:stretch>
            <a:fillRect/>
          </a:stretch>
        </p:blipFill>
        <p:spPr>
          <a:xfrm>
            <a:off x="3228975" y="3218259"/>
            <a:ext cx="144661" cy="128588"/>
          </a:xfrm>
          <a:prstGeom prst="rect">
            <a:avLst/>
          </a:prstGeom>
        </p:spPr>
      </p:pic>
      <p:sp>
        <p:nvSpPr>
          <p:cNvPr id="26" name="Text 20"/>
          <p:cNvSpPr/>
          <p:nvPr/>
        </p:nvSpPr>
        <p:spPr>
          <a:xfrm>
            <a:off x="3445073" y="3187898"/>
            <a:ext cx="1283308"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분위기 반응 연출 시스템</a:t>
            </a:r>
            <a:endParaRPr lang="en-US" sz="942" dirty="0"/>
          </a:p>
        </p:txBody>
      </p:sp>
      <p:sp>
        <p:nvSpPr>
          <p:cNvPr id="27" name="Shape 21"/>
          <p:cNvSpPr/>
          <p:nvPr/>
        </p:nvSpPr>
        <p:spPr>
          <a:xfrm>
            <a:off x="5982891" y="3087886"/>
            <a:ext cx="2732484" cy="389334"/>
          </a:xfrm>
          <a:prstGeom prst="rect">
            <a:avLst/>
          </a:prstGeom>
          <a:solidFill>
            <a:srgbClr val="FFD700">
              <a:alpha val="10000"/>
            </a:srgbClr>
          </a:solidFill>
          <a:ln w="18288">
            <a:solidFill>
              <a:srgbClr val="FFD700"/>
            </a:solidFill>
            <a:prstDash val="solid"/>
          </a:ln>
        </p:spPr>
      </p:sp>
      <p:pic>
        <p:nvPicPr>
          <p:cNvPr id="28" name="Image 4" descr="preencoded.png"/>
          <p:cNvPicPr>
            <a:picLocks noChangeAspect="1"/>
          </p:cNvPicPr>
          <p:nvPr/>
        </p:nvPicPr>
        <p:blipFill>
          <a:blip r:embed="rId7"/>
          <a:stretch>
            <a:fillRect/>
          </a:stretch>
        </p:blipFill>
        <p:spPr>
          <a:xfrm>
            <a:off x="6068616" y="3203972"/>
            <a:ext cx="144661" cy="128588"/>
          </a:xfrm>
          <a:prstGeom prst="rect">
            <a:avLst/>
          </a:prstGeom>
        </p:spPr>
      </p:pic>
      <p:sp>
        <p:nvSpPr>
          <p:cNvPr id="29" name="Text 22"/>
          <p:cNvSpPr/>
          <p:nvPr/>
        </p:nvSpPr>
        <p:spPr>
          <a:xfrm>
            <a:off x="6284714" y="3173611"/>
            <a:ext cx="952853"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'선택 소모화' 구조</a:t>
            </a:r>
            <a:endParaRPr lang="en-US" sz="942" dirty="0"/>
          </a:p>
        </p:txBody>
      </p:sp>
      <p:sp>
        <p:nvSpPr>
          <p:cNvPr id="30" name="Shape 23"/>
          <p:cNvSpPr/>
          <p:nvPr/>
        </p:nvSpPr>
        <p:spPr>
          <a:xfrm>
            <a:off x="3143250" y="3555802"/>
            <a:ext cx="2732484" cy="389334"/>
          </a:xfrm>
          <a:prstGeom prst="rect">
            <a:avLst/>
          </a:prstGeom>
          <a:solidFill>
            <a:srgbClr val="FFD700">
              <a:alpha val="10000"/>
            </a:srgbClr>
          </a:solidFill>
          <a:ln w="18288">
            <a:solidFill>
              <a:srgbClr val="FFD700"/>
            </a:solidFill>
            <a:prstDash val="solid"/>
          </a:ln>
        </p:spPr>
      </p:sp>
      <p:pic>
        <p:nvPicPr>
          <p:cNvPr id="31" name="Image 5" descr="preencoded.png"/>
          <p:cNvPicPr>
            <a:picLocks noChangeAspect="1"/>
          </p:cNvPicPr>
          <p:nvPr/>
        </p:nvPicPr>
        <p:blipFill>
          <a:blip r:embed="rId4"/>
          <a:stretch>
            <a:fillRect/>
          </a:stretch>
        </p:blipFill>
        <p:spPr>
          <a:xfrm>
            <a:off x="3228975" y="3686175"/>
            <a:ext cx="144661" cy="128588"/>
          </a:xfrm>
          <a:prstGeom prst="rect">
            <a:avLst/>
          </a:prstGeom>
        </p:spPr>
      </p:pic>
      <p:sp>
        <p:nvSpPr>
          <p:cNvPr id="32" name="Text 24"/>
          <p:cNvSpPr/>
          <p:nvPr/>
        </p:nvSpPr>
        <p:spPr>
          <a:xfrm>
            <a:off x="3445073" y="3655814"/>
            <a:ext cx="1046727"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기대 압박 흐름 설계</a:t>
            </a:r>
            <a:endParaRPr lang="en-US" sz="942" dirty="0"/>
          </a:p>
        </p:txBody>
      </p:sp>
      <p:sp>
        <p:nvSpPr>
          <p:cNvPr id="33" name="Shape 25"/>
          <p:cNvSpPr/>
          <p:nvPr/>
        </p:nvSpPr>
        <p:spPr>
          <a:xfrm>
            <a:off x="5982891" y="3555802"/>
            <a:ext cx="2732484" cy="389334"/>
          </a:xfrm>
          <a:prstGeom prst="rect">
            <a:avLst/>
          </a:prstGeom>
          <a:solidFill>
            <a:srgbClr val="FFD700">
              <a:alpha val="10000"/>
            </a:srgbClr>
          </a:solidFill>
          <a:ln w="18288">
            <a:solidFill>
              <a:srgbClr val="FFD700"/>
            </a:solidFill>
            <a:prstDash val="solid"/>
          </a:ln>
        </p:spPr>
      </p:sp>
      <p:pic>
        <p:nvPicPr>
          <p:cNvPr id="34" name="Image 6" descr="preencoded.png"/>
          <p:cNvPicPr>
            <a:picLocks noChangeAspect="1"/>
          </p:cNvPicPr>
          <p:nvPr/>
        </p:nvPicPr>
        <p:blipFill>
          <a:blip r:embed="rId5"/>
          <a:stretch>
            <a:fillRect/>
          </a:stretch>
        </p:blipFill>
        <p:spPr>
          <a:xfrm>
            <a:off x="6068616" y="3671888"/>
            <a:ext cx="144661" cy="128588"/>
          </a:xfrm>
          <a:prstGeom prst="rect">
            <a:avLst/>
          </a:prstGeom>
        </p:spPr>
      </p:pic>
      <p:sp>
        <p:nvSpPr>
          <p:cNvPr id="35" name="Text 26"/>
          <p:cNvSpPr/>
          <p:nvPr/>
        </p:nvSpPr>
        <p:spPr>
          <a:xfrm>
            <a:off x="6284714" y="3641527"/>
            <a:ext cx="1283308"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선행 대가 증폭 메커니즘</a:t>
            </a:r>
            <a:endParaRPr lang="en-US" sz="94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349010" cy="544711"/>
          </a:xfrm>
          <a:prstGeom prst="rect">
            <a:avLst/>
          </a:prstGeom>
          <a:solidFill>
            <a:srgbClr val="FFFFFF"/>
          </a:solidFill>
          <a:ln w="27432">
            <a:solidFill>
              <a:srgbClr val="000000"/>
            </a:solidFill>
            <a:prstDash val="solid"/>
          </a:ln>
        </p:spPr>
      </p:sp>
      <p:sp>
        <p:nvSpPr>
          <p:cNvPr id="4" name="Text 1"/>
          <p:cNvSpPr/>
          <p:nvPr/>
        </p:nvSpPr>
        <p:spPr>
          <a:xfrm>
            <a:off x="642938" y="342900"/>
            <a:ext cx="1863235"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개요: 게임의 정의</a:t>
            </a:r>
            <a:endParaRPr lang="en-US" sz="1808" dirty="0"/>
          </a:p>
        </p:txBody>
      </p:sp>
      <p:sp>
        <p:nvSpPr>
          <p:cNvPr id="5" name="Shape 2"/>
          <p:cNvSpPr/>
          <p:nvPr/>
        </p:nvSpPr>
        <p:spPr>
          <a:xfrm>
            <a:off x="428625" y="1059061"/>
            <a:ext cx="4036219" cy="1810941"/>
          </a:xfrm>
          <a:prstGeom prst="rect">
            <a:avLst/>
          </a:prstGeom>
          <a:solidFill>
            <a:srgbClr val="FFFFFF">
              <a:alpha val="3000"/>
            </a:srgbClr>
          </a:solidFill>
          <a:ln w="27432">
            <a:solidFill>
              <a:srgbClr val="00CED1"/>
            </a:solidFill>
            <a:prstDash val="solid"/>
          </a:ln>
        </p:spPr>
      </p:sp>
      <p:pic>
        <p:nvPicPr>
          <p:cNvPr id="6" name="Image 1" descr="preencoded.png"/>
          <p:cNvPicPr>
            <a:picLocks noChangeAspect="1"/>
          </p:cNvPicPr>
          <p:nvPr/>
        </p:nvPicPr>
        <p:blipFill>
          <a:blip r:embed="rId4"/>
          <a:stretch>
            <a:fillRect/>
          </a:stretch>
        </p:blipFill>
        <p:spPr>
          <a:xfrm>
            <a:off x="607219" y="1282303"/>
            <a:ext cx="250031" cy="200025"/>
          </a:xfrm>
          <a:prstGeom prst="rect">
            <a:avLst/>
          </a:prstGeom>
        </p:spPr>
      </p:pic>
      <p:sp>
        <p:nvSpPr>
          <p:cNvPr id="7" name="Text 3"/>
          <p:cNvSpPr/>
          <p:nvPr/>
        </p:nvSpPr>
        <p:spPr>
          <a:xfrm>
            <a:off x="964406" y="1237655"/>
            <a:ext cx="1456488" cy="289322"/>
          </a:xfrm>
          <a:prstGeom prst="rect">
            <a:avLst/>
          </a:prstGeom>
          <a:noFill/>
          <a:ln/>
        </p:spPr>
        <p:txBody>
          <a:bodyPr wrap="none" lIns="0" tIns="0" rIns="0" bIns="0" rtlCol="0" anchor="t">
            <a:spAutoFit/>
          </a:bodyPr>
          <a:lstStyle/>
          <a:p>
            <a:pPr marL="0" indent="0" algn="l">
              <a:lnSpc>
                <a:spcPts val="1900"/>
              </a:lnSpc>
              <a:buNone/>
            </a:pPr>
            <a:r>
              <a:rPr lang="en-US" sz="1397" b="1" kern="0" spc="1" dirty="0">
                <a:solidFill>
                  <a:srgbClr val="FFFFFF"/>
                </a:solidFill>
              </a:rPr>
              <a:t>플레이 작용 요소</a:t>
            </a:r>
            <a:endParaRPr lang="en-US" sz="1397" dirty="0"/>
          </a:p>
        </p:txBody>
      </p:sp>
      <p:sp>
        <p:nvSpPr>
          <p:cNvPr id="8" name="Text 4"/>
          <p:cNvSpPr/>
          <p:nvPr/>
        </p:nvSpPr>
        <p:spPr>
          <a:xfrm>
            <a:off x="607219" y="1719858"/>
            <a:ext cx="3679031" cy="9144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E0E0E0"/>
                </a:solidFill>
              </a:rPr>
              <a:t>플레이어는 </a:t>
            </a:r>
            <a:r>
              <a:rPr lang="en-US" sz="1050" dirty="0">
                <a:solidFill>
                  <a:srgbClr val="FFD700"/>
                </a:solidFill>
              </a:rPr>
              <a:t>대화와 행동 선택</a:t>
            </a:r>
            <a:r>
              <a:rPr lang="en-US" sz="1050" dirty="0">
                <a:solidFill>
                  <a:srgbClr val="E0E0E0"/>
                </a:solidFill>
              </a:rPr>
              <a:t>을 통해 상황에 개입합니다. 선택은 즉각적인 결과뿐 아니라 이후 전개와 선택지 구성에 </a:t>
            </a:r>
            <a:r>
              <a:rPr lang="en-US" sz="1050" dirty="0">
                <a:solidFill>
                  <a:srgbClr val="FFD700"/>
                </a:solidFill>
              </a:rPr>
              <a:t>누적된 영향</a:t>
            </a:r>
            <a:r>
              <a:rPr lang="en-US" sz="1050" dirty="0">
                <a:solidFill>
                  <a:srgbClr val="E0E0E0"/>
                </a:solidFill>
              </a:rPr>
              <a:t>을 미치며, 주인공이 주변의 기대에 어떻게 반응해 왔는지를 드러냅니다.</a:t>
            </a:r>
            <a:endParaRPr lang="en-US" sz="1050" dirty="0"/>
          </a:p>
        </p:txBody>
      </p:sp>
      <p:sp>
        <p:nvSpPr>
          <p:cNvPr id="9" name="Shape 5"/>
          <p:cNvSpPr/>
          <p:nvPr/>
        </p:nvSpPr>
        <p:spPr>
          <a:xfrm>
            <a:off x="4679156" y="1059061"/>
            <a:ext cx="4036219" cy="1810941"/>
          </a:xfrm>
          <a:prstGeom prst="rect">
            <a:avLst/>
          </a:prstGeom>
          <a:solidFill>
            <a:srgbClr val="FFFFFF">
              <a:alpha val="3000"/>
            </a:srgbClr>
          </a:solidFill>
          <a:ln w="27432">
            <a:solidFill>
              <a:srgbClr val="FFD700"/>
            </a:solidFill>
            <a:prstDash val="solid"/>
          </a:ln>
        </p:spPr>
      </p:sp>
      <p:pic>
        <p:nvPicPr>
          <p:cNvPr id="10" name="Image 2" descr="preencoded.png"/>
          <p:cNvPicPr>
            <a:picLocks noChangeAspect="1"/>
          </p:cNvPicPr>
          <p:nvPr/>
        </p:nvPicPr>
        <p:blipFill>
          <a:blip r:embed="rId5"/>
          <a:stretch>
            <a:fillRect/>
          </a:stretch>
        </p:blipFill>
        <p:spPr>
          <a:xfrm>
            <a:off x="4857750" y="1282303"/>
            <a:ext cx="200025" cy="200025"/>
          </a:xfrm>
          <a:prstGeom prst="rect">
            <a:avLst/>
          </a:prstGeom>
        </p:spPr>
      </p:pic>
      <p:sp>
        <p:nvSpPr>
          <p:cNvPr id="11" name="Text 6"/>
          <p:cNvSpPr/>
          <p:nvPr/>
        </p:nvSpPr>
        <p:spPr>
          <a:xfrm>
            <a:off x="5164931" y="1237655"/>
            <a:ext cx="823819" cy="289322"/>
          </a:xfrm>
          <a:prstGeom prst="rect">
            <a:avLst/>
          </a:prstGeom>
          <a:noFill/>
          <a:ln/>
        </p:spPr>
        <p:txBody>
          <a:bodyPr wrap="none" lIns="0" tIns="0" rIns="0" bIns="0" rtlCol="0" anchor="t">
            <a:spAutoFit/>
          </a:bodyPr>
          <a:lstStyle/>
          <a:p>
            <a:pPr marL="0" indent="0" algn="l">
              <a:lnSpc>
                <a:spcPts val="1900"/>
              </a:lnSpc>
              <a:buNone/>
            </a:pPr>
            <a:r>
              <a:rPr lang="en-US" sz="1397" b="1" kern="0" spc="1" dirty="0">
                <a:solidFill>
                  <a:srgbClr val="FFFFFF"/>
                </a:solidFill>
              </a:rPr>
              <a:t>방해 요인</a:t>
            </a:r>
            <a:endParaRPr lang="en-US" sz="1397" dirty="0"/>
          </a:p>
        </p:txBody>
      </p:sp>
      <p:sp>
        <p:nvSpPr>
          <p:cNvPr id="12" name="Text 7"/>
          <p:cNvSpPr/>
          <p:nvPr/>
        </p:nvSpPr>
        <p:spPr>
          <a:xfrm>
            <a:off x="4857750" y="1719858"/>
            <a:ext cx="3679031" cy="9144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E0E0E0"/>
                </a:solidFill>
              </a:rPr>
              <a:t>세계가 붕괴되어 가는 과정 속에서 </a:t>
            </a:r>
            <a:r>
              <a:rPr lang="en-US" sz="1050" dirty="0">
                <a:solidFill>
                  <a:srgbClr val="FFD700"/>
                </a:solidFill>
              </a:rPr>
              <a:t>몬스터와 퍼즐</a:t>
            </a:r>
            <a:r>
              <a:rPr lang="en-US" sz="1050" dirty="0">
                <a:solidFill>
                  <a:srgbClr val="E0E0E0"/>
                </a:solidFill>
              </a:rPr>
              <a:t>이 등장합니다. 동시에 주변 인물들의 말과 반복되는 요구는 </a:t>
            </a:r>
            <a:r>
              <a:rPr lang="en-US" sz="1050" dirty="0">
                <a:solidFill>
                  <a:srgbClr val="FFD700"/>
                </a:solidFill>
              </a:rPr>
              <a:t>심리적인 압박</a:t>
            </a:r>
            <a:r>
              <a:rPr lang="en-US" sz="1050" dirty="0">
                <a:solidFill>
                  <a:srgbClr val="E0E0E0"/>
                </a:solidFill>
              </a:rPr>
              <a:t>으로 작용하여, 플레이어가 특정한 선택을 하도록 몰아가는 상황을 만듭니다.</a:t>
            </a:r>
            <a:endParaRPr lang="en-US" sz="1050" dirty="0"/>
          </a:p>
        </p:txBody>
      </p:sp>
      <p:sp>
        <p:nvSpPr>
          <p:cNvPr id="13" name="Shape 8"/>
          <p:cNvSpPr/>
          <p:nvPr/>
        </p:nvSpPr>
        <p:spPr>
          <a:xfrm>
            <a:off x="428625" y="3027164"/>
            <a:ext cx="4036219" cy="1810941"/>
          </a:xfrm>
          <a:prstGeom prst="rect">
            <a:avLst/>
          </a:prstGeom>
          <a:solidFill>
            <a:srgbClr val="FFFFFF">
              <a:alpha val="3000"/>
            </a:srgbClr>
          </a:solidFill>
          <a:ln w="27432">
            <a:solidFill>
              <a:srgbClr val="FFD700"/>
            </a:solidFill>
            <a:prstDash val="solid"/>
          </a:ln>
        </p:spPr>
      </p:sp>
      <p:pic>
        <p:nvPicPr>
          <p:cNvPr id="14" name="Image 3" descr="preencoded.png"/>
          <p:cNvPicPr>
            <a:picLocks noChangeAspect="1"/>
          </p:cNvPicPr>
          <p:nvPr/>
        </p:nvPicPr>
        <p:blipFill>
          <a:blip r:embed="rId6"/>
          <a:stretch>
            <a:fillRect/>
          </a:stretch>
        </p:blipFill>
        <p:spPr>
          <a:xfrm>
            <a:off x="607219" y="3250406"/>
            <a:ext cx="175022" cy="200025"/>
          </a:xfrm>
          <a:prstGeom prst="rect">
            <a:avLst/>
          </a:prstGeom>
        </p:spPr>
      </p:pic>
      <p:sp>
        <p:nvSpPr>
          <p:cNvPr id="15" name="Text 9"/>
          <p:cNvSpPr/>
          <p:nvPr/>
        </p:nvSpPr>
        <p:spPr>
          <a:xfrm>
            <a:off x="889397" y="3205758"/>
            <a:ext cx="1014999" cy="289322"/>
          </a:xfrm>
          <a:prstGeom prst="rect">
            <a:avLst/>
          </a:prstGeom>
          <a:noFill/>
          <a:ln/>
        </p:spPr>
        <p:txBody>
          <a:bodyPr wrap="none" lIns="0" tIns="0" rIns="0" bIns="0" rtlCol="0" anchor="t">
            <a:spAutoFit/>
          </a:bodyPr>
          <a:lstStyle/>
          <a:p>
            <a:pPr marL="0" indent="0" algn="l">
              <a:lnSpc>
                <a:spcPts val="1900"/>
              </a:lnSpc>
              <a:buNone/>
            </a:pPr>
            <a:r>
              <a:rPr lang="en-US" sz="1397" b="1" kern="0" spc="1" dirty="0">
                <a:solidFill>
                  <a:srgbClr val="FFFFFF"/>
                </a:solidFill>
              </a:rPr>
              <a:t>이야기 목적</a:t>
            </a:r>
            <a:endParaRPr lang="en-US" sz="1397" dirty="0"/>
          </a:p>
        </p:txBody>
      </p:sp>
      <p:sp>
        <p:nvSpPr>
          <p:cNvPr id="16" name="Text 10"/>
          <p:cNvSpPr/>
          <p:nvPr/>
        </p:nvSpPr>
        <p:spPr>
          <a:xfrm>
            <a:off x="607219" y="3687961"/>
            <a:ext cx="3679031" cy="9144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FFD700"/>
                </a:solidFill>
              </a:rPr>
              <a:t>'착함'이라는 기대</a:t>
            </a:r>
            <a:r>
              <a:rPr lang="en-US" sz="1050" dirty="0">
                <a:solidFill>
                  <a:srgbClr val="E0E0E0"/>
                </a:solidFill>
              </a:rPr>
              <a:t> 속에서, 세계의 붕괴와 함께 소모되어 가는 한 인물의 선택을 그립니다. 플레이어는 선택과 장애를 넘어서며 이야기를 완주하고, 선택이 누적되며 만들어지는 </a:t>
            </a:r>
            <a:r>
              <a:rPr lang="en-US" sz="1050" dirty="0">
                <a:solidFill>
                  <a:srgbClr val="FFD700"/>
                </a:solidFill>
              </a:rPr>
              <a:t>감정과 서사</a:t>
            </a:r>
            <a:r>
              <a:rPr lang="en-US" sz="1050" dirty="0">
                <a:solidFill>
                  <a:srgbClr val="E0E0E0"/>
                </a:solidFill>
              </a:rPr>
              <a:t>를 체험합니다.</a:t>
            </a:r>
            <a:endParaRPr lang="en-US" sz="1050" dirty="0"/>
          </a:p>
        </p:txBody>
      </p:sp>
      <p:sp>
        <p:nvSpPr>
          <p:cNvPr id="17" name="Shape 11"/>
          <p:cNvSpPr/>
          <p:nvPr/>
        </p:nvSpPr>
        <p:spPr>
          <a:xfrm>
            <a:off x="4679156" y="3027164"/>
            <a:ext cx="4036219" cy="1810941"/>
          </a:xfrm>
          <a:prstGeom prst="rect">
            <a:avLst/>
          </a:prstGeom>
          <a:solidFill>
            <a:srgbClr val="FFFFFF">
              <a:alpha val="3000"/>
            </a:srgbClr>
          </a:solidFill>
          <a:ln w="27432">
            <a:solidFill>
              <a:srgbClr val="00CED1"/>
            </a:solidFill>
            <a:prstDash val="solid"/>
          </a:ln>
        </p:spPr>
      </p:sp>
      <p:pic>
        <p:nvPicPr>
          <p:cNvPr id="18" name="Image 4" descr="preencoded.png"/>
          <p:cNvPicPr>
            <a:picLocks noChangeAspect="1"/>
          </p:cNvPicPr>
          <p:nvPr/>
        </p:nvPicPr>
        <p:blipFill>
          <a:blip r:embed="rId7"/>
          <a:stretch>
            <a:fillRect/>
          </a:stretch>
        </p:blipFill>
        <p:spPr>
          <a:xfrm>
            <a:off x="4857750" y="3250406"/>
            <a:ext cx="225028" cy="200025"/>
          </a:xfrm>
          <a:prstGeom prst="rect">
            <a:avLst/>
          </a:prstGeom>
        </p:spPr>
      </p:pic>
      <p:sp>
        <p:nvSpPr>
          <p:cNvPr id="19" name="Text 12"/>
          <p:cNvSpPr/>
          <p:nvPr/>
        </p:nvSpPr>
        <p:spPr>
          <a:xfrm>
            <a:off x="5189934" y="3205758"/>
            <a:ext cx="1014999" cy="289322"/>
          </a:xfrm>
          <a:prstGeom prst="rect">
            <a:avLst/>
          </a:prstGeom>
          <a:noFill/>
          <a:ln/>
        </p:spPr>
        <p:txBody>
          <a:bodyPr wrap="none" lIns="0" tIns="0" rIns="0" bIns="0" rtlCol="0" anchor="t">
            <a:spAutoFit/>
          </a:bodyPr>
          <a:lstStyle/>
          <a:p>
            <a:pPr marL="0" indent="0" algn="l">
              <a:lnSpc>
                <a:spcPts val="1900"/>
              </a:lnSpc>
              <a:buNone/>
            </a:pPr>
            <a:r>
              <a:rPr lang="en-US" sz="1397" b="1" kern="0" spc="1" dirty="0">
                <a:solidFill>
                  <a:srgbClr val="FFFFFF"/>
                </a:solidFill>
              </a:rPr>
              <a:t>플레이 목적</a:t>
            </a:r>
            <a:endParaRPr lang="en-US" sz="1397" dirty="0"/>
          </a:p>
        </p:txBody>
      </p:sp>
      <p:sp>
        <p:nvSpPr>
          <p:cNvPr id="20" name="Text 13"/>
          <p:cNvSpPr/>
          <p:nvPr/>
        </p:nvSpPr>
        <p:spPr>
          <a:xfrm>
            <a:off x="4857750" y="3687961"/>
            <a:ext cx="3679031" cy="9144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E0E0E0"/>
                </a:solidFill>
              </a:rPr>
              <a:t>단순한 엔딩 도달이 아닌, </a:t>
            </a:r>
            <a:r>
              <a:rPr lang="en-US" sz="1050" dirty="0">
                <a:solidFill>
                  <a:srgbClr val="FFD700"/>
                </a:solidFill>
              </a:rPr>
              <a:t>선택의 무게</a:t>
            </a:r>
            <a:r>
              <a:rPr lang="en-US" sz="1050" dirty="0">
                <a:solidFill>
                  <a:srgbClr val="E0E0E0"/>
                </a:solidFill>
              </a:rPr>
              <a:t>를 직접 경험하는 것이 목표입니다. 기대에 부응할 것인가, 아니면 자신을 지킬 것인가에 대한 끊임없는 질문을 통해 </a:t>
            </a:r>
            <a:r>
              <a:rPr lang="en-US" sz="1050" dirty="0">
                <a:solidFill>
                  <a:srgbClr val="FFD700"/>
                </a:solidFill>
              </a:rPr>
              <a:t>독창적인 플레이 경험</a:t>
            </a:r>
            <a:r>
              <a:rPr lang="en-US" sz="1050" dirty="0">
                <a:solidFill>
                  <a:srgbClr val="E0E0E0"/>
                </a:solidFill>
              </a:rPr>
              <a:t>을 제공합니다.</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652480" cy="544711"/>
          </a:xfrm>
          <a:prstGeom prst="rect">
            <a:avLst/>
          </a:prstGeom>
          <a:solidFill>
            <a:srgbClr val="FFFFFF"/>
          </a:solidFill>
          <a:ln w="27432">
            <a:solidFill>
              <a:srgbClr val="000000"/>
            </a:solidFill>
            <a:prstDash val="solid"/>
          </a:ln>
        </p:spPr>
      </p:sp>
      <p:sp>
        <p:nvSpPr>
          <p:cNvPr id="4" name="Text 1"/>
          <p:cNvSpPr/>
          <p:nvPr/>
        </p:nvSpPr>
        <p:spPr>
          <a:xfrm>
            <a:off x="642938" y="342900"/>
            <a:ext cx="2166705"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개요: 컨텐츠 볼륨 맵</a:t>
            </a:r>
            <a:endParaRPr lang="en-US" sz="1808" dirty="0"/>
          </a:p>
        </p:txBody>
      </p:sp>
      <p:sp>
        <p:nvSpPr>
          <p:cNvPr id="5" name="Shape 2"/>
          <p:cNvSpPr/>
          <p:nvPr/>
        </p:nvSpPr>
        <p:spPr>
          <a:xfrm>
            <a:off x="4114800" y="2566392"/>
            <a:ext cx="914400" cy="914400"/>
          </a:xfrm>
          <a:prstGeom prst="rect">
            <a:avLst/>
          </a:prstGeom>
          <a:solidFill>
            <a:srgbClr val="FFFFFF"/>
          </a:solidFill>
          <a:ln w="27432">
            <a:solidFill>
              <a:srgbClr val="000000"/>
            </a:solidFill>
            <a:prstDash val="solid"/>
          </a:ln>
        </p:spPr>
      </p:sp>
      <p:pic>
        <p:nvPicPr>
          <p:cNvPr id="6" name="Image 1" descr="preencoded.png"/>
          <p:cNvPicPr>
            <a:picLocks noChangeAspect="1"/>
          </p:cNvPicPr>
          <p:nvPr/>
        </p:nvPicPr>
        <p:blipFill>
          <a:blip r:embed="rId4"/>
          <a:stretch>
            <a:fillRect/>
          </a:stretch>
        </p:blipFill>
        <p:spPr>
          <a:xfrm>
            <a:off x="4446984" y="2741414"/>
            <a:ext cx="250031" cy="285750"/>
          </a:xfrm>
          <a:prstGeom prst="rect">
            <a:avLst/>
          </a:prstGeom>
        </p:spPr>
      </p:pic>
      <p:sp>
        <p:nvSpPr>
          <p:cNvPr id="7" name="Text 3"/>
          <p:cNvSpPr/>
          <p:nvPr/>
        </p:nvSpPr>
        <p:spPr>
          <a:xfrm>
            <a:off x="4335391" y="3055739"/>
            <a:ext cx="473218" cy="250031"/>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1A0D2E"/>
                </a:solidFill>
              </a:rPr>
              <a:t>주인공</a:t>
            </a:r>
            <a:endParaRPr lang="en-US" sz="1193" dirty="0"/>
          </a:p>
        </p:txBody>
      </p:sp>
      <p:sp>
        <p:nvSpPr>
          <p:cNvPr id="8" name="Shape 4"/>
          <p:cNvSpPr/>
          <p:nvPr/>
        </p:nvSpPr>
        <p:spPr>
          <a:xfrm>
            <a:off x="3500438" y="2630686"/>
            <a:ext cx="628650" cy="628650"/>
          </a:xfrm>
          <a:prstGeom prst="rect">
            <a:avLst/>
          </a:prstGeom>
          <a:solidFill>
            <a:srgbClr val="00CED1"/>
          </a:solidFill>
          <a:ln w="27432">
            <a:solidFill>
              <a:srgbClr val="008B8B"/>
            </a:solidFill>
            <a:prstDash val="solid"/>
          </a:ln>
        </p:spPr>
      </p:sp>
      <p:pic>
        <p:nvPicPr>
          <p:cNvPr id="9" name="Image 2" descr="preencoded.png"/>
          <p:cNvPicPr>
            <a:picLocks noChangeAspect="1"/>
          </p:cNvPicPr>
          <p:nvPr/>
        </p:nvPicPr>
        <p:blipFill>
          <a:blip r:embed="rId5"/>
          <a:stretch>
            <a:fillRect/>
          </a:stretch>
        </p:blipFill>
        <p:spPr>
          <a:xfrm>
            <a:off x="3723680" y="2748558"/>
            <a:ext cx="125016" cy="142875"/>
          </a:xfrm>
          <a:prstGeom prst="rect">
            <a:avLst/>
          </a:prstGeom>
        </p:spPr>
      </p:pic>
      <p:sp>
        <p:nvSpPr>
          <p:cNvPr id="10" name="Text 5"/>
          <p:cNvSpPr/>
          <p:nvPr/>
        </p:nvSpPr>
        <p:spPr>
          <a:xfrm>
            <a:off x="3681013" y="2920008"/>
            <a:ext cx="210322" cy="164306"/>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1A0D2E"/>
                </a:solidFill>
              </a:rPr>
              <a:t>선택</a:t>
            </a:r>
            <a:endParaRPr lang="en-US" sz="834" dirty="0"/>
          </a:p>
        </p:txBody>
      </p:sp>
      <p:sp>
        <p:nvSpPr>
          <p:cNvPr id="11" name="Shape 6"/>
          <p:cNvSpPr/>
          <p:nvPr/>
        </p:nvSpPr>
        <p:spPr>
          <a:xfrm>
            <a:off x="3500438" y="3416498"/>
            <a:ext cx="628650" cy="628650"/>
          </a:xfrm>
          <a:prstGeom prst="rect">
            <a:avLst/>
          </a:prstGeom>
          <a:solidFill>
            <a:srgbClr val="00CED1"/>
          </a:solidFill>
          <a:ln w="27432">
            <a:solidFill>
              <a:srgbClr val="008B8B"/>
            </a:solidFill>
            <a:prstDash val="solid"/>
          </a:ln>
        </p:spPr>
      </p:sp>
      <p:pic>
        <p:nvPicPr>
          <p:cNvPr id="12" name="Image 3" descr="preencoded.png"/>
          <p:cNvPicPr>
            <a:picLocks noChangeAspect="1"/>
          </p:cNvPicPr>
          <p:nvPr/>
        </p:nvPicPr>
        <p:blipFill>
          <a:blip r:embed="rId6"/>
          <a:stretch>
            <a:fillRect/>
          </a:stretch>
        </p:blipFill>
        <p:spPr>
          <a:xfrm>
            <a:off x="3714750" y="3534370"/>
            <a:ext cx="142875" cy="142875"/>
          </a:xfrm>
          <a:prstGeom prst="rect">
            <a:avLst/>
          </a:prstGeom>
        </p:spPr>
      </p:pic>
      <p:sp>
        <p:nvSpPr>
          <p:cNvPr id="13" name="Text 7"/>
          <p:cNvSpPr/>
          <p:nvPr/>
        </p:nvSpPr>
        <p:spPr>
          <a:xfrm>
            <a:off x="3681013" y="3705820"/>
            <a:ext cx="210322" cy="164306"/>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1A0D2E"/>
                </a:solidFill>
              </a:rPr>
              <a:t>대화</a:t>
            </a:r>
            <a:endParaRPr lang="en-US" sz="834" dirty="0"/>
          </a:p>
        </p:txBody>
      </p:sp>
      <p:sp>
        <p:nvSpPr>
          <p:cNvPr id="14" name="Shape 8"/>
          <p:cNvSpPr/>
          <p:nvPr/>
        </p:nvSpPr>
        <p:spPr>
          <a:xfrm>
            <a:off x="3143250" y="3023592"/>
            <a:ext cx="628650" cy="628650"/>
          </a:xfrm>
          <a:prstGeom prst="rect">
            <a:avLst/>
          </a:prstGeom>
          <a:solidFill>
            <a:srgbClr val="00CED1"/>
          </a:solidFill>
          <a:ln w="27432">
            <a:solidFill>
              <a:srgbClr val="008B8B"/>
            </a:solidFill>
            <a:prstDash val="solid"/>
          </a:ln>
        </p:spPr>
      </p:sp>
      <p:pic>
        <p:nvPicPr>
          <p:cNvPr id="15" name="Image 4" descr="preencoded.png"/>
          <p:cNvPicPr>
            <a:picLocks noChangeAspect="1"/>
          </p:cNvPicPr>
          <p:nvPr/>
        </p:nvPicPr>
        <p:blipFill>
          <a:blip r:embed="rId7"/>
          <a:stretch>
            <a:fillRect/>
          </a:stretch>
        </p:blipFill>
        <p:spPr>
          <a:xfrm>
            <a:off x="3339703" y="3145929"/>
            <a:ext cx="178594" cy="142875"/>
          </a:xfrm>
          <a:prstGeom prst="rect">
            <a:avLst/>
          </a:prstGeom>
        </p:spPr>
      </p:pic>
      <p:sp>
        <p:nvSpPr>
          <p:cNvPr id="16" name="Text 9"/>
          <p:cNvSpPr/>
          <p:nvPr/>
        </p:nvSpPr>
        <p:spPr>
          <a:xfrm>
            <a:off x="3314867" y="3317379"/>
            <a:ext cx="228265" cy="155377"/>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1A0D2E"/>
                </a:solidFill>
              </a:rPr>
              <a:t>NPC</a:t>
            </a:r>
            <a:endParaRPr lang="en-US" sz="834" dirty="0"/>
          </a:p>
        </p:txBody>
      </p:sp>
      <p:sp>
        <p:nvSpPr>
          <p:cNvPr id="17" name="Shape 10"/>
          <p:cNvSpPr/>
          <p:nvPr/>
        </p:nvSpPr>
        <p:spPr>
          <a:xfrm>
            <a:off x="6000750" y="3023592"/>
            <a:ext cx="628650" cy="628650"/>
          </a:xfrm>
          <a:prstGeom prst="rect">
            <a:avLst/>
          </a:prstGeom>
          <a:solidFill>
            <a:srgbClr val="00CED1"/>
          </a:solidFill>
          <a:ln w="27432">
            <a:solidFill>
              <a:srgbClr val="008B8B"/>
            </a:solidFill>
            <a:prstDash val="solid"/>
          </a:ln>
        </p:spPr>
      </p:sp>
      <p:pic>
        <p:nvPicPr>
          <p:cNvPr id="18" name="Image 5" descr="preencoded.png"/>
          <p:cNvPicPr>
            <a:picLocks noChangeAspect="1"/>
          </p:cNvPicPr>
          <p:nvPr/>
        </p:nvPicPr>
        <p:blipFill>
          <a:blip r:embed="rId8"/>
          <a:stretch>
            <a:fillRect/>
          </a:stretch>
        </p:blipFill>
        <p:spPr>
          <a:xfrm>
            <a:off x="6223992" y="3141464"/>
            <a:ext cx="125016" cy="142875"/>
          </a:xfrm>
          <a:prstGeom prst="rect">
            <a:avLst/>
          </a:prstGeom>
        </p:spPr>
      </p:pic>
      <p:sp>
        <p:nvSpPr>
          <p:cNvPr id="19" name="Text 11"/>
          <p:cNvSpPr/>
          <p:nvPr/>
        </p:nvSpPr>
        <p:spPr>
          <a:xfrm>
            <a:off x="6181325" y="3312914"/>
            <a:ext cx="210322" cy="164306"/>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1A0D2E"/>
                </a:solidFill>
              </a:rPr>
              <a:t>행동</a:t>
            </a:r>
            <a:endParaRPr lang="en-US" sz="834" dirty="0"/>
          </a:p>
        </p:txBody>
      </p:sp>
      <p:sp>
        <p:nvSpPr>
          <p:cNvPr id="20" name="Shape 12"/>
          <p:cNvSpPr/>
          <p:nvPr/>
        </p:nvSpPr>
        <p:spPr>
          <a:xfrm>
            <a:off x="4214813" y="2041327"/>
            <a:ext cx="700088" cy="700088"/>
          </a:xfrm>
          <a:prstGeom prst="rect">
            <a:avLst/>
          </a:prstGeom>
          <a:solidFill>
            <a:srgbClr val="FFD700"/>
          </a:solidFill>
          <a:ln w="27432">
            <a:solidFill>
              <a:srgbClr val="B8860B"/>
            </a:solidFill>
            <a:prstDash val="solid"/>
          </a:ln>
        </p:spPr>
      </p:sp>
      <p:pic>
        <p:nvPicPr>
          <p:cNvPr id="21" name="Image 6" descr="preencoded.png"/>
          <p:cNvPicPr>
            <a:picLocks noChangeAspect="1"/>
          </p:cNvPicPr>
          <p:nvPr/>
        </p:nvPicPr>
        <p:blipFill>
          <a:blip r:embed="rId9"/>
          <a:stretch>
            <a:fillRect/>
          </a:stretch>
        </p:blipFill>
        <p:spPr>
          <a:xfrm>
            <a:off x="4473773" y="2194917"/>
            <a:ext cx="125016" cy="142875"/>
          </a:xfrm>
          <a:prstGeom prst="rect">
            <a:avLst/>
          </a:prstGeom>
        </p:spPr>
      </p:pic>
      <p:sp>
        <p:nvSpPr>
          <p:cNvPr id="22" name="Text 13"/>
          <p:cNvSpPr/>
          <p:nvPr/>
        </p:nvSpPr>
        <p:spPr>
          <a:xfrm>
            <a:off x="4431106" y="2366367"/>
            <a:ext cx="210322" cy="164306"/>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1A0D2E"/>
                </a:solidFill>
              </a:rPr>
              <a:t>전투</a:t>
            </a:r>
            <a:endParaRPr lang="en-US" sz="834" dirty="0"/>
          </a:p>
        </p:txBody>
      </p:sp>
      <p:sp>
        <p:nvSpPr>
          <p:cNvPr id="23" name="Shape 14"/>
          <p:cNvSpPr/>
          <p:nvPr/>
        </p:nvSpPr>
        <p:spPr>
          <a:xfrm>
            <a:off x="4214813" y="4005858"/>
            <a:ext cx="700088" cy="700088"/>
          </a:xfrm>
          <a:prstGeom prst="rect">
            <a:avLst/>
          </a:prstGeom>
          <a:solidFill>
            <a:srgbClr val="FFD700"/>
          </a:solidFill>
          <a:ln w="27432">
            <a:solidFill>
              <a:srgbClr val="B8860B"/>
            </a:solidFill>
            <a:prstDash val="solid"/>
          </a:ln>
        </p:spPr>
      </p:sp>
      <p:pic>
        <p:nvPicPr>
          <p:cNvPr id="24" name="Image 7" descr="preencoded.png"/>
          <p:cNvPicPr>
            <a:picLocks noChangeAspect="1"/>
          </p:cNvPicPr>
          <p:nvPr/>
        </p:nvPicPr>
        <p:blipFill>
          <a:blip r:embed="rId10"/>
          <a:stretch>
            <a:fillRect/>
          </a:stretch>
        </p:blipFill>
        <p:spPr>
          <a:xfrm>
            <a:off x="4464844" y="4159448"/>
            <a:ext cx="142875" cy="142875"/>
          </a:xfrm>
          <a:prstGeom prst="rect">
            <a:avLst/>
          </a:prstGeom>
        </p:spPr>
      </p:pic>
      <p:sp>
        <p:nvSpPr>
          <p:cNvPr id="25" name="Text 15"/>
          <p:cNvSpPr/>
          <p:nvPr/>
        </p:nvSpPr>
        <p:spPr>
          <a:xfrm>
            <a:off x="4431106" y="4330898"/>
            <a:ext cx="210322" cy="164306"/>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1A0D2E"/>
                </a:solidFill>
              </a:rPr>
              <a:t>퍼즐</a:t>
            </a:r>
            <a:endParaRPr lang="en-US" sz="834" dirty="0"/>
          </a:p>
        </p:txBody>
      </p:sp>
      <p:sp>
        <p:nvSpPr>
          <p:cNvPr id="26" name="Shape 16"/>
          <p:cNvSpPr/>
          <p:nvPr/>
        </p:nvSpPr>
        <p:spPr>
          <a:xfrm>
            <a:off x="2071688" y="3023592"/>
            <a:ext cx="700088" cy="700088"/>
          </a:xfrm>
          <a:prstGeom prst="rect">
            <a:avLst/>
          </a:prstGeom>
          <a:solidFill>
            <a:srgbClr val="FFD700"/>
          </a:solidFill>
          <a:ln w="27432">
            <a:solidFill>
              <a:srgbClr val="B8860B"/>
            </a:solidFill>
            <a:prstDash val="solid"/>
          </a:ln>
        </p:spPr>
      </p:sp>
      <p:pic>
        <p:nvPicPr>
          <p:cNvPr id="27" name="Image 8" descr="preencoded.png"/>
          <p:cNvPicPr>
            <a:picLocks noChangeAspect="1"/>
          </p:cNvPicPr>
          <p:nvPr/>
        </p:nvPicPr>
        <p:blipFill>
          <a:blip r:embed="rId11"/>
          <a:stretch>
            <a:fillRect/>
          </a:stretch>
        </p:blipFill>
        <p:spPr>
          <a:xfrm>
            <a:off x="2321719" y="3177183"/>
            <a:ext cx="142875" cy="142875"/>
          </a:xfrm>
          <a:prstGeom prst="rect">
            <a:avLst/>
          </a:prstGeom>
        </p:spPr>
      </p:pic>
      <p:sp>
        <p:nvSpPr>
          <p:cNvPr id="28" name="Text 17"/>
          <p:cNvSpPr/>
          <p:nvPr/>
        </p:nvSpPr>
        <p:spPr>
          <a:xfrm>
            <a:off x="2287981" y="3348633"/>
            <a:ext cx="210322" cy="164306"/>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1A0D2E"/>
                </a:solidFill>
              </a:rPr>
              <a:t>탐색</a:t>
            </a:r>
            <a:endParaRPr lang="en-US" sz="834" dirty="0"/>
          </a:p>
        </p:txBody>
      </p:sp>
      <p:sp>
        <p:nvSpPr>
          <p:cNvPr id="29" name="Shape 18"/>
          <p:cNvSpPr/>
          <p:nvPr/>
        </p:nvSpPr>
        <p:spPr>
          <a:xfrm>
            <a:off x="7072313" y="3023592"/>
            <a:ext cx="700088" cy="700088"/>
          </a:xfrm>
          <a:prstGeom prst="rect">
            <a:avLst/>
          </a:prstGeom>
          <a:solidFill>
            <a:srgbClr val="FFD700"/>
          </a:solidFill>
          <a:ln w="27432">
            <a:solidFill>
              <a:srgbClr val="B8860B"/>
            </a:solidFill>
            <a:prstDash val="solid"/>
          </a:ln>
        </p:spPr>
      </p:sp>
      <p:pic>
        <p:nvPicPr>
          <p:cNvPr id="30" name="Image 9" descr="preencoded.png"/>
          <p:cNvPicPr>
            <a:picLocks noChangeAspect="1"/>
          </p:cNvPicPr>
          <p:nvPr/>
        </p:nvPicPr>
        <p:blipFill>
          <a:blip r:embed="rId12"/>
          <a:stretch>
            <a:fillRect/>
          </a:stretch>
        </p:blipFill>
        <p:spPr>
          <a:xfrm>
            <a:off x="7322344" y="3177183"/>
            <a:ext cx="142875" cy="142875"/>
          </a:xfrm>
          <a:prstGeom prst="rect">
            <a:avLst/>
          </a:prstGeom>
        </p:spPr>
      </p:pic>
      <p:sp>
        <p:nvSpPr>
          <p:cNvPr id="31" name="Text 19"/>
          <p:cNvSpPr/>
          <p:nvPr/>
        </p:nvSpPr>
        <p:spPr>
          <a:xfrm>
            <a:off x="7288606" y="3348633"/>
            <a:ext cx="210322" cy="164306"/>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1A0D2E"/>
                </a:solidFill>
              </a:rPr>
              <a:t>연출</a:t>
            </a:r>
            <a:endParaRPr lang="en-US" sz="834" dirty="0"/>
          </a:p>
        </p:txBody>
      </p:sp>
      <p:sp>
        <p:nvSpPr>
          <p:cNvPr id="32" name="Shape 20"/>
          <p:cNvSpPr/>
          <p:nvPr/>
        </p:nvSpPr>
        <p:spPr>
          <a:xfrm>
            <a:off x="5643563" y="1844873"/>
            <a:ext cx="628650" cy="628650"/>
          </a:xfrm>
          <a:prstGeom prst="rect">
            <a:avLst/>
          </a:prstGeom>
          <a:solidFill>
            <a:srgbClr val="FFD700"/>
          </a:solidFill>
          <a:ln w="27432">
            <a:solidFill>
              <a:srgbClr val="B8860B"/>
            </a:solidFill>
            <a:prstDash val="solid"/>
          </a:ln>
        </p:spPr>
      </p:sp>
      <p:pic>
        <p:nvPicPr>
          <p:cNvPr id="33" name="Image 10" descr="preencoded.png"/>
          <p:cNvPicPr>
            <a:picLocks noChangeAspect="1"/>
          </p:cNvPicPr>
          <p:nvPr/>
        </p:nvPicPr>
        <p:blipFill>
          <a:blip r:embed="rId13"/>
          <a:stretch>
            <a:fillRect/>
          </a:stretch>
        </p:blipFill>
        <p:spPr>
          <a:xfrm>
            <a:off x="5857875" y="1962745"/>
            <a:ext cx="142875" cy="142875"/>
          </a:xfrm>
          <a:prstGeom prst="rect">
            <a:avLst/>
          </a:prstGeom>
        </p:spPr>
      </p:pic>
      <p:sp>
        <p:nvSpPr>
          <p:cNvPr id="34" name="Text 21"/>
          <p:cNvSpPr/>
          <p:nvPr/>
        </p:nvSpPr>
        <p:spPr>
          <a:xfrm>
            <a:off x="5824138" y="2134195"/>
            <a:ext cx="210322" cy="164306"/>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1A0D2E"/>
                </a:solidFill>
              </a:rPr>
              <a:t>배경</a:t>
            </a:r>
            <a:endParaRPr lang="en-US" sz="834" dirty="0"/>
          </a:p>
        </p:txBody>
      </p:sp>
      <p:sp>
        <p:nvSpPr>
          <p:cNvPr id="35" name="Shape 22"/>
          <p:cNvSpPr/>
          <p:nvPr/>
        </p:nvSpPr>
        <p:spPr>
          <a:xfrm>
            <a:off x="5643563" y="4202311"/>
            <a:ext cx="628650" cy="628650"/>
          </a:xfrm>
          <a:prstGeom prst="rect">
            <a:avLst/>
          </a:prstGeom>
          <a:solidFill>
            <a:srgbClr val="FFD700"/>
          </a:solidFill>
          <a:ln w="27432">
            <a:solidFill>
              <a:srgbClr val="B8860B"/>
            </a:solidFill>
            <a:prstDash val="solid"/>
          </a:ln>
        </p:spPr>
      </p:sp>
      <p:pic>
        <p:nvPicPr>
          <p:cNvPr id="36" name="Image 11" descr="preencoded.png"/>
          <p:cNvPicPr>
            <a:picLocks noChangeAspect="1"/>
          </p:cNvPicPr>
          <p:nvPr/>
        </p:nvPicPr>
        <p:blipFill>
          <a:blip r:embed="rId14"/>
          <a:stretch>
            <a:fillRect/>
          </a:stretch>
        </p:blipFill>
        <p:spPr>
          <a:xfrm>
            <a:off x="5840016" y="4320183"/>
            <a:ext cx="178594" cy="142875"/>
          </a:xfrm>
          <a:prstGeom prst="rect">
            <a:avLst/>
          </a:prstGeom>
        </p:spPr>
      </p:pic>
      <p:sp>
        <p:nvSpPr>
          <p:cNvPr id="37" name="Text 23"/>
          <p:cNvSpPr/>
          <p:nvPr/>
        </p:nvSpPr>
        <p:spPr>
          <a:xfrm>
            <a:off x="5771564" y="4491633"/>
            <a:ext cx="315469" cy="164306"/>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1A0D2E"/>
                </a:solidFill>
              </a:rPr>
              <a:t>사운드</a:t>
            </a:r>
            <a:endParaRPr lang="en-US" sz="834" dirty="0"/>
          </a:p>
        </p:txBody>
      </p:sp>
      <p:sp>
        <p:nvSpPr>
          <p:cNvPr id="38" name="Shape 24"/>
          <p:cNvSpPr/>
          <p:nvPr/>
        </p:nvSpPr>
        <p:spPr>
          <a:xfrm>
            <a:off x="3143250" y="1451967"/>
            <a:ext cx="557213" cy="557213"/>
          </a:xfrm>
          <a:prstGeom prst="rect">
            <a:avLst/>
          </a:prstGeom>
          <a:solidFill>
            <a:srgbClr val="FF69B4"/>
          </a:solidFill>
          <a:ln w="27432">
            <a:solidFill>
              <a:srgbClr val="C71585"/>
            </a:solidFill>
            <a:prstDash val="solid"/>
          </a:ln>
        </p:spPr>
      </p:sp>
      <p:pic>
        <p:nvPicPr>
          <p:cNvPr id="39" name="Image 12" descr="preencoded.png"/>
          <p:cNvPicPr>
            <a:picLocks noChangeAspect="1"/>
          </p:cNvPicPr>
          <p:nvPr/>
        </p:nvPicPr>
        <p:blipFill>
          <a:blip r:embed="rId15"/>
          <a:stretch>
            <a:fillRect/>
          </a:stretch>
        </p:blipFill>
        <p:spPr>
          <a:xfrm>
            <a:off x="3303984" y="1534120"/>
            <a:ext cx="178594" cy="142875"/>
          </a:xfrm>
          <a:prstGeom prst="rect">
            <a:avLst/>
          </a:prstGeom>
        </p:spPr>
      </p:pic>
      <p:sp>
        <p:nvSpPr>
          <p:cNvPr id="40" name="Text 25"/>
          <p:cNvSpPr/>
          <p:nvPr/>
        </p:nvSpPr>
        <p:spPr>
          <a:xfrm>
            <a:off x="3288106" y="1705570"/>
            <a:ext cx="210322" cy="164306"/>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FFFFFF"/>
                </a:solidFill>
              </a:rPr>
              <a:t>스킨</a:t>
            </a:r>
            <a:endParaRPr lang="en-US" sz="834" dirty="0"/>
          </a:p>
        </p:txBody>
      </p:sp>
      <p:sp>
        <p:nvSpPr>
          <p:cNvPr id="41" name="Shape 26"/>
          <p:cNvSpPr/>
          <p:nvPr/>
        </p:nvSpPr>
        <p:spPr>
          <a:xfrm>
            <a:off x="4572000" y="1451967"/>
            <a:ext cx="557213" cy="557213"/>
          </a:xfrm>
          <a:prstGeom prst="rect">
            <a:avLst/>
          </a:prstGeom>
          <a:solidFill>
            <a:srgbClr val="FF69B4"/>
          </a:solidFill>
          <a:ln w="27432">
            <a:solidFill>
              <a:srgbClr val="C71585"/>
            </a:solidFill>
            <a:prstDash val="solid"/>
          </a:ln>
        </p:spPr>
      </p:sp>
      <p:pic>
        <p:nvPicPr>
          <p:cNvPr id="42" name="Image 13" descr="preencoded.png"/>
          <p:cNvPicPr>
            <a:picLocks noChangeAspect="1"/>
          </p:cNvPicPr>
          <p:nvPr/>
        </p:nvPicPr>
        <p:blipFill>
          <a:blip r:embed="rId16"/>
          <a:stretch>
            <a:fillRect/>
          </a:stretch>
        </p:blipFill>
        <p:spPr>
          <a:xfrm>
            <a:off x="4741664" y="1534120"/>
            <a:ext cx="160734" cy="142875"/>
          </a:xfrm>
          <a:prstGeom prst="rect">
            <a:avLst/>
          </a:prstGeom>
        </p:spPr>
      </p:pic>
      <p:sp>
        <p:nvSpPr>
          <p:cNvPr id="43" name="Text 27"/>
          <p:cNvSpPr/>
          <p:nvPr/>
        </p:nvSpPr>
        <p:spPr>
          <a:xfrm>
            <a:off x="4716856" y="1705570"/>
            <a:ext cx="210322" cy="164306"/>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FFFFFF"/>
                </a:solidFill>
              </a:rPr>
              <a:t>상점</a:t>
            </a:r>
            <a:endParaRPr lang="en-US" sz="834" dirty="0"/>
          </a:p>
        </p:txBody>
      </p:sp>
      <p:sp>
        <p:nvSpPr>
          <p:cNvPr id="44" name="Shape 28"/>
          <p:cNvSpPr/>
          <p:nvPr/>
        </p:nvSpPr>
        <p:spPr>
          <a:xfrm>
            <a:off x="6000750" y="1451967"/>
            <a:ext cx="557213" cy="557213"/>
          </a:xfrm>
          <a:prstGeom prst="rect">
            <a:avLst/>
          </a:prstGeom>
          <a:solidFill>
            <a:srgbClr val="FF69B4"/>
          </a:solidFill>
          <a:ln w="27432">
            <a:solidFill>
              <a:srgbClr val="C71585"/>
            </a:solidFill>
            <a:prstDash val="solid"/>
          </a:ln>
        </p:spPr>
      </p:sp>
      <p:pic>
        <p:nvPicPr>
          <p:cNvPr id="45" name="Image 14" descr="preencoded.png"/>
          <p:cNvPicPr>
            <a:picLocks noChangeAspect="1"/>
          </p:cNvPicPr>
          <p:nvPr/>
        </p:nvPicPr>
        <p:blipFill>
          <a:blip r:embed="rId17"/>
          <a:stretch>
            <a:fillRect/>
          </a:stretch>
        </p:blipFill>
        <p:spPr>
          <a:xfrm>
            <a:off x="6179344" y="1534120"/>
            <a:ext cx="142875" cy="142875"/>
          </a:xfrm>
          <a:prstGeom prst="rect">
            <a:avLst/>
          </a:prstGeom>
        </p:spPr>
      </p:pic>
      <p:sp>
        <p:nvSpPr>
          <p:cNvPr id="46" name="Text 29"/>
          <p:cNvSpPr/>
          <p:nvPr/>
        </p:nvSpPr>
        <p:spPr>
          <a:xfrm>
            <a:off x="6093033" y="1705570"/>
            <a:ext cx="315469" cy="164306"/>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FFFFFF"/>
                </a:solidFill>
              </a:rPr>
              <a:t>아이템</a:t>
            </a:r>
            <a:endParaRPr lang="en-US" sz="834" dirty="0"/>
          </a:p>
        </p:txBody>
      </p:sp>
      <p:sp>
        <p:nvSpPr>
          <p:cNvPr id="47" name="Shape 30"/>
          <p:cNvSpPr/>
          <p:nvPr/>
        </p:nvSpPr>
        <p:spPr>
          <a:xfrm>
            <a:off x="3143250" y="4595217"/>
            <a:ext cx="557213" cy="557213"/>
          </a:xfrm>
          <a:prstGeom prst="rect">
            <a:avLst/>
          </a:prstGeom>
          <a:solidFill>
            <a:srgbClr val="FF69B4"/>
          </a:solidFill>
          <a:ln w="27432">
            <a:solidFill>
              <a:srgbClr val="C71585"/>
            </a:solidFill>
            <a:prstDash val="solid"/>
          </a:ln>
        </p:spPr>
      </p:sp>
      <p:pic>
        <p:nvPicPr>
          <p:cNvPr id="48" name="Image 15" descr="preencoded.png"/>
          <p:cNvPicPr>
            <a:picLocks noChangeAspect="1"/>
          </p:cNvPicPr>
          <p:nvPr/>
        </p:nvPicPr>
        <p:blipFill>
          <a:blip r:embed="rId18"/>
          <a:stretch>
            <a:fillRect/>
          </a:stretch>
        </p:blipFill>
        <p:spPr>
          <a:xfrm>
            <a:off x="3321844" y="4677370"/>
            <a:ext cx="142875" cy="142875"/>
          </a:xfrm>
          <a:prstGeom prst="rect">
            <a:avLst/>
          </a:prstGeom>
        </p:spPr>
      </p:pic>
      <p:sp>
        <p:nvSpPr>
          <p:cNvPr id="49" name="Text 31"/>
          <p:cNvSpPr/>
          <p:nvPr/>
        </p:nvSpPr>
        <p:spPr>
          <a:xfrm>
            <a:off x="3235533" y="4848820"/>
            <a:ext cx="315469" cy="164306"/>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FFFFFF"/>
                </a:solidFill>
              </a:rPr>
              <a:t>몬스터</a:t>
            </a:r>
            <a:endParaRPr lang="en-US" sz="834" dirty="0"/>
          </a:p>
        </p:txBody>
      </p:sp>
      <p:sp>
        <p:nvSpPr>
          <p:cNvPr id="50" name="Shape 32"/>
          <p:cNvSpPr/>
          <p:nvPr/>
        </p:nvSpPr>
        <p:spPr>
          <a:xfrm>
            <a:off x="4572000" y="4595217"/>
            <a:ext cx="557213" cy="557213"/>
          </a:xfrm>
          <a:prstGeom prst="rect">
            <a:avLst/>
          </a:prstGeom>
          <a:solidFill>
            <a:srgbClr val="FF69B4"/>
          </a:solidFill>
          <a:ln w="27432">
            <a:solidFill>
              <a:srgbClr val="C71585"/>
            </a:solidFill>
            <a:prstDash val="solid"/>
          </a:ln>
        </p:spPr>
      </p:sp>
      <p:pic>
        <p:nvPicPr>
          <p:cNvPr id="51" name="Image 16" descr="preencoded.png"/>
          <p:cNvPicPr>
            <a:picLocks noChangeAspect="1"/>
          </p:cNvPicPr>
          <p:nvPr/>
        </p:nvPicPr>
        <p:blipFill>
          <a:blip r:embed="rId19"/>
          <a:stretch>
            <a:fillRect/>
          </a:stretch>
        </p:blipFill>
        <p:spPr>
          <a:xfrm>
            <a:off x="4750594" y="4677370"/>
            <a:ext cx="142875" cy="142875"/>
          </a:xfrm>
          <a:prstGeom prst="rect">
            <a:avLst/>
          </a:prstGeom>
        </p:spPr>
      </p:pic>
      <p:sp>
        <p:nvSpPr>
          <p:cNvPr id="52" name="Text 33"/>
          <p:cNvSpPr/>
          <p:nvPr/>
        </p:nvSpPr>
        <p:spPr>
          <a:xfrm>
            <a:off x="4664283" y="4848820"/>
            <a:ext cx="315469" cy="164306"/>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FFFFFF"/>
                </a:solidFill>
              </a:rPr>
              <a:t>장애물</a:t>
            </a:r>
            <a:endParaRPr lang="en-US" sz="834" dirty="0"/>
          </a:p>
        </p:txBody>
      </p:sp>
      <p:sp>
        <p:nvSpPr>
          <p:cNvPr id="53" name="Shape 34"/>
          <p:cNvSpPr/>
          <p:nvPr/>
        </p:nvSpPr>
        <p:spPr>
          <a:xfrm>
            <a:off x="6000750" y="4595217"/>
            <a:ext cx="557213" cy="557213"/>
          </a:xfrm>
          <a:prstGeom prst="rect">
            <a:avLst/>
          </a:prstGeom>
          <a:solidFill>
            <a:srgbClr val="FF69B4"/>
          </a:solidFill>
          <a:ln w="27432">
            <a:solidFill>
              <a:srgbClr val="C71585"/>
            </a:solidFill>
            <a:prstDash val="solid"/>
          </a:ln>
        </p:spPr>
      </p:sp>
      <p:pic>
        <p:nvPicPr>
          <p:cNvPr id="54" name="Image 17" descr="preencoded.png"/>
          <p:cNvPicPr>
            <a:picLocks noChangeAspect="1"/>
          </p:cNvPicPr>
          <p:nvPr/>
        </p:nvPicPr>
        <p:blipFill>
          <a:blip r:embed="rId20"/>
          <a:stretch>
            <a:fillRect/>
          </a:stretch>
        </p:blipFill>
        <p:spPr>
          <a:xfrm>
            <a:off x="6188273" y="4677370"/>
            <a:ext cx="125016" cy="142875"/>
          </a:xfrm>
          <a:prstGeom prst="rect">
            <a:avLst/>
          </a:prstGeom>
        </p:spPr>
      </p:pic>
      <p:sp>
        <p:nvSpPr>
          <p:cNvPr id="55" name="Text 35"/>
          <p:cNvSpPr/>
          <p:nvPr/>
        </p:nvSpPr>
        <p:spPr>
          <a:xfrm>
            <a:off x="6040459" y="4848820"/>
            <a:ext cx="420644" cy="164306"/>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FFFFFF"/>
                </a:solidFill>
              </a:rPr>
              <a:t>타임어택</a:t>
            </a:r>
            <a:endParaRPr lang="en-US" sz="834" dirty="0"/>
          </a:p>
        </p:txBody>
      </p:sp>
      <p:sp>
        <p:nvSpPr>
          <p:cNvPr id="56" name="Shape 36"/>
          <p:cNvSpPr/>
          <p:nvPr/>
        </p:nvSpPr>
        <p:spPr>
          <a:xfrm>
            <a:off x="7260171" y="3904059"/>
            <a:ext cx="1455204" cy="953691"/>
          </a:xfrm>
          <a:prstGeom prst="rect">
            <a:avLst/>
          </a:prstGeom>
          <a:solidFill>
            <a:srgbClr val="000000">
              <a:alpha val="50000"/>
            </a:srgbClr>
          </a:solidFill>
          <a:ln w="18288">
            <a:solidFill>
              <a:srgbClr val="FFFFFF"/>
            </a:solidFill>
            <a:prstDash val="solid"/>
          </a:ln>
        </p:spPr>
      </p:sp>
      <p:sp>
        <p:nvSpPr>
          <p:cNvPr id="57" name="Text 37"/>
          <p:cNvSpPr/>
          <p:nvPr/>
        </p:nvSpPr>
        <p:spPr>
          <a:xfrm>
            <a:off x="7638790" y="4039791"/>
            <a:ext cx="629320"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핵심 (Core)</a:t>
            </a:r>
            <a:endParaRPr lang="en-US" sz="942" dirty="0"/>
          </a:p>
        </p:txBody>
      </p:sp>
      <p:sp>
        <p:nvSpPr>
          <p:cNvPr id="58" name="Text 38"/>
          <p:cNvSpPr/>
          <p:nvPr/>
        </p:nvSpPr>
        <p:spPr>
          <a:xfrm>
            <a:off x="7638790" y="4300538"/>
            <a:ext cx="659402"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기본 (Basic)</a:t>
            </a:r>
            <a:endParaRPr lang="en-US" sz="942" dirty="0"/>
          </a:p>
        </p:txBody>
      </p:sp>
      <p:sp>
        <p:nvSpPr>
          <p:cNvPr id="59" name="Text 39"/>
          <p:cNvSpPr/>
          <p:nvPr/>
        </p:nvSpPr>
        <p:spPr>
          <a:xfrm>
            <a:off x="7638790" y="4561284"/>
            <a:ext cx="969429"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확장 (Expansion)</a:t>
            </a:r>
            <a:endParaRPr lang="en-US" sz="942" dirty="0"/>
          </a:p>
        </p:txBody>
      </p:sp>
      <p:pic>
        <p:nvPicPr>
          <p:cNvPr id="60" name="Image 20" descr="preencoded.png">
            <a:extLst>
              <a:ext uri="{FF2B5EF4-FFF2-40B4-BE49-F238E27FC236}">
                <a16:creationId xmlns:a16="http://schemas.microsoft.com/office/drawing/2014/main" id="{F15BA678-3208-C5DA-1C5E-A9D6311F54D4}"/>
              </a:ext>
            </a:extLst>
          </p:cNvPr>
          <p:cNvPicPr>
            <a:picLocks noChangeAspect="1"/>
          </p:cNvPicPr>
          <p:nvPr/>
        </p:nvPicPr>
        <p:blipFill>
          <a:blip r:embed="rId21"/>
          <a:stretch>
            <a:fillRect/>
          </a:stretch>
        </p:blipFill>
        <p:spPr>
          <a:xfrm>
            <a:off x="7547372" y="2115740"/>
            <a:ext cx="321469" cy="4286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349010" cy="544711"/>
          </a:xfrm>
          <a:prstGeom prst="rect">
            <a:avLst/>
          </a:prstGeom>
          <a:solidFill>
            <a:srgbClr val="FFFFFF"/>
          </a:solidFill>
          <a:ln w="27432">
            <a:solidFill>
              <a:srgbClr val="000000"/>
            </a:solidFill>
            <a:prstDash val="solid"/>
          </a:ln>
        </p:spPr>
      </p:sp>
      <p:sp>
        <p:nvSpPr>
          <p:cNvPr id="4" name="Text 1"/>
          <p:cNvSpPr/>
          <p:nvPr/>
        </p:nvSpPr>
        <p:spPr>
          <a:xfrm>
            <a:off x="642938" y="342900"/>
            <a:ext cx="1863235"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설정: 인물 관계도</a:t>
            </a:r>
            <a:endParaRPr lang="en-US" sz="1808" dirty="0"/>
          </a:p>
        </p:txBody>
      </p:sp>
      <p:sp>
        <p:nvSpPr>
          <p:cNvPr id="5" name="Shape 2"/>
          <p:cNvSpPr/>
          <p:nvPr/>
        </p:nvSpPr>
        <p:spPr>
          <a:xfrm>
            <a:off x="6049696" y="2900363"/>
            <a:ext cx="759358" cy="246459"/>
          </a:xfrm>
          <a:prstGeom prst="rect">
            <a:avLst/>
          </a:prstGeom>
          <a:solidFill>
            <a:srgbClr val="1A0D2E"/>
          </a:solidFill>
          <a:ln w="18288">
            <a:solidFill>
              <a:srgbClr val="FF69B4"/>
            </a:solidFill>
            <a:prstDash val="solid"/>
          </a:ln>
        </p:spPr>
      </p:sp>
      <p:sp>
        <p:nvSpPr>
          <p:cNvPr id="6" name="Text 3"/>
          <p:cNvSpPr/>
          <p:nvPr/>
        </p:nvSpPr>
        <p:spPr>
          <a:xfrm>
            <a:off x="6049696" y="2900363"/>
            <a:ext cx="759358" cy="246459"/>
          </a:xfrm>
          <a:prstGeom prst="rect">
            <a:avLst/>
          </a:prstGeom>
          <a:noFill/>
          <a:ln/>
        </p:spPr>
        <p:txBody>
          <a:bodyPr wrap="square" lIns="85090" tIns="17018" rIns="85090" bIns="17018" rtlCol="0" anchor="t">
            <a:spAutoFit/>
          </a:bodyPr>
          <a:lstStyle/>
          <a:p>
            <a:pPr marL="0" indent="0" algn="l">
              <a:lnSpc>
                <a:spcPts val="1200"/>
              </a:lnSpc>
              <a:buNone/>
            </a:pPr>
            <a:r>
              <a:rPr lang="en-US" sz="942" dirty="0">
                <a:solidFill>
                  <a:srgbClr val="FF69B4"/>
                </a:solidFill>
              </a:rPr>
              <a:t>대립 / 판정</a:t>
            </a:r>
            <a:endParaRPr lang="en-US" sz="942" dirty="0"/>
          </a:p>
        </p:txBody>
      </p:sp>
      <p:sp>
        <p:nvSpPr>
          <p:cNvPr id="7" name="Shape 4"/>
          <p:cNvSpPr/>
          <p:nvPr/>
        </p:nvSpPr>
        <p:spPr>
          <a:xfrm>
            <a:off x="4441403" y="4025503"/>
            <a:ext cx="289768" cy="246459"/>
          </a:xfrm>
          <a:prstGeom prst="rect">
            <a:avLst/>
          </a:prstGeom>
          <a:solidFill>
            <a:srgbClr val="1A0D2E"/>
          </a:solidFill>
          <a:ln w="18288">
            <a:solidFill>
              <a:srgbClr val="FFD700"/>
            </a:solidFill>
            <a:prstDash val="solid"/>
          </a:ln>
        </p:spPr>
      </p:sp>
      <p:sp>
        <p:nvSpPr>
          <p:cNvPr id="8" name="Text 5"/>
          <p:cNvSpPr/>
          <p:nvPr/>
        </p:nvSpPr>
        <p:spPr>
          <a:xfrm>
            <a:off x="4441403" y="4025503"/>
            <a:ext cx="289768" cy="246459"/>
          </a:xfrm>
          <a:prstGeom prst="rect">
            <a:avLst/>
          </a:prstGeom>
          <a:noFill/>
          <a:ln/>
        </p:spPr>
        <p:txBody>
          <a:bodyPr wrap="square" lIns="85090" tIns="17018" rIns="85090" bIns="17018" rtlCol="0" anchor="t">
            <a:spAutoFit/>
          </a:bodyPr>
          <a:lstStyle/>
          <a:p>
            <a:pPr marL="0" indent="0" algn="l">
              <a:lnSpc>
                <a:spcPts val="1200"/>
              </a:lnSpc>
              <a:buNone/>
            </a:pPr>
            <a:r>
              <a:rPr lang="en-US" sz="942" dirty="0">
                <a:solidFill>
                  <a:srgbClr val="FFD700"/>
                </a:solidFill>
              </a:rPr>
              <a:t>기</a:t>
            </a:r>
            <a:endParaRPr lang="en-US" sz="942" dirty="0"/>
          </a:p>
        </p:txBody>
      </p:sp>
      <p:sp>
        <p:nvSpPr>
          <p:cNvPr id="9" name="Shape 6"/>
          <p:cNvSpPr/>
          <p:nvPr/>
        </p:nvSpPr>
        <p:spPr>
          <a:xfrm>
            <a:off x="4441403" y="4025503"/>
            <a:ext cx="289768" cy="246459"/>
          </a:xfrm>
          <a:prstGeom prst="rect">
            <a:avLst/>
          </a:prstGeom>
          <a:solidFill>
            <a:srgbClr val="1A0D2E"/>
          </a:solidFill>
          <a:ln w="18288">
            <a:solidFill>
              <a:srgbClr val="FFD700"/>
            </a:solidFill>
            <a:prstDash val="solid"/>
          </a:ln>
        </p:spPr>
      </p:sp>
      <p:sp>
        <p:nvSpPr>
          <p:cNvPr id="10" name="Text 7"/>
          <p:cNvSpPr/>
          <p:nvPr/>
        </p:nvSpPr>
        <p:spPr>
          <a:xfrm>
            <a:off x="4441403" y="4025503"/>
            <a:ext cx="289768" cy="246459"/>
          </a:xfrm>
          <a:prstGeom prst="rect">
            <a:avLst/>
          </a:prstGeom>
          <a:noFill/>
          <a:ln/>
        </p:spPr>
        <p:txBody>
          <a:bodyPr wrap="square" lIns="85090" tIns="17018" rIns="85090" bIns="17018" rtlCol="0" anchor="t">
            <a:spAutoFit/>
          </a:bodyPr>
          <a:lstStyle/>
          <a:p>
            <a:pPr marL="0" indent="0" algn="l">
              <a:lnSpc>
                <a:spcPts val="1200"/>
              </a:lnSpc>
              <a:buNone/>
            </a:pPr>
            <a:r>
              <a:rPr lang="en-US" sz="942" dirty="0">
                <a:solidFill>
                  <a:srgbClr val="FFD700"/>
                </a:solidFill>
              </a:rPr>
              <a:t>대</a:t>
            </a:r>
            <a:endParaRPr lang="en-US" sz="942" dirty="0"/>
          </a:p>
        </p:txBody>
      </p:sp>
      <p:sp>
        <p:nvSpPr>
          <p:cNvPr id="11" name="Shape 8"/>
          <p:cNvSpPr/>
          <p:nvPr/>
        </p:nvSpPr>
        <p:spPr>
          <a:xfrm>
            <a:off x="4476634" y="4032647"/>
            <a:ext cx="219308" cy="232172"/>
          </a:xfrm>
          <a:prstGeom prst="rect">
            <a:avLst/>
          </a:prstGeom>
          <a:solidFill>
            <a:srgbClr val="1A0D2E"/>
          </a:solidFill>
          <a:ln w="18288">
            <a:solidFill>
              <a:srgbClr val="FFD700"/>
            </a:solidFill>
            <a:prstDash val="solid"/>
          </a:ln>
        </p:spPr>
      </p:sp>
      <p:sp>
        <p:nvSpPr>
          <p:cNvPr id="12" name="Text 9"/>
          <p:cNvSpPr/>
          <p:nvPr/>
        </p:nvSpPr>
        <p:spPr>
          <a:xfrm>
            <a:off x="4476634" y="4032647"/>
            <a:ext cx="219308" cy="232172"/>
          </a:xfrm>
          <a:prstGeom prst="rect">
            <a:avLst/>
          </a:prstGeom>
          <a:noFill/>
          <a:ln/>
        </p:spPr>
        <p:txBody>
          <a:bodyPr wrap="square" lIns="85090" tIns="17018" rIns="85090" bIns="17018" rtlCol="0" anchor="t">
            <a:spAutoFit/>
          </a:bodyPr>
          <a:lstStyle/>
          <a:p>
            <a:pPr marL="0" indent="0" algn="l">
              <a:lnSpc>
                <a:spcPts val="1200"/>
              </a:lnSpc>
              <a:buNone/>
            </a:pPr>
            <a:r>
              <a:rPr lang="en-US" sz="942" dirty="0">
                <a:solidFill>
                  <a:srgbClr val="FFD700"/>
                </a:solidFill>
              </a:rPr>
              <a:t>/</a:t>
            </a:r>
            <a:endParaRPr lang="en-US" sz="942" dirty="0"/>
          </a:p>
        </p:txBody>
      </p:sp>
      <p:sp>
        <p:nvSpPr>
          <p:cNvPr id="13" name="Shape 10"/>
          <p:cNvSpPr/>
          <p:nvPr/>
        </p:nvSpPr>
        <p:spPr>
          <a:xfrm>
            <a:off x="4441403" y="4025503"/>
            <a:ext cx="289768" cy="246459"/>
          </a:xfrm>
          <a:prstGeom prst="rect">
            <a:avLst/>
          </a:prstGeom>
          <a:solidFill>
            <a:srgbClr val="1A0D2E"/>
          </a:solidFill>
          <a:ln w="18288">
            <a:solidFill>
              <a:srgbClr val="FFD700"/>
            </a:solidFill>
            <a:prstDash val="solid"/>
          </a:ln>
        </p:spPr>
      </p:sp>
      <p:sp>
        <p:nvSpPr>
          <p:cNvPr id="14" name="Text 11"/>
          <p:cNvSpPr/>
          <p:nvPr/>
        </p:nvSpPr>
        <p:spPr>
          <a:xfrm>
            <a:off x="4441403" y="4025503"/>
            <a:ext cx="289768" cy="246459"/>
          </a:xfrm>
          <a:prstGeom prst="rect">
            <a:avLst/>
          </a:prstGeom>
          <a:noFill/>
          <a:ln/>
        </p:spPr>
        <p:txBody>
          <a:bodyPr wrap="square" lIns="85090" tIns="17018" rIns="85090" bIns="17018" rtlCol="0" anchor="t">
            <a:spAutoFit/>
          </a:bodyPr>
          <a:lstStyle/>
          <a:p>
            <a:pPr marL="0" indent="0" algn="l">
              <a:lnSpc>
                <a:spcPts val="1200"/>
              </a:lnSpc>
              <a:buNone/>
            </a:pPr>
            <a:r>
              <a:rPr lang="en-US" sz="942" dirty="0">
                <a:solidFill>
                  <a:srgbClr val="FFD700"/>
                </a:solidFill>
              </a:rPr>
              <a:t>의</a:t>
            </a:r>
            <a:endParaRPr lang="en-US" sz="942" dirty="0"/>
          </a:p>
        </p:txBody>
      </p:sp>
      <p:sp>
        <p:nvSpPr>
          <p:cNvPr id="15" name="Shape 12"/>
          <p:cNvSpPr/>
          <p:nvPr/>
        </p:nvSpPr>
        <p:spPr>
          <a:xfrm>
            <a:off x="4441403" y="4025503"/>
            <a:ext cx="289768" cy="246459"/>
          </a:xfrm>
          <a:prstGeom prst="rect">
            <a:avLst/>
          </a:prstGeom>
          <a:solidFill>
            <a:srgbClr val="1A0D2E"/>
          </a:solidFill>
          <a:ln w="18288">
            <a:solidFill>
              <a:srgbClr val="FFD700"/>
            </a:solidFill>
            <a:prstDash val="solid"/>
          </a:ln>
        </p:spPr>
      </p:sp>
      <p:sp>
        <p:nvSpPr>
          <p:cNvPr id="16" name="Text 13"/>
          <p:cNvSpPr/>
          <p:nvPr/>
        </p:nvSpPr>
        <p:spPr>
          <a:xfrm>
            <a:off x="4441403" y="4025503"/>
            <a:ext cx="289768" cy="246459"/>
          </a:xfrm>
          <a:prstGeom prst="rect">
            <a:avLst/>
          </a:prstGeom>
          <a:noFill/>
          <a:ln/>
        </p:spPr>
        <p:txBody>
          <a:bodyPr wrap="square" lIns="85090" tIns="17018" rIns="85090" bIns="17018" rtlCol="0" anchor="t">
            <a:spAutoFit/>
          </a:bodyPr>
          <a:lstStyle/>
          <a:p>
            <a:pPr marL="0" indent="0" algn="l">
              <a:lnSpc>
                <a:spcPts val="1200"/>
              </a:lnSpc>
              <a:buNone/>
            </a:pPr>
            <a:r>
              <a:rPr lang="en-US" sz="942" dirty="0">
                <a:solidFill>
                  <a:srgbClr val="FFD700"/>
                </a:solidFill>
              </a:rPr>
              <a:t>존</a:t>
            </a:r>
            <a:endParaRPr lang="en-US" sz="942" dirty="0"/>
          </a:p>
        </p:txBody>
      </p:sp>
      <p:sp>
        <p:nvSpPr>
          <p:cNvPr id="17" name="Shape 14"/>
          <p:cNvSpPr/>
          <p:nvPr/>
        </p:nvSpPr>
        <p:spPr>
          <a:xfrm rot="-1800000">
            <a:off x="4219947" y="2145039"/>
            <a:ext cx="118318" cy="189309"/>
          </a:xfrm>
          <a:prstGeom prst="rect">
            <a:avLst/>
          </a:prstGeom>
          <a:solidFill>
            <a:srgbClr val="1A0D2E"/>
          </a:solidFill>
          <a:ln w="18288">
            <a:solidFill>
              <a:srgbClr val="00CED1"/>
            </a:solidFill>
            <a:prstDash val="solid"/>
          </a:ln>
        </p:spPr>
      </p:sp>
      <p:sp>
        <p:nvSpPr>
          <p:cNvPr id="18" name="Text 15"/>
          <p:cNvSpPr/>
          <p:nvPr/>
        </p:nvSpPr>
        <p:spPr>
          <a:xfrm rot="-1800000">
            <a:off x="4134222" y="2116464"/>
            <a:ext cx="289768" cy="246460"/>
          </a:xfrm>
          <a:prstGeom prst="rect">
            <a:avLst/>
          </a:prstGeom>
          <a:noFill/>
          <a:ln/>
        </p:spPr>
        <p:txBody>
          <a:bodyPr wrap="square" lIns="85090" tIns="17018" rIns="85090" bIns="17018" rtlCol="0" anchor="t">
            <a:spAutoFit/>
          </a:bodyPr>
          <a:lstStyle/>
          <a:p>
            <a:pPr marL="0" indent="0" algn="l">
              <a:lnSpc>
                <a:spcPts val="1200"/>
              </a:lnSpc>
              <a:buNone/>
            </a:pPr>
            <a:r>
              <a:rPr lang="en-US" sz="942" dirty="0">
                <a:solidFill>
                  <a:srgbClr val="00CED1"/>
                </a:solidFill>
              </a:rPr>
              <a:t>협</a:t>
            </a:r>
            <a:endParaRPr lang="en-US" sz="942" dirty="0"/>
          </a:p>
        </p:txBody>
      </p:sp>
      <p:sp>
        <p:nvSpPr>
          <p:cNvPr id="19" name="Shape 16"/>
          <p:cNvSpPr/>
          <p:nvPr/>
        </p:nvSpPr>
        <p:spPr>
          <a:xfrm rot="-1800000">
            <a:off x="4219947" y="2145039"/>
            <a:ext cx="118318" cy="189309"/>
          </a:xfrm>
          <a:prstGeom prst="rect">
            <a:avLst/>
          </a:prstGeom>
          <a:solidFill>
            <a:srgbClr val="1A0D2E"/>
          </a:solidFill>
          <a:ln w="18288">
            <a:solidFill>
              <a:srgbClr val="00CED1"/>
            </a:solidFill>
            <a:prstDash val="solid"/>
          </a:ln>
        </p:spPr>
      </p:sp>
      <p:sp>
        <p:nvSpPr>
          <p:cNvPr id="20" name="Text 17"/>
          <p:cNvSpPr/>
          <p:nvPr/>
        </p:nvSpPr>
        <p:spPr>
          <a:xfrm rot="-1800000">
            <a:off x="4134222" y="2116464"/>
            <a:ext cx="289768" cy="246460"/>
          </a:xfrm>
          <a:prstGeom prst="rect">
            <a:avLst/>
          </a:prstGeom>
          <a:noFill/>
          <a:ln/>
        </p:spPr>
        <p:txBody>
          <a:bodyPr wrap="square" lIns="85090" tIns="17018" rIns="85090" bIns="17018" rtlCol="0" anchor="t">
            <a:spAutoFit/>
          </a:bodyPr>
          <a:lstStyle/>
          <a:p>
            <a:pPr marL="0" indent="0" algn="l">
              <a:lnSpc>
                <a:spcPts val="1200"/>
              </a:lnSpc>
              <a:buNone/>
            </a:pPr>
            <a:r>
              <a:rPr lang="en-US" sz="942" dirty="0">
                <a:solidFill>
                  <a:srgbClr val="00CED1"/>
                </a:solidFill>
              </a:rPr>
              <a:t>력</a:t>
            </a:r>
            <a:endParaRPr lang="en-US" sz="942" dirty="0"/>
          </a:p>
        </p:txBody>
      </p:sp>
      <p:sp>
        <p:nvSpPr>
          <p:cNvPr id="21" name="Shape 18"/>
          <p:cNvSpPr/>
          <p:nvPr/>
        </p:nvSpPr>
        <p:spPr>
          <a:xfrm rot="-1800000">
            <a:off x="4193381" y="2211119"/>
            <a:ext cx="171451" cy="57150"/>
          </a:xfrm>
          <a:prstGeom prst="rect">
            <a:avLst/>
          </a:prstGeom>
          <a:solidFill>
            <a:srgbClr val="1A0D2E"/>
          </a:solidFill>
          <a:ln w="18288">
            <a:solidFill>
              <a:srgbClr val="00CED1"/>
            </a:solidFill>
            <a:prstDash val="solid"/>
          </a:ln>
        </p:spPr>
      </p:sp>
      <p:sp>
        <p:nvSpPr>
          <p:cNvPr id="22" name="Text 19"/>
          <p:cNvSpPr/>
          <p:nvPr/>
        </p:nvSpPr>
        <p:spPr>
          <a:xfrm rot="-1800000">
            <a:off x="4193381" y="2211119"/>
            <a:ext cx="171451" cy="57150"/>
          </a:xfrm>
          <a:prstGeom prst="rect">
            <a:avLst/>
          </a:prstGeom>
          <a:noFill/>
          <a:ln/>
        </p:spPr>
        <p:txBody>
          <a:bodyPr wrap="none" lIns="85090" tIns="17018" rIns="85090" bIns="17018" rtlCol="0" anchor="t">
            <a:spAutoFit/>
          </a:bodyPr>
          <a:lstStyle/>
          <a:p>
            <a:pPr marL="0" indent="0" algn="l">
              <a:lnSpc>
                <a:spcPts val="1200"/>
              </a:lnSpc>
              <a:buNone/>
            </a:pPr>
            <a:endParaRPr lang="en-US" sz="942" dirty="0"/>
          </a:p>
        </p:txBody>
      </p:sp>
      <p:sp>
        <p:nvSpPr>
          <p:cNvPr id="23" name="Shape 20"/>
          <p:cNvSpPr/>
          <p:nvPr/>
        </p:nvSpPr>
        <p:spPr>
          <a:xfrm rot="-1800000">
            <a:off x="4255177" y="2152183"/>
            <a:ext cx="47858" cy="175022"/>
          </a:xfrm>
          <a:prstGeom prst="rect">
            <a:avLst/>
          </a:prstGeom>
          <a:solidFill>
            <a:srgbClr val="1A0D2E"/>
          </a:solidFill>
          <a:ln w="18288">
            <a:solidFill>
              <a:srgbClr val="00CED1"/>
            </a:solidFill>
            <a:prstDash val="solid"/>
          </a:ln>
        </p:spPr>
      </p:sp>
      <p:sp>
        <p:nvSpPr>
          <p:cNvPr id="24" name="Text 21"/>
          <p:cNvSpPr/>
          <p:nvPr/>
        </p:nvSpPr>
        <p:spPr>
          <a:xfrm rot="-1800000">
            <a:off x="4169453" y="2123608"/>
            <a:ext cx="219307" cy="232172"/>
          </a:xfrm>
          <a:prstGeom prst="rect">
            <a:avLst/>
          </a:prstGeom>
          <a:noFill/>
          <a:ln/>
        </p:spPr>
        <p:txBody>
          <a:bodyPr wrap="square" lIns="85090" tIns="17018" rIns="85090" bIns="17018" rtlCol="0" anchor="t">
            <a:spAutoFit/>
          </a:bodyPr>
          <a:lstStyle/>
          <a:p>
            <a:pPr marL="0" indent="0" algn="l">
              <a:lnSpc>
                <a:spcPts val="1200"/>
              </a:lnSpc>
              <a:buNone/>
            </a:pPr>
            <a:r>
              <a:rPr lang="en-US" sz="942" dirty="0">
                <a:solidFill>
                  <a:srgbClr val="00CED1"/>
                </a:solidFill>
              </a:rPr>
              <a:t>/</a:t>
            </a:r>
            <a:endParaRPr lang="en-US" sz="942" dirty="0"/>
          </a:p>
        </p:txBody>
      </p:sp>
      <p:sp>
        <p:nvSpPr>
          <p:cNvPr id="25" name="Shape 22"/>
          <p:cNvSpPr/>
          <p:nvPr/>
        </p:nvSpPr>
        <p:spPr>
          <a:xfrm rot="-1800000">
            <a:off x="4193381" y="2211119"/>
            <a:ext cx="171451" cy="57150"/>
          </a:xfrm>
          <a:prstGeom prst="rect">
            <a:avLst/>
          </a:prstGeom>
          <a:solidFill>
            <a:srgbClr val="1A0D2E"/>
          </a:solidFill>
          <a:ln w="18288">
            <a:solidFill>
              <a:srgbClr val="00CED1"/>
            </a:solidFill>
            <a:prstDash val="solid"/>
          </a:ln>
        </p:spPr>
      </p:sp>
      <p:sp>
        <p:nvSpPr>
          <p:cNvPr id="26" name="Text 23"/>
          <p:cNvSpPr/>
          <p:nvPr/>
        </p:nvSpPr>
        <p:spPr>
          <a:xfrm rot="-1800000">
            <a:off x="4193381" y="2211119"/>
            <a:ext cx="171451" cy="57150"/>
          </a:xfrm>
          <a:prstGeom prst="rect">
            <a:avLst/>
          </a:prstGeom>
          <a:noFill/>
          <a:ln/>
        </p:spPr>
        <p:txBody>
          <a:bodyPr wrap="none" lIns="85090" tIns="17018" rIns="85090" bIns="17018" rtlCol="0" anchor="t">
            <a:spAutoFit/>
          </a:bodyPr>
          <a:lstStyle/>
          <a:p>
            <a:pPr marL="0" indent="0" algn="l">
              <a:lnSpc>
                <a:spcPts val="1200"/>
              </a:lnSpc>
              <a:buNone/>
            </a:pPr>
            <a:endParaRPr lang="en-US" sz="942" dirty="0"/>
          </a:p>
        </p:txBody>
      </p:sp>
      <p:sp>
        <p:nvSpPr>
          <p:cNvPr id="27" name="Shape 24"/>
          <p:cNvSpPr/>
          <p:nvPr/>
        </p:nvSpPr>
        <p:spPr>
          <a:xfrm rot="-1800000">
            <a:off x="4219947" y="2145039"/>
            <a:ext cx="118318" cy="189309"/>
          </a:xfrm>
          <a:prstGeom prst="rect">
            <a:avLst/>
          </a:prstGeom>
          <a:solidFill>
            <a:srgbClr val="1A0D2E"/>
          </a:solidFill>
          <a:ln w="18288">
            <a:solidFill>
              <a:srgbClr val="00CED1"/>
            </a:solidFill>
            <a:prstDash val="solid"/>
          </a:ln>
        </p:spPr>
      </p:sp>
      <p:sp>
        <p:nvSpPr>
          <p:cNvPr id="28" name="Text 25"/>
          <p:cNvSpPr/>
          <p:nvPr/>
        </p:nvSpPr>
        <p:spPr>
          <a:xfrm rot="-1800000">
            <a:off x="4134222" y="2116464"/>
            <a:ext cx="289768" cy="246460"/>
          </a:xfrm>
          <a:prstGeom prst="rect">
            <a:avLst/>
          </a:prstGeom>
          <a:noFill/>
          <a:ln/>
        </p:spPr>
        <p:txBody>
          <a:bodyPr wrap="square" lIns="85090" tIns="17018" rIns="85090" bIns="17018" rtlCol="0" anchor="t">
            <a:spAutoFit/>
          </a:bodyPr>
          <a:lstStyle/>
          <a:p>
            <a:pPr marL="0" indent="0" algn="l">
              <a:lnSpc>
                <a:spcPts val="1200"/>
              </a:lnSpc>
              <a:buNone/>
            </a:pPr>
            <a:r>
              <a:rPr lang="en-US" sz="942" dirty="0">
                <a:solidFill>
                  <a:srgbClr val="00CED1"/>
                </a:solidFill>
              </a:rPr>
              <a:t>진</a:t>
            </a:r>
            <a:endParaRPr lang="en-US" sz="942" dirty="0"/>
          </a:p>
        </p:txBody>
      </p:sp>
      <p:sp>
        <p:nvSpPr>
          <p:cNvPr id="29" name="Shape 26"/>
          <p:cNvSpPr/>
          <p:nvPr/>
        </p:nvSpPr>
        <p:spPr>
          <a:xfrm rot="-1800000">
            <a:off x="4219947" y="2145039"/>
            <a:ext cx="118318" cy="189309"/>
          </a:xfrm>
          <a:prstGeom prst="rect">
            <a:avLst/>
          </a:prstGeom>
          <a:solidFill>
            <a:srgbClr val="1A0D2E"/>
          </a:solidFill>
          <a:ln w="18288">
            <a:solidFill>
              <a:srgbClr val="00CED1"/>
            </a:solidFill>
            <a:prstDash val="solid"/>
          </a:ln>
        </p:spPr>
      </p:sp>
      <p:sp>
        <p:nvSpPr>
          <p:cNvPr id="30" name="Text 27"/>
          <p:cNvSpPr/>
          <p:nvPr/>
        </p:nvSpPr>
        <p:spPr>
          <a:xfrm rot="-1800000">
            <a:off x="4134222" y="2116464"/>
            <a:ext cx="289768" cy="246460"/>
          </a:xfrm>
          <a:prstGeom prst="rect">
            <a:avLst/>
          </a:prstGeom>
          <a:noFill/>
          <a:ln/>
        </p:spPr>
        <p:txBody>
          <a:bodyPr wrap="square" lIns="85090" tIns="17018" rIns="85090" bIns="17018" rtlCol="0" anchor="t">
            <a:spAutoFit/>
          </a:bodyPr>
          <a:lstStyle/>
          <a:p>
            <a:pPr marL="0" indent="0" algn="l">
              <a:lnSpc>
                <a:spcPts val="1200"/>
              </a:lnSpc>
              <a:buNone/>
            </a:pPr>
            <a:r>
              <a:rPr lang="en-US" sz="942" dirty="0">
                <a:solidFill>
                  <a:srgbClr val="00CED1"/>
                </a:solidFill>
              </a:rPr>
              <a:t>실</a:t>
            </a:r>
            <a:endParaRPr lang="en-US" sz="942" dirty="0"/>
          </a:p>
        </p:txBody>
      </p:sp>
      <p:sp>
        <p:nvSpPr>
          <p:cNvPr id="31" name="Shape 28"/>
          <p:cNvSpPr/>
          <p:nvPr/>
        </p:nvSpPr>
        <p:spPr>
          <a:xfrm rot="-1800000">
            <a:off x="4219947" y="2145039"/>
            <a:ext cx="118318" cy="189309"/>
          </a:xfrm>
          <a:prstGeom prst="rect">
            <a:avLst/>
          </a:prstGeom>
          <a:solidFill>
            <a:srgbClr val="1A0D2E"/>
          </a:solidFill>
          <a:ln w="18288">
            <a:solidFill>
              <a:srgbClr val="00CED1"/>
            </a:solidFill>
            <a:prstDash val="solid"/>
          </a:ln>
        </p:spPr>
      </p:sp>
      <p:sp>
        <p:nvSpPr>
          <p:cNvPr id="32" name="Text 29"/>
          <p:cNvSpPr/>
          <p:nvPr/>
        </p:nvSpPr>
        <p:spPr>
          <a:xfrm rot="-1800000">
            <a:off x="4134222" y="2116464"/>
            <a:ext cx="289768" cy="246460"/>
          </a:xfrm>
          <a:prstGeom prst="rect">
            <a:avLst/>
          </a:prstGeom>
          <a:noFill/>
          <a:ln/>
        </p:spPr>
        <p:txBody>
          <a:bodyPr wrap="square" lIns="85090" tIns="17018" rIns="85090" bIns="17018" rtlCol="0" anchor="t">
            <a:spAutoFit/>
          </a:bodyPr>
          <a:lstStyle/>
          <a:p>
            <a:pPr marL="0" indent="0" algn="l">
              <a:lnSpc>
                <a:spcPts val="1200"/>
              </a:lnSpc>
              <a:buNone/>
            </a:pPr>
            <a:r>
              <a:rPr lang="en-US" sz="942" dirty="0">
                <a:solidFill>
                  <a:srgbClr val="00CED1"/>
                </a:solidFill>
              </a:rPr>
              <a:t>추</a:t>
            </a:r>
            <a:endParaRPr lang="en-US" sz="942" dirty="0"/>
          </a:p>
        </p:txBody>
      </p:sp>
      <p:sp>
        <p:nvSpPr>
          <p:cNvPr id="33" name="Shape 30"/>
          <p:cNvSpPr/>
          <p:nvPr/>
        </p:nvSpPr>
        <p:spPr>
          <a:xfrm rot="-1800000">
            <a:off x="4219947" y="2145039"/>
            <a:ext cx="118318" cy="189309"/>
          </a:xfrm>
          <a:prstGeom prst="rect">
            <a:avLst/>
          </a:prstGeom>
          <a:solidFill>
            <a:srgbClr val="1A0D2E"/>
          </a:solidFill>
          <a:ln w="18288">
            <a:solidFill>
              <a:srgbClr val="00CED1"/>
            </a:solidFill>
            <a:prstDash val="solid"/>
          </a:ln>
        </p:spPr>
      </p:sp>
      <p:sp>
        <p:nvSpPr>
          <p:cNvPr id="34" name="Text 31"/>
          <p:cNvSpPr/>
          <p:nvPr/>
        </p:nvSpPr>
        <p:spPr>
          <a:xfrm rot="-1800000">
            <a:off x="4134222" y="2116464"/>
            <a:ext cx="289768" cy="246460"/>
          </a:xfrm>
          <a:prstGeom prst="rect">
            <a:avLst/>
          </a:prstGeom>
          <a:noFill/>
          <a:ln/>
        </p:spPr>
        <p:txBody>
          <a:bodyPr wrap="square" lIns="85090" tIns="17018" rIns="85090" bIns="17018" rtlCol="0" anchor="t">
            <a:spAutoFit/>
          </a:bodyPr>
          <a:lstStyle/>
          <a:p>
            <a:pPr marL="0" indent="0" algn="l">
              <a:lnSpc>
                <a:spcPts val="1200"/>
              </a:lnSpc>
              <a:buNone/>
            </a:pPr>
            <a:r>
              <a:rPr lang="en-US" sz="942" dirty="0">
                <a:solidFill>
                  <a:srgbClr val="00CED1"/>
                </a:solidFill>
              </a:rPr>
              <a:t>적</a:t>
            </a:r>
            <a:endParaRPr lang="en-US" sz="942" dirty="0"/>
          </a:p>
        </p:txBody>
      </p:sp>
      <p:sp>
        <p:nvSpPr>
          <p:cNvPr id="35" name="Shape 32"/>
          <p:cNvSpPr/>
          <p:nvPr/>
        </p:nvSpPr>
        <p:spPr>
          <a:xfrm>
            <a:off x="1714500" y="1416248"/>
            <a:ext cx="1414463" cy="1003697"/>
          </a:xfrm>
          <a:prstGeom prst="rect">
            <a:avLst/>
          </a:prstGeom>
          <a:solidFill>
            <a:srgbClr val="00CED1">
              <a:alpha val="10000"/>
            </a:srgbClr>
          </a:solidFill>
          <a:ln w="27432">
            <a:solidFill>
              <a:srgbClr val="00CED1"/>
            </a:solidFill>
            <a:prstDash val="solid"/>
          </a:ln>
        </p:spPr>
      </p:sp>
      <p:pic>
        <p:nvPicPr>
          <p:cNvPr id="36" name="Image 1" descr="preencoded.png"/>
          <p:cNvPicPr>
            <a:picLocks noChangeAspect="1"/>
          </p:cNvPicPr>
          <p:nvPr/>
        </p:nvPicPr>
        <p:blipFill>
          <a:blip r:embed="rId4"/>
          <a:stretch>
            <a:fillRect/>
          </a:stretch>
        </p:blipFill>
        <p:spPr>
          <a:xfrm>
            <a:off x="1821656" y="1523405"/>
            <a:ext cx="1143000" cy="285750"/>
          </a:xfrm>
          <a:prstGeom prst="rect">
            <a:avLst/>
          </a:prstGeom>
        </p:spPr>
      </p:pic>
      <p:sp>
        <p:nvSpPr>
          <p:cNvPr id="37" name="Text 33"/>
          <p:cNvSpPr/>
          <p:nvPr/>
        </p:nvSpPr>
        <p:spPr>
          <a:xfrm>
            <a:off x="1821656" y="1880592"/>
            <a:ext cx="1143000" cy="194667"/>
          </a:xfrm>
          <a:prstGeom prst="rect">
            <a:avLst/>
          </a:prstGeom>
          <a:noFill/>
          <a:ln/>
        </p:spPr>
        <p:txBody>
          <a:bodyPr wrap="none" lIns="0" tIns="0" rIns="0" bIns="0" rtlCol="0" anchor="t">
            <a:spAutoFit/>
          </a:bodyPr>
          <a:lstStyle/>
          <a:p>
            <a:pPr marL="0" indent="0" algn="ctr">
              <a:lnSpc>
                <a:spcPts val="1300"/>
              </a:lnSpc>
              <a:buNone/>
            </a:pPr>
            <a:r>
              <a:rPr lang="en-US" sz="922" b="1" dirty="0">
                <a:solidFill>
                  <a:srgbClr val="FFFFFF"/>
                </a:solidFill>
              </a:rPr>
              <a:t>은하 병원</a:t>
            </a:r>
            <a:endParaRPr lang="en-US" sz="922" dirty="0"/>
          </a:p>
        </p:txBody>
      </p:sp>
      <p:sp>
        <p:nvSpPr>
          <p:cNvPr id="38" name="Text 34"/>
          <p:cNvSpPr/>
          <p:nvPr/>
        </p:nvSpPr>
        <p:spPr>
          <a:xfrm>
            <a:off x="1821656" y="2110978"/>
            <a:ext cx="1143000" cy="14466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FFFFFF"/>
                </a:solidFill>
              </a:rPr>
              <a:t>사건의 발단</a:t>
            </a:r>
            <a:endParaRPr lang="en-US" sz="727" dirty="0"/>
          </a:p>
        </p:txBody>
      </p:sp>
      <p:sp>
        <p:nvSpPr>
          <p:cNvPr id="39" name="Shape 35"/>
          <p:cNvSpPr/>
          <p:nvPr/>
        </p:nvSpPr>
        <p:spPr>
          <a:xfrm>
            <a:off x="3721894" y="2464594"/>
            <a:ext cx="1700213" cy="1117997"/>
          </a:xfrm>
          <a:prstGeom prst="rect">
            <a:avLst/>
          </a:prstGeom>
          <a:solidFill>
            <a:srgbClr val="FFD700">
              <a:alpha val="10000"/>
            </a:srgbClr>
          </a:solidFill>
          <a:ln w="27432">
            <a:solidFill>
              <a:srgbClr val="FFD700"/>
            </a:solidFill>
            <a:prstDash val="solid"/>
          </a:ln>
        </p:spPr>
      </p:sp>
      <p:pic>
        <p:nvPicPr>
          <p:cNvPr id="40" name="Image 2" descr="preencoded.png"/>
          <p:cNvPicPr>
            <a:picLocks noChangeAspect="1"/>
          </p:cNvPicPr>
          <p:nvPr/>
        </p:nvPicPr>
        <p:blipFill>
          <a:blip r:embed="rId5"/>
          <a:stretch>
            <a:fillRect/>
          </a:stretch>
        </p:blipFill>
        <p:spPr>
          <a:xfrm>
            <a:off x="3857625" y="2600325"/>
            <a:ext cx="1428750" cy="285750"/>
          </a:xfrm>
          <a:prstGeom prst="rect">
            <a:avLst/>
          </a:prstGeom>
        </p:spPr>
      </p:pic>
      <p:sp>
        <p:nvSpPr>
          <p:cNvPr id="41" name="Text 36"/>
          <p:cNvSpPr/>
          <p:nvPr/>
        </p:nvSpPr>
        <p:spPr>
          <a:xfrm>
            <a:off x="3857625" y="2957513"/>
            <a:ext cx="1428750" cy="289322"/>
          </a:xfrm>
          <a:prstGeom prst="rect">
            <a:avLst/>
          </a:prstGeom>
          <a:noFill/>
          <a:ln/>
        </p:spPr>
        <p:txBody>
          <a:bodyPr wrap="none" lIns="0" tIns="0" rIns="0" bIns="0" rtlCol="0" anchor="t">
            <a:spAutoFit/>
          </a:bodyPr>
          <a:lstStyle/>
          <a:p>
            <a:pPr marL="0" indent="0" algn="ctr">
              <a:lnSpc>
                <a:spcPts val="1900"/>
              </a:lnSpc>
              <a:buNone/>
            </a:pPr>
            <a:r>
              <a:rPr lang="en-US" sz="1397" b="1" dirty="0">
                <a:solidFill>
                  <a:srgbClr val="FFFFFF"/>
                </a:solidFill>
              </a:rPr>
              <a:t>차한해</a:t>
            </a:r>
            <a:endParaRPr lang="en-US" sz="1397" dirty="0"/>
          </a:p>
        </p:txBody>
      </p:sp>
      <p:sp>
        <p:nvSpPr>
          <p:cNvPr id="42" name="Text 37"/>
          <p:cNvSpPr/>
          <p:nvPr/>
        </p:nvSpPr>
        <p:spPr>
          <a:xfrm>
            <a:off x="3857625" y="3282553"/>
            <a:ext cx="1428750" cy="164306"/>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FFD700"/>
                </a:solidFill>
              </a:rPr>
              <a:t>모든 기대의 중심</a:t>
            </a:r>
            <a:endParaRPr lang="en-US" sz="834" dirty="0"/>
          </a:p>
        </p:txBody>
      </p:sp>
      <p:sp>
        <p:nvSpPr>
          <p:cNvPr id="43" name="Shape 38"/>
          <p:cNvSpPr/>
          <p:nvPr/>
        </p:nvSpPr>
        <p:spPr>
          <a:xfrm>
            <a:off x="6729413" y="2521744"/>
            <a:ext cx="1414463" cy="1003697"/>
          </a:xfrm>
          <a:prstGeom prst="rect">
            <a:avLst/>
          </a:prstGeom>
          <a:solidFill>
            <a:srgbClr val="FF69B4">
              <a:alpha val="10000"/>
            </a:srgbClr>
          </a:solidFill>
          <a:ln w="27432">
            <a:solidFill>
              <a:srgbClr val="FF69B4"/>
            </a:solidFill>
            <a:prstDash val="solid"/>
          </a:ln>
        </p:spPr>
      </p:sp>
      <p:pic>
        <p:nvPicPr>
          <p:cNvPr id="44" name="Image 3" descr="preencoded.png"/>
          <p:cNvPicPr>
            <a:picLocks noChangeAspect="1"/>
          </p:cNvPicPr>
          <p:nvPr/>
        </p:nvPicPr>
        <p:blipFill>
          <a:blip r:embed="rId6"/>
          <a:stretch>
            <a:fillRect/>
          </a:stretch>
        </p:blipFill>
        <p:spPr>
          <a:xfrm>
            <a:off x="6893719" y="2657475"/>
            <a:ext cx="1143000" cy="285750"/>
          </a:xfrm>
          <a:prstGeom prst="rect">
            <a:avLst/>
          </a:prstGeom>
        </p:spPr>
      </p:pic>
      <p:sp>
        <p:nvSpPr>
          <p:cNvPr id="45" name="Text 39"/>
          <p:cNvSpPr/>
          <p:nvPr/>
        </p:nvSpPr>
        <p:spPr>
          <a:xfrm>
            <a:off x="6893719" y="3014663"/>
            <a:ext cx="1143000" cy="194667"/>
          </a:xfrm>
          <a:prstGeom prst="rect">
            <a:avLst/>
          </a:prstGeom>
          <a:noFill/>
          <a:ln/>
        </p:spPr>
        <p:txBody>
          <a:bodyPr wrap="none" lIns="0" tIns="0" rIns="0" bIns="0" rtlCol="0" anchor="t">
            <a:spAutoFit/>
          </a:bodyPr>
          <a:lstStyle/>
          <a:p>
            <a:pPr marL="0" indent="0" algn="ctr">
              <a:lnSpc>
                <a:spcPts val="1300"/>
              </a:lnSpc>
              <a:buNone/>
            </a:pPr>
            <a:r>
              <a:rPr lang="en-US" sz="922" b="1" dirty="0">
                <a:solidFill>
                  <a:srgbClr val="FFFFFF"/>
                </a:solidFill>
              </a:rPr>
              <a:t>강성과</a:t>
            </a:r>
            <a:endParaRPr lang="en-US" sz="922" dirty="0"/>
          </a:p>
        </p:txBody>
      </p:sp>
      <p:sp>
        <p:nvSpPr>
          <p:cNvPr id="46" name="Text 40"/>
          <p:cNvSpPr/>
          <p:nvPr/>
        </p:nvSpPr>
        <p:spPr>
          <a:xfrm>
            <a:off x="6893719" y="3245048"/>
            <a:ext cx="1143000" cy="14466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FFFFFF"/>
                </a:solidFill>
              </a:rPr>
              <a:t>최종 보스 (에코스)</a:t>
            </a:r>
            <a:endParaRPr lang="en-US" sz="727" dirty="0"/>
          </a:p>
        </p:txBody>
      </p:sp>
      <p:sp>
        <p:nvSpPr>
          <p:cNvPr id="47" name="Shape 41"/>
          <p:cNvSpPr/>
          <p:nvPr/>
        </p:nvSpPr>
        <p:spPr>
          <a:xfrm>
            <a:off x="3864769" y="3627239"/>
            <a:ext cx="1414463" cy="1003697"/>
          </a:xfrm>
          <a:prstGeom prst="rect">
            <a:avLst/>
          </a:prstGeom>
          <a:solidFill>
            <a:srgbClr val="00CED1">
              <a:alpha val="10000"/>
            </a:srgbClr>
          </a:solidFill>
          <a:ln w="27432">
            <a:solidFill>
              <a:srgbClr val="00CED1"/>
            </a:solidFill>
            <a:prstDash val="solid"/>
          </a:ln>
        </p:spPr>
      </p:sp>
      <p:pic>
        <p:nvPicPr>
          <p:cNvPr id="48" name="Image 4" descr="preencoded.png"/>
          <p:cNvPicPr>
            <a:picLocks noChangeAspect="1"/>
          </p:cNvPicPr>
          <p:nvPr/>
        </p:nvPicPr>
        <p:blipFill>
          <a:blip r:embed="rId7"/>
          <a:stretch>
            <a:fillRect/>
          </a:stretch>
        </p:blipFill>
        <p:spPr>
          <a:xfrm>
            <a:off x="4000500" y="3791545"/>
            <a:ext cx="1143000" cy="285750"/>
          </a:xfrm>
          <a:prstGeom prst="rect">
            <a:avLst/>
          </a:prstGeom>
        </p:spPr>
      </p:pic>
      <p:sp>
        <p:nvSpPr>
          <p:cNvPr id="49" name="Text 42"/>
          <p:cNvSpPr/>
          <p:nvPr/>
        </p:nvSpPr>
        <p:spPr>
          <a:xfrm>
            <a:off x="4000500" y="4148733"/>
            <a:ext cx="1143000" cy="194667"/>
          </a:xfrm>
          <a:prstGeom prst="rect">
            <a:avLst/>
          </a:prstGeom>
          <a:noFill/>
          <a:ln/>
        </p:spPr>
        <p:txBody>
          <a:bodyPr wrap="none" lIns="0" tIns="0" rIns="0" bIns="0" rtlCol="0" anchor="t">
            <a:spAutoFit/>
          </a:bodyPr>
          <a:lstStyle/>
          <a:p>
            <a:pPr marL="0" indent="0" algn="ctr">
              <a:lnSpc>
                <a:spcPts val="1300"/>
              </a:lnSpc>
              <a:buNone/>
            </a:pPr>
            <a:r>
              <a:rPr lang="en-US" sz="922" b="1" dirty="0">
                <a:solidFill>
                  <a:srgbClr val="FFFFFF"/>
                </a:solidFill>
              </a:rPr>
              <a:t>마을 사람들</a:t>
            </a:r>
            <a:endParaRPr lang="en-US" sz="922" dirty="0"/>
          </a:p>
        </p:txBody>
      </p:sp>
      <p:sp>
        <p:nvSpPr>
          <p:cNvPr id="50" name="Text 43"/>
          <p:cNvSpPr/>
          <p:nvPr/>
        </p:nvSpPr>
        <p:spPr>
          <a:xfrm>
            <a:off x="4000500" y="4379119"/>
            <a:ext cx="1143000" cy="14466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FFFFFF"/>
                </a:solidFill>
              </a:rPr>
              <a:t>생존과 보호 요청</a:t>
            </a:r>
            <a:endParaRPr lang="en-US" sz="727" dirty="0"/>
          </a:p>
        </p:txBody>
      </p:sp>
      <p:sp>
        <p:nvSpPr>
          <p:cNvPr id="51" name="Shape 44"/>
          <p:cNvSpPr/>
          <p:nvPr/>
        </p:nvSpPr>
        <p:spPr>
          <a:xfrm>
            <a:off x="6015038" y="1416248"/>
            <a:ext cx="1414463" cy="1003697"/>
          </a:xfrm>
          <a:prstGeom prst="rect">
            <a:avLst/>
          </a:prstGeom>
          <a:solidFill>
            <a:srgbClr val="FF69B4">
              <a:alpha val="10000"/>
            </a:srgbClr>
          </a:solidFill>
          <a:ln w="27432">
            <a:solidFill>
              <a:srgbClr val="FF69B4"/>
            </a:solidFill>
            <a:prstDash val="solid"/>
          </a:ln>
        </p:spPr>
      </p:sp>
      <p:pic>
        <p:nvPicPr>
          <p:cNvPr id="52" name="Image 5" descr="preencoded.png"/>
          <p:cNvPicPr>
            <a:picLocks noChangeAspect="1"/>
          </p:cNvPicPr>
          <p:nvPr/>
        </p:nvPicPr>
        <p:blipFill>
          <a:blip r:embed="rId8"/>
          <a:stretch>
            <a:fillRect/>
          </a:stretch>
        </p:blipFill>
        <p:spPr>
          <a:xfrm>
            <a:off x="6179344" y="1523405"/>
            <a:ext cx="1143000" cy="285750"/>
          </a:xfrm>
          <a:prstGeom prst="rect">
            <a:avLst/>
          </a:prstGeom>
        </p:spPr>
      </p:pic>
      <p:sp>
        <p:nvSpPr>
          <p:cNvPr id="53" name="Text 45"/>
          <p:cNvSpPr/>
          <p:nvPr/>
        </p:nvSpPr>
        <p:spPr>
          <a:xfrm>
            <a:off x="6179344" y="1880592"/>
            <a:ext cx="1143000" cy="194667"/>
          </a:xfrm>
          <a:prstGeom prst="rect">
            <a:avLst/>
          </a:prstGeom>
          <a:noFill/>
          <a:ln/>
        </p:spPr>
        <p:txBody>
          <a:bodyPr wrap="none" lIns="0" tIns="0" rIns="0" bIns="0" rtlCol="0" anchor="t">
            <a:spAutoFit/>
          </a:bodyPr>
          <a:lstStyle/>
          <a:p>
            <a:pPr marL="0" indent="0" algn="ctr">
              <a:lnSpc>
                <a:spcPts val="1300"/>
              </a:lnSpc>
              <a:buNone/>
            </a:pPr>
            <a:r>
              <a:rPr lang="en-US" sz="922" b="1" dirty="0">
                <a:solidFill>
                  <a:srgbClr val="FFFFFF"/>
                </a:solidFill>
              </a:rPr>
              <a:t>변이자</a:t>
            </a:r>
            <a:endParaRPr lang="en-US" sz="922" dirty="0"/>
          </a:p>
        </p:txBody>
      </p:sp>
      <p:sp>
        <p:nvSpPr>
          <p:cNvPr id="54" name="Text 46"/>
          <p:cNvSpPr/>
          <p:nvPr/>
        </p:nvSpPr>
        <p:spPr>
          <a:xfrm>
            <a:off x="6179344" y="2110978"/>
            <a:ext cx="1143000" cy="14466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FFFFFF"/>
                </a:solidFill>
              </a:rPr>
              <a:t>선동된 적대 세력</a:t>
            </a:r>
            <a:endParaRPr lang="en-US" sz="72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427464"/>
          </a:xfrm>
          <a:prstGeom prst="rect">
            <a:avLst/>
          </a:prstGeom>
        </p:spPr>
      </p:pic>
      <p:sp>
        <p:nvSpPr>
          <p:cNvPr id="3" name="Shape 0"/>
          <p:cNvSpPr/>
          <p:nvPr/>
        </p:nvSpPr>
        <p:spPr>
          <a:xfrm>
            <a:off x="428625" y="285750"/>
            <a:ext cx="2349010" cy="544711"/>
          </a:xfrm>
          <a:prstGeom prst="rect">
            <a:avLst/>
          </a:prstGeom>
          <a:solidFill>
            <a:srgbClr val="FFFFFF"/>
          </a:solidFill>
          <a:ln w="27432">
            <a:solidFill>
              <a:srgbClr val="000000"/>
            </a:solidFill>
            <a:prstDash val="solid"/>
          </a:ln>
        </p:spPr>
      </p:sp>
      <p:sp>
        <p:nvSpPr>
          <p:cNvPr id="4" name="Text 1"/>
          <p:cNvSpPr/>
          <p:nvPr/>
        </p:nvSpPr>
        <p:spPr>
          <a:xfrm>
            <a:off x="642938" y="342900"/>
            <a:ext cx="1863235"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설정: 주인공 소개</a:t>
            </a:r>
            <a:endParaRPr lang="en-US" sz="1808" dirty="0"/>
          </a:p>
        </p:txBody>
      </p:sp>
      <p:sp>
        <p:nvSpPr>
          <p:cNvPr id="5" name="Shape 2"/>
          <p:cNvSpPr/>
          <p:nvPr/>
        </p:nvSpPr>
        <p:spPr>
          <a:xfrm>
            <a:off x="907256" y="1059061"/>
            <a:ext cx="2257425" cy="2971800"/>
          </a:xfrm>
          <a:prstGeom prst="rect">
            <a:avLst/>
          </a:prstGeom>
          <a:solidFill>
            <a:srgbClr val="FFFFFF">
              <a:alpha val="5000"/>
            </a:srgbClr>
          </a:solidFill>
          <a:ln w="54864">
            <a:solidFill>
              <a:srgbClr val="FFD700"/>
            </a:solidFill>
            <a:prstDash val="solid"/>
          </a:ln>
        </p:spPr>
      </p:sp>
      <p:pic>
        <p:nvPicPr>
          <p:cNvPr id="6" name="Image 1" descr="preencoded.png"/>
          <p:cNvPicPr>
            <a:picLocks noChangeAspect="1"/>
          </p:cNvPicPr>
          <p:nvPr/>
        </p:nvPicPr>
        <p:blipFill>
          <a:blip r:embed="rId4"/>
          <a:stretch>
            <a:fillRect/>
          </a:stretch>
        </p:blipFill>
        <p:spPr>
          <a:xfrm>
            <a:off x="1321594" y="1773436"/>
            <a:ext cx="1428750" cy="1428750"/>
          </a:xfrm>
          <a:prstGeom prst="rect">
            <a:avLst/>
          </a:prstGeom>
        </p:spPr>
      </p:pic>
      <p:sp>
        <p:nvSpPr>
          <p:cNvPr id="7" name="Shape 3"/>
          <p:cNvSpPr/>
          <p:nvPr/>
        </p:nvSpPr>
        <p:spPr>
          <a:xfrm>
            <a:off x="1549050" y="3916561"/>
            <a:ext cx="973838" cy="460772"/>
          </a:xfrm>
          <a:prstGeom prst="rect">
            <a:avLst/>
          </a:prstGeom>
          <a:solidFill>
            <a:srgbClr val="FFD700"/>
          </a:solidFill>
          <a:ln w="27432">
            <a:solidFill>
              <a:srgbClr val="000000"/>
            </a:solidFill>
            <a:prstDash val="solid"/>
          </a:ln>
        </p:spPr>
      </p:sp>
      <p:sp>
        <p:nvSpPr>
          <p:cNvPr id="8" name="Text 4"/>
          <p:cNvSpPr/>
          <p:nvPr/>
        </p:nvSpPr>
        <p:spPr>
          <a:xfrm>
            <a:off x="1549050" y="3916561"/>
            <a:ext cx="973838" cy="460772"/>
          </a:xfrm>
          <a:prstGeom prst="rect">
            <a:avLst/>
          </a:prstGeom>
          <a:noFill/>
          <a:ln/>
        </p:spPr>
        <p:txBody>
          <a:bodyPr wrap="square" lIns="170053" tIns="42545" rIns="170053" bIns="42545" rtlCol="0" anchor="t">
            <a:spAutoFit/>
          </a:bodyPr>
          <a:lstStyle/>
          <a:p>
            <a:pPr marL="0" indent="0" algn="l">
              <a:lnSpc>
                <a:spcPts val="2200"/>
              </a:lnSpc>
              <a:buNone/>
            </a:pPr>
            <a:r>
              <a:rPr lang="en-US" sz="1704" dirty="0">
                <a:solidFill>
                  <a:srgbClr val="1A0D2E"/>
                </a:solidFill>
              </a:rPr>
              <a:t>차한해</a:t>
            </a:r>
            <a:endParaRPr lang="en-US" sz="1704" dirty="0"/>
          </a:p>
        </p:txBody>
      </p:sp>
      <p:sp>
        <p:nvSpPr>
          <p:cNvPr id="9" name="Shape 5"/>
          <p:cNvSpPr/>
          <p:nvPr/>
        </p:nvSpPr>
        <p:spPr>
          <a:xfrm>
            <a:off x="428625" y="4463058"/>
            <a:ext cx="1571625" cy="332184"/>
          </a:xfrm>
          <a:prstGeom prst="rect">
            <a:avLst/>
          </a:prstGeom>
          <a:solidFill>
            <a:srgbClr val="00CED1">
              <a:alpha val="10000"/>
            </a:srgbClr>
          </a:solidFill>
          <a:ln w="18288">
            <a:solidFill>
              <a:srgbClr val="00CED1"/>
            </a:solidFill>
            <a:prstDash val="solid"/>
          </a:ln>
        </p:spPr>
      </p:sp>
      <p:pic>
        <p:nvPicPr>
          <p:cNvPr id="10" name="Image 2" descr="preencoded.png"/>
          <p:cNvPicPr>
            <a:picLocks noChangeAspect="1"/>
          </p:cNvPicPr>
          <p:nvPr/>
        </p:nvPicPr>
        <p:blipFill>
          <a:blip r:embed="rId5"/>
          <a:stretch>
            <a:fillRect/>
          </a:stretch>
        </p:blipFill>
        <p:spPr>
          <a:xfrm>
            <a:off x="485775" y="4564856"/>
            <a:ext cx="128588" cy="128588"/>
          </a:xfrm>
          <a:prstGeom prst="rect">
            <a:avLst/>
          </a:prstGeom>
        </p:spPr>
      </p:pic>
      <p:sp>
        <p:nvSpPr>
          <p:cNvPr id="11" name="Text 6"/>
          <p:cNvSpPr/>
          <p:nvPr/>
        </p:nvSpPr>
        <p:spPr>
          <a:xfrm>
            <a:off x="671513" y="4534495"/>
            <a:ext cx="506648"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남색 비니</a:t>
            </a:r>
            <a:endParaRPr lang="en-US" sz="942" dirty="0"/>
          </a:p>
        </p:txBody>
      </p:sp>
      <p:sp>
        <p:nvSpPr>
          <p:cNvPr id="12" name="Shape 7"/>
          <p:cNvSpPr/>
          <p:nvPr/>
        </p:nvSpPr>
        <p:spPr>
          <a:xfrm>
            <a:off x="2071688" y="4463058"/>
            <a:ext cx="1571625" cy="332184"/>
          </a:xfrm>
          <a:prstGeom prst="rect">
            <a:avLst/>
          </a:prstGeom>
          <a:solidFill>
            <a:srgbClr val="00CED1">
              <a:alpha val="10000"/>
            </a:srgbClr>
          </a:solidFill>
          <a:ln w="18288">
            <a:solidFill>
              <a:srgbClr val="00CED1"/>
            </a:solidFill>
            <a:prstDash val="solid"/>
          </a:ln>
        </p:spPr>
      </p:sp>
      <p:pic>
        <p:nvPicPr>
          <p:cNvPr id="13" name="Image 3" descr="preencoded.png"/>
          <p:cNvPicPr>
            <a:picLocks noChangeAspect="1"/>
          </p:cNvPicPr>
          <p:nvPr/>
        </p:nvPicPr>
        <p:blipFill>
          <a:blip r:embed="rId6"/>
          <a:stretch>
            <a:fillRect/>
          </a:stretch>
        </p:blipFill>
        <p:spPr>
          <a:xfrm>
            <a:off x="2128838" y="4550569"/>
            <a:ext cx="112514" cy="128588"/>
          </a:xfrm>
          <a:prstGeom prst="rect">
            <a:avLst/>
          </a:prstGeom>
        </p:spPr>
      </p:pic>
      <p:sp>
        <p:nvSpPr>
          <p:cNvPr id="14" name="Text 8"/>
          <p:cNvSpPr/>
          <p:nvPr/>
        </p:nvSpPr>
        <p:spPr>
          <a:xfrm>
            <a:off x="2298502" y="4520208"/>
            <a:ext cx="506648"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회색 조끼</a:t>
            </a:r>
            <a:endParaRPr lang="en-US" sz="942" dirty="0"/>
          </a:p>
        </p:txBody>
      </p:sp>
      <p:sp>
        <p:nvSpPr>
          <p:cNvPr id="15" name="Shape 9"/>
          <p:cNvSpPr/>
          <p:nvPr/>
        </p:nvSpPr>
        <p:spPr>
          <a:xfrm>
            <a:off x="428625" y="4838105"/>
            <a:ext cx="1571625" cy="332184"/>
          </a:xfrm>
          <a:prstGeom prst="rect">
            <a:avLst/>
          </a:prstGeom>
          <a:solidFill>
            <a:srgbClr val="00CED1">
              <a:alpha val="10000"/>
            </a:srgbClr>
          </a:solidFill>
          <a:ln w="18288">
            <a:solidFill>
              <a:srgbClr val="00CED1"/>
            </a:solidFill>
            <a:prstDash val="solid"/>
          </a:ln>
        </p:spPr>
      </p:sp>
      <p:pic>
        <p:nvPicPr>
          <p:cNvPr id="16" name="Image 4" descr="preencoded.png"/>
          <p:cNvPicPr>
            <a:picLocks noChangeAspect="1"/>
          </p:cNvPicPr>
          <p:nvPr/>
        </p:nvPicPr>
        <p:blipFill>
          <a:blip r:embed="rId7"/>
          <a:stretch>
            <a:fillRect/>
          </a:stretch>
        </p:blipFill>
        <p:spPr>
          <a:xfrm>
            <a:off x="485775" y="4939903"/>
            <a:ext cx="128588" cy="128588"/>
          </a:xfrm>
          <a:prstGeom prst="rect">
            <a:avLst/>
          </a:prstGeom>
        </p:spPr>
      </p:pic>
      <p:sp>
        <p:nvSpPr>
          <p:cNvPr id="17" name="Text 10"/>
          <p:cNvSpPr/>
          <p:nvPr/>
        </p:nvSpPr>
        <p:spPr>
          <a:xfrm>
            <a:off x="671513" y="4909542"/>
            <a:ext cx="473218"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크로스백</a:t>
            </a:r>
            <a:endParaRPr lang="en-US" sz="942" dirty="0"/>
          </a:p>
        </p:txBody>
      </p:sp>
      <p:sp>
        <p:nvSpPr>
          <p:cNvPr id="18" name="Shape 11"/>
          <p:cNvSpPr/>
          <p:nvPr/>
        </p:nvSpPr>
        <p:spPr>
          <a:xfrm>
            <a:off x="2071688" y="4838105"/>
            <a:ext cx="1571625" cy="332184"/>
          </a:xfrm>
          <a:prstGeom prst="rect">
            <a:avLst/>
          </a:prstGeom>
          <a:solidFill>
            <a:srgbClr val="00CED1">
              <a:alpha val="10000"/>
            </a:srgbClr>
          </a:solidFill>
          <a:ln w="18288">
            <a:solidFill>
              <a:srgbClr val="00CED1"/>
            </a:solidFill>
            <a:prstDash val="solid"/>
          </a:ln>
        </p:spPr>
      </p:sp>
      <p:pic>
        <p:nvPicPr>
          <p:cNvPr id="19" name="Image 5" descr="preencoded.png"/>
          <p:cNvPicPr>
            <a:picLocks noChangeAspect="1"/>
          </p:cNvPicPr>
          <p:nvPr/>
        </p:nvPicPr>
        <p:blipFill>
          <a:blip r:embed="rId8"/>
          <a:stretch>
            <a:fillRect/>
          </a:stretch>
        </p:blipFill>
        <p:spPr>
          <a:xfrm>
            <a:off x="2128838" y="4925616"/>
            <a:ext cx="160734" cy="128588"/>
          </a:xfrm>
          <a:prstGeom prst="rect">
            <a:avLst/>
          </a:prstGeom>
        </p:spPr>
      </p:pic>
      <p:sp>
        <p:nvSpPr>
          <p:cNvPr id="20" name="Text 12"/>
          <p:cNvSpPr/>
          <p:nvPr/>
        </p:nvSpPr>
        <p:spPr>
          <a:xfrm>
            <a:off x="2346722" y="4895255"/>
            <a:ext cx="624939"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흰색 운동화</a:t>
            </a:r>
            <a:endParaRPr lang="en-US" sz="942" dirty="0"/>
          </a:p>
        </p:txBody>
      </p:sp>
      <p:sp>
        <p:nvSpPr>
          <p:cNvPr id="21" name="Shape 13"/>
          <p:cNvSpPr/>
          <p:nvPr/>
        </p:nvSpPr>
        <p:spPr>
          <a:xfrm>
            <a:off x="3929063" y="1059061"/>
            <a:ext cx="4786313" cy="1660922"/>
          </a:xfrm>
          <a:prstGeom prst="rect">
            <a:avLst/>
          </a:prstGeom>
          <a:solidFill>
            <a:srgbClr val="FFFFFF"/>
          </a:solidFill>
          <a:ln w="45720">
            <a:solidFill>
              <a:srgbClr val="000000"/>
            </a:solidFill>
            <a:prstDash val="solid"/>
          </a:ln>
        </p:spPr>
      </p:sp>
      <p:sp>
        <p:nvSpPr>
          <p:cNvPr id="22" name="Text 14"/>
          <p:cNvSpPr/>
          <p:nvPr/>
        </p:nvSpPr>
        <p:spPr>
          <a:xfrm>
            <a:off x="4071938" y="1201936"/>
            <a:ext cx="4500563" cy="303609"/>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0D2E"/>
                </a:solidFill>
              </a:rPr>
              <a:t>캐릭터 배경</a:t>
            </a:r>
            <a:endParaRPr lang="en-US" sz="1397" dirty="0"/>
          </a:p>
        </p:txBody>
      </p:sp>
      <p:sp>
        <p:nvSpPr>
          <p:cNvPr id="23" name="Text 15"/>
          <p:cNvSpPr/>
          <p:nvPr/>
        </p:nvSpPr>
        <p:spPr>
          <a:xfrm>
            <a:off x="4071938" y="1576983"/>
            <a:ext cx="4500563" cy="9144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1A0D2E"/>
                </a:solidFill>
              </a:rPr>
              <a:t>평범한 일상 속에서 자연스럽게 선행을 해오던 인물입니다. 스스로를 특별히 착하다고 여기지 않지만, 주변 사람들은 언제나 그를 '가장 착한 사람'으로 여겨 왔습니다. 바이러스 확산 이후 사람들을 보호하며 살아남았고, 그의 선행은 점점 선택이 아닌 당연한 역할이 되어 갑니다.</a:t>
            </a:r>
            <a:endParaRPr lang="en-US" sz="1050" dirty="0"/>
          </a:p>
        </p:txBody>
      </p:sp>
      <p:sp>
        <p:nvSpPr>
          <p:cNvPr id="24" name="Shape 16"/>
          <p:cNvSpPr/>
          <p:nvPr/>
        </p:nvSpPr>
        <p:spPr>
          <a:xfrm>
            <a:off x="3929063" y="2812852"/>
            <a:ext cx="4786313" cy="1432322"/>
          </a:xfrm>
          <a:prstGeom prst="rect">
            <a:avLst/>
          </a:prstGeom>
          <a:solidFill>
            <a:srgbClr val="FFFFFF"/>
          </a:solidFill>
          <a:ln w="45720">
            <a:solidFill>
              <a:srgbClr val="000000"/>
            </a:solidFill>
            <a:prstDash val="solid"/>
          </a:ln>
        </p:spPr>
      </p:sp>
      <p:sp>
        <p:nvSpPr>
          <p:cNvPr id="25" name="Text 17"/>
          <p:cNvSpPr/>
          <p:nvPr/>
        </p:nvSpPr>
        <p:spPr>
          <a:xfrm>
            <a:off x="4071938" y="2955727"/>
            <a:ext cx="4500563" cy="303609"/>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0D2E"/>
                </a:solidFill>
              </a:rPr>
              <a:t>성격 및 특징</a:t>
            </a:r>
            <a:endParaRPr lang="en-US" sz="1397" dirty="0"/>
          </a:p>
        </p:txBody>
      </p:sp>
      <p:sp>
        <p:nvSpPr>
          <p:cNvPr id="26" name="Text 18"/>
          <p:cNvSpPr/>
          <p:nvPr/>
        </p:nvSpPr>
        <p:spPr>
          <a:xfrm>
            <a:off x="4071938" y="3330773"/>
            <a:ext cx="4500563" cy="6858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1A0D2E"/>
                </a:solidFill>
              </a:rPr>
              <a:t>밝은 인상과 말 걸기 쉬운 분위기를 가졌습니다. 전투, 탐색, 선택을 통해 세계에 개입하며, 세계의 붕괴 원인을 추적하던 중 모든 사태의 중심에 '강성과'가 있음을 알게 됩니다.</a:t>
            </a:r>
            <a:endParaRPr lang="en-US" sz="1050" dirty="0"/>
          </a:p>
        </p:txBody>
      </p:sp>
      <p:sp>
        <p:nvSpPr>
          <p:cNvPr id="27" name="Shape 19"/>
          <p:cNvSpPr/>
          <p:nvPr/>
        </p:nvSpPr>
        <p:spPr>
          <a:xfrm>
            <a:off x="3929063" y="4338042"/>
            <a:ext cx="1092854" cy="289322"/>
          </a:xfrm>
          <a:prstGeom prst="rect">
            <a:avLst/>
          </a:prstGeom>
          <a:solidFill>
            <a:srgbClr val="FF69B4"/>
          </a:solidFill>
          <a:ln w="18288">
            <a:solidFill>
              <a:srgbClr val="000000"/>
            </a:solidFill>
            <a:prstDash val="solid"/>
          </a:ln>
        </p:spPr>
      </p:sp>
      <p:sp>
        <p:nvSpPr>
          <p:cNvPr id="28" name="Text 20"/>
          <p:cNvSpPr/>
          <p:nvPr/>
        </p:nvSpPr>
        <p:spPr>
          <a:xfrm>
            <a:off x="3929063" y="4338042"/>
            <a:ext cx="1092854" cy="289322"/>
          </a:xfrm>
          <a:prstGeom prst="rect">
            <a:avLst/>
          </a:prstGeom>
          <a:noFill/>
          <a:ln/>
        </p:spPr>
        <p:txBody>
          <a:bodyPr wrap="square" lIns="127508" tIns="42545" rIns="127508" bIns="42545" rtlCol="0" anchor="t">
            <a:spAutoFit/>
          </a:bodyPr>
          <a:lstStyle/>
          <a:p>
            <a:pPr marL="0" indent="0" algn="l">
              <a:lnSpc>
                <a:spcPts val="1200"/>
              </a:lnSpc>
              <a:buNone/>
            </a:pPr>
            <a:r>
              <a:rPr lang="en-US" sz="942" dirty="0">
                <a:solidFill>
                  <a:srgbClr val="FFFFFF"/>
                </a:solidFill>
              </a:rPr>
              <a:t>#평범한_선행자</a:t>
            </a:r>
            <a:endParaRPr lang="en-US" sz="942" dirty="0"/>
          </a:p>
        </p:txBody>
      </p:sp>
      <p:sp>
        <p:nvSpPr>
          <p:cNvPr id="29" name="Shape 21"/>
          <p:cNvSpPr/>
          <p:nvPr/>
        </p:nvSpPr>
        <p:spPr>
          <a:xfrm>
            <a:off x="5064779" y="4338042"/>
            <a:ext cx="974564" cy="289322"/>
          </a:xfrm>
          <a:prstGeom prst="rect">
            <a:avLst/>
          </a:prstGeom>
          <a:solidFill>
            <a:srgbClr val="FF69B4"/>
          </a:solidFill>
          <a:ln w="18288">
            <a:solidFill>
              <a:srgbClr val="000000"/>
            </a:solidFill>
            <a:prstDash val="solid"/>
          </a:ln>
        </p:spPr>
      </p:sp>
      <p:sp>
        <p:nvSpPr>
          <p:cNvPr id="30" name="Text 22"/>
          <p:cNvSpPr/>
          <p:nvPr/>
        </p:nvSpPr>
        <p:spPr>
          <a:xfrm>
            <a:off x="5064779" y="4338042"/>
            <a:ext cx="974564" cy="289322"/>
          </a:xfrm>
          <a:prstGeom prst="rect">
            <a:avLst/>
          </a:prstGeom>
          <a:noFill/>
          <a:ln/>
        </p:spPr>
        <p:txBody>
          <a:bodyPr wrap="square" lIns="127508" tIns="42545" rIns="127508" bIns="42545" rtlCol="0" anchor="t">
            <a:spAutoFit/>
          </a:bodyPr>
          <a:lstStyle/>
          <a:p>
            <a:pPr marL="0" indent="0" algn="l">
              <a:lnSpc>
                <a:spcPts val="1200"/>
              </a:lnSpc>
              <a:buNone/>
            </a:pPr>
            <a:r>
              <a:rPr lang="en-US" sz="942" dirty="0">
                <a:solidFill>
                  <a:srgbClr val="FFFFFF"/>
                </a:solidFill>
              </a:rPr>
              <a:t>#기대의_압박</a:t>
            </a:r>
            <a:endParaRPr lang="en-US" sz="942" dirty="0"/>
          </a:p>
        </p:txBody>
      </p:sp>
      <p:sp>
        <p:nvSpPr>
          <p:cNvPr id="31" name="Shape 23"/>
          <p:cNvSpPr/>
          <p:nvPr/>
        </p:nvSpPr>
        <p:spPr>
          <a:xfrm>
            <a:off x="6082205" y="4338042"/>
            <a:ext cx="1092854" cy="289322"/>
          </a:xfrm>
          <a:prstGeom prst="rect">
            <a:avLst/>
          </a:prstGeom>
          <a:solidFill>
            <a:srgbClr val="FF69B4"/>
          </a:solidFill>
          <a:ln w="18288">
            <a:solidFill>
              <a:srgbClr val="000000"/>
            </a:solidFill>
            <a:prstDash val="solid"/>
          </a:ln>
        </p:spPr>
      </p:sp>
      <p:sp>
        <p:nvSpPr>
          <p:cNvPr id="32" name="Text 24"/>
          <p:cNvSpPr/>
          <p:nvPr/>
        </p:nvSpPr>
        <p:spPr>
          <a:xfrm>
            <a:off x="6082205" y="4338042"/>
            <a:ext cx="1092854" cy="289322"/>
          </a:xfrm>
          <a:prstGeom prst="rect">
            <a:avLst/>
          </a:prstGeom>
          <a:noFill/>
          <a:ln/>
        </p:spPr>
        <p:txBody>
          <a:bodyPr wrap="square" lIns="127508" tIns="42545" rIns="127508" bIns="42545" rtlCol="0" anchor="t">
            <a:spAutoFit/>
          </a:bodyPr>
          <a:lstStyle/>
          <a:p>
            <a:pPr marL="0" indent="0" algn="l">
              <a:lnSpc>
                <a:spcPts val="1200"/>
              </a:lnSpc>
              <a:buNone/>
            </a:pPr>
            <a:r>
              <a:rPr lang="en-US" sz="942" dirty="0">
                <a:solidFill>
                  <a:srgbClr val="FFFFFF"/>
                </a:solidFill>
              </a:rPr>
              <a:t>#소모되는_영웅</a:t>
            </a:r>
            <a:endParaRPr lang="en-US" sz="942" dirty="0"/>
          </a:p>
        </p:txBody>
      </p:sp>
      <p:sp>
        <p:nvSpPr>
          <p:cNvPr id="33" name="Shape 25"/>
          <p:cNvSpPr/>
          <p:nvPr/>
        </p:nvSpPr>
        <p:spPr>
          <a:xfrm>
            <a:off x="7217922" y="4338042"/>
            <a:ext cx="974564" cy="289322"/>
          </a:xfrm>
          <a:prstGeom prst="rect">
            <a:avLst/>
          </a:prstGeom>
          <a:solidFill>
            <a:srgbClr val="FF69B4"/>
          </a:solidFill>
          <a:ln w="18288">
            <a:solidFill>
              <a:srgbClr val="000000"/>
            </a:solidFill>
            <a:prstDash val="solid"/>
          </a:ln>
        </p:spPr>
      </p:sp>
      <p:sp>
        <p:nvSpPr>
          <p:cNvPr id="34" name="Text 26"/>
          <p:cNvSpPr/>
          <p:nvPr/>
        </p:nvSpPr>
        <p:spPr>
          <a:xfrm>
            <a:off x="7217922" y="4338042"/>
            <a:ext cx="974564" cy="289322"/>
          </a:xfrm>
          <a:prstGeom prst="rect">
            <a:avLst/>
          </a:prstGeom>
          <a:noFill/>
          <a:ln/>
        </p:spPr>
        <p:txBody>
          <a:bodyPr wrap="square" lIns="127508" tIns="42545" rIns="127508" bIns="42545" rtlCol="0" anchor="t">
            <a:spAutoFit/>
          </a:bodyPr>
          <a:lstStyle/>
          <a:p>
            <a:pPr marL="0" indent="0" algn="l">
              <a:lnSpc>
                <a:spcPts val="1200"/>
              </a:lnSpc>
              <a:buNone/>
            </a:pPr>
            <a:r>
              <a:rPr lang="en-US" sz="942" dirty="0">
                <a:solidFill>
                  <a:srgbClr val="FFFFFF"/>
                </a:solidFill>
              </a:rPr>
              <a:t>#진실_추적자</a:t>
            </a:r>
            <a:endParaRPr lang="en-US" sz="94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889089" cy="544711"/>
          </a:xfrm>
          <a:prstGeom prst="rect">
            <a:avLst/>
          </a:prstGeom>
          <a:solidFill>
            <a:srgbClr val="FFFFFF"/>
          </a:solidFill>
          <a:ln w="27432">
            <a:solidFill>
              <a:srgbClr val="000000"/>
            </a:solidFill>
            <a:prstDash val="solid"/>
          </a:ln>
        </p:spPr>
      </p:sp>
      <p:sp>
        <p:nvSpPr>
          <p:cNvPr id="4" name="Text 1"/>
          <p:cNvSpPr/>
          <p:nvPr/>
        </p:nvSpPr>
        <p:spPr>
          <a:xfrm>
            <a:off x="642938" y="342900"/>
            <a:ext cx="2403314"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설정: 플레이 구성 요소</a:t>
            </a:r>
            <a:endParaRPr lang="en-US" sz="1808" dirty="0"/>
          </a:p>
        </p:txBody>
      </p:sp>
      <p:sp>
        <p:nvSpPr>
          <p:cNvPr id="5" name="Shape 2"/>
          <p:cNvSpPr/>
          <p:nvPr/>
        </p:nvSpPr>
        <p:spPr>
          <a:xfrm>
            <a:off x="428625" y="987623"/>
            <a:ext cx="1964531" cy="1377293"/>
          </a:xfrm>
          <a:prstGeom prst="rect">
            <a:avLst/>
          </a:prstGeom>
          <a:solidFill>
            <a:srgbClr val="00CED1">
              <a:alpha val="10000"/>
            </a:srgbClr>
          </a:solidFill>
          <a:ln w="27432">
            <a:solidFill>
              <a:srgbClr val="00CED1"/>
            </a:solidFill>
            <a:prstDash val="solid"/>
          </a:ln>
        </p:spPr>
      </p:sp>
      <p:pic>
        <p:nvPicPr>
          <p:cNvPr id="6" name="Image 1" descr="preencoded.png"/>
          <p:cNvPicPr>
            <a:picLocks noChangeAspect="1"/>
          </p:cNvPicPr>
          <p:nvPr/>
        </p:nvPicPr>
        <p:blipFill>
          <a:blip r:embed="rId4"/>
          <a:stretch>
            <a:fillRect/>
          </a:stretch>
        </p:blipFill>
        <p:spPr>
          <a:xfrm>
            <a:off x="571500" y="1130498"/>
            <a:ext cx="1678781" cy="285750"/>
          </a:xfrm>
          <a:prstGeom prst="rect">
            <a:avLst/>
          </a:prstGeom>
        </p:spPr>
      </p:pic>
      <p:sp>
        <p:nvSpPr>
          <p:cNvPr id="7" name="Text 3"/>
          <p:cNvSpPr/>
          <p:nvPr/>
        </p:nvSpPr>
        <p:spPr>
          <a:xfrm>
            <a:off x="571500" y="1523405"/>
            <a:ext cx="1678781" cy="250031"/>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FFD700"/>
                </a:solidFill>
              </a:rPr>
              <a:t>상호작용</a:t>
            </a:r>
            <a:endParaRPr lang="en-US" sz="1193" dirty="0"/>
          </a:p>
        </p:txBody>
      </p:sp>
      <p:sp>
        <p:nvSpPr>
          <p:cNvPr id="8" name="Text 4"/>
          <p:cNvSpPr/>
          <p:nvPr/>
        </p:nvSpPr>
        <p:spPr>
          <a:xfrm>
            <a:off x="571500" y="1844873"/>
            <a:ext cx="1678781" cy="320018"/>
          </a:xfrm>
          <a:prstGeom prst="rect">
            <a:avLst/>
          </a:prstGeom>
          <a:noFill/>
          <a:ln/>
        </p:spPr>
        <p:txBody>
          <a:bodyPr wrap="square" lIns="0" tIns="0" rIns="0" bIns="0" rtlCol="0" anchor="t">
            <a:spAutoFit/>
          </a:bodyPr>
          <a:lstStyle/>
          <a:p>
            <a:pPr marL="0" indent="0" algn="ctr">
              <a:lnSpc>
                <a:spcPts val="1300"/>
              </a:lnSpc>
              <a:buNone/>
            </a:pPr>
            <a:r>
              <a:rPr lang="en-US" sz="834" dirty="0">
                <a:solidFill>
                  <a:srgbClr val="E0E0E0"/>
                </a:solidFill>
              </a:rPr>
              <a:t>NPC와의 양방향 대화.
선택에 따른 스토리 변화.</a:t>
            </a:r>
            <a:endParaRPr lang="en-US" sz="834" dirty="0"/>
          </a:p>
        </p:txBody>
      </p:sp>
      <p:sp>
        <p:nvSpPr>
          <p:cNvPr id="9" name="Shape 5"/>
          <p:cNvSpPr/>
          <p:nvPr/>
        </p:nvSpPr>
        <p:spPr>
          <a:xfrm>
            <a:off x="2536031" y="987623"/>
            <a:ext cx="1964531" cy="1377293"/>
          </a:xfrm>
          <a:prstGeom prst="rect">
            <a:avLst/>
          </a:prstGeom>
          <a:solidFill>
            <a:srgbClr val="00CED1">
              <a:alpha val="10000"/>
            </a:srgbClr>
          </a:solidFill>
          <a:ln w="27432">
            <a:solidFill>
              <a:srgbClr val="00CED1"/>
            </a:solidFill>
            <a:prstDash val="solid"/>
          </a:ln>
        </p:spPr>
      </p:sp>
      <p:pic>
        <p:nvPicPr>
          <p:cNvPr id="10" name="Image 2" descr="preencoded.png"/>
          <p:cNvPicPr>
            <a:picLocks noChangeAspect="1"/>
          </p:cNvPicPr>
          <p:nvPr/>
        </p:nvPicPr>
        <p:blipFill>
          <a:blip r:embed="rId5"/>
          <a:stretch>
            <a:fillRect/>
          </a:stretch>
        </p:blipFill>
        <p:spPr>
          <a:xfrm>
            <a:off x="2678906" y="1130498"/>
            <a:ext cx="1678781" cy="285750"/>
          </a:xfrm>
          <a:prstGeom prst="rect">
            <a:avLst/>
          </a:prstGeom>
        </p:spPr>
      </p:pic>
      <p:sp>
        <p:nvSpPr>
          <p:cNvPr id="11" name="Text 6"/>
          <p:cNvSpPr/>
          <p:nvPr/>
        </p:nvSpPr>
        <p:spPr>
          <a:xfrm>
            <a:off x="2678906" y="1523405"/>
            <a:ext cx="1678781" cy="250031"/>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FFD700"/>
                </a:solidFill>
              </a:rPr>
              <a:t>전투</a:t>
            </a:r>
            <a:endParaRPr lang="en-US" sz="1193" dirty="0"/>
          </a:p>
        </p:txBody>
      </p:sp>
      <p:sp>
        <p:nvSpPr>
          <p:cNvPr id="12" name="Text 7"/>
          <p:cNvSpPr/>
          <p:nvPr/>
        </p:nvSpPr>
        <p:spPr>
          <a:xfrm>
            <a:off x="2678906" y="1844873"/>
            <a:ext cx="1678781" cy="320018"/>
          </a:xfrm>
          <a:prstGeom prst="rect">
            <a:avLst/>
          </a:prstGeom>
          <a:noFill/>
          <a:ln/>
        </p:spPr>
        <p:txBody>
          <a:bodyPr wrap="square" lIns="0" tIns="0" rIns="0" bIns="0" rtlCol="0" anchor="t">
            <a:spAutoFit/>
          </a:bodyPr>
          <a:lstStyle/>
          <a:p>
            <a:pPr marL="0" indent="0" algn="ctr">
              <a:lnSpc>
                <a:spcPts val="1300"/>
              </a:lnSpc>
              <a:buNone/>
            </a:pPr>
            <a:r>
              <a:rPr lang="en-US" sz="834" dirty="0">
                <a:solidFill>
                  <a:srgbClr val="E0E0E0"/>
                </a:solidFill>
              </a:rPr>
              <a:t>공격 및 패턴 대응.
긴장감 넘치는 보스전.</a:t>
            </a:r>
            <a:endParaRPr lang="en-US" sz="834" dirty="0"/>
          </a:p>
        </p:txBody>
      </p:sp>
      <p:sp>
        <p:nvSpPr>
          <p:cNvPr id="13" name="Shape 8"/>
          <p:cNvSpPr/>
          <p:nvPr/>
        </p:nvSpPr>
        <p:spPr>
          <a:xfrm>
            <a:off x="4643438" y="987623"/>
            <a:ext cx="1964531" cy="1377293"/>
          </a:xfrm>
          <a:prstGeom prst="rect">
            <a:avLst/>
          </a:prstGeom>
          <a:solidFill>
            <a:srgbClr val="00CED1">
              <a:alpha val="10000"/>
            </a:srgbClr>
          </a:solidFill>
          <a:ln w="27432">
            <a:solidFill>
              <a:srgbClr val="00CED1"/>
            </a:solidFill>
            <a:prstDash val="solid"/>
          </a:ln>
        </p:spPr>
      </p:sp>
      <p:pic>
        <p:nvPicPr>
          <p:cNvPr id="14" name="Image 3" descr="preencoded.png"/>
          <p:cNvPicPr>
            <a:picLocks noChangeAspect="1"/>
          </p:cNvPicPr>
          <p:nvPr/>
        </p:nvPicPr>
        <p:blipFill>
          <a:blip r:embed="rId6"/>
          <a:stretch>
            <a:fillRect/>
          </a:stretch>
        </p:blipFill>
        <p:spPr>
          <a:xfrm>
            <a:off x="4786313" y="1130498"/>
            <a:ext cx="1678781" cy="285750"/>
          </a:xfrm>
          <a:prstGeom prst="rect">
            <a:avLst/>
          </a:prstGeom>
        </p:spPr>
      </p:pic>
      <p:sp>
        <p:nvSpPr>
          <p:cNvPr id="15" name="Text 9"/>
          <p:cNvSpPr/>
          <p:nvPr/>
        </p:nvSpPr>
        <p:spPr>
          <a:xfrm>
            <a:off x="4786313" y="1523405"/>
            <a:ext cx="1678781" cy="250031"/>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FFD700"/>
                </a:solidFill>
              </a:rPr>
              <a:t>퍼즐</a:t>
            </a:r>
            <a:endParaRPr lang="en-US" sz="1193" dirty="0"/>
          </a:p>
        </p:txBody>
      </p:sp>
      <p:sp>
        <p:nvSpPr>
          <p:cNvPr id="16" name="Text 10"/>
          <p:cNvSpPr/>
          <p:nvPr/>
        </p:nvSpPr>
        <p:spPr>
          <a:xfrm>
            <a:off x="4786313" y="1844873"/>
            <a:ext cx="1678781" cy="320018"/>
          </a:xfrm>
          <a:prstGeom prst="rect">
            <a:avLst/>
          </a:prstGeom>
          <a:noFill/>
          <a:ln/>
        </p:spPr>
        <p:txBody>
          <a:bodyPr wrap="square" lIns="0" tIns="0" rIns="0" bIns="0" rtlCol="0" anchor="t">
            <a:spAutoFit/>
          </a:bodyPr>
          <a:lstStyle/>
          <a:p>
            <a:pPr marL="0" indent="0" algn="ctr">
              <a:lnSpc>
                <a:spcPts val="1300"/>
              </a:lnSpc>
              <a:buNone/>
            </a:pPr>
            <a:r>
              <a:rPr lang="en-US" sz="834" dirty="0">
                <a:solidFill>
                  <a:srgbClr val="E0E0E0"/>
                </a:solidFill>
              </a:rPr>
              <a:t>관찰과 순서 맞추기.
조건 충족을 통한 진행.</a:t>
            </a:r>
            <a:endParaRPr lang="en-US" sz="834" dirty="0"/>
          </a:p>
        </p:txBody>
      </p:sp>
      <p:sp>
        <p:nvSpPr>
          <p:cNvPr id="17" name="Shape 11"/>
          <p:cNvSpPr/>
          <p:nvPr/>
        </p:nvSpPr>
        <p:spPr>
          <a:xfrm>
            <a:off x="6750844" y="987623"/>
            <a:ext cx="1964531" cy="1377293"/>
          </a:xfrm>
          <a:prstGeom prst="rect">
            <a:avLst/>
          </a:prstGeom>
          <a:solidFill>
            <a:srgbClr val="00CED1">
              <a:alpha val="10000"/>
            </a:srgbClr>
          </a:solidFill>
          <a:ln w="27432">
            <a:solidFill>
              <a:srgbClr val="00CED1"/>
            </a:solidFill>
            <a:prstDash val="solid"/>
          </a:ln>
        </p:spPr>
      </p:sp>
      <p:pic>
        <p:nvPicPr>
          <p:cNvPr id="18" name="Image 4" descr="preencoded.png"/>
          <p:cNvPicPr>
            <a:picLocks noChangeAspect="1"/>
          </p:cNvPicPr>
          <p:nvPr/>
        </p:nvPicPr>
        <p:blipFill>
          <a:blip r:embed="rId7"/>
          <a:stretch>
            <a:fillRect/>
          </a:stretch>
        </p:blipFill>
        <p:spPr>
          <a:xfrm>
            <a:off x="6893719" y="1130498"/>
            <a:ext cx="1678781" cy="285750"/>
          </a:xfrm>
          <a:prstGeom prst="rect">
            <a:avLst/>
          </a:prstGeom>
        </p:spPr>
      </p:pic>
      <p:sp>
        <p:nvSpPr>
          <p:cNvPr id="19" name="Text 12"/>
          <p:cNvSpPr/>
          <p:nvPr/>
        </p:nvSpPr>
        <p:spPr>
          <a:xfrm>
            <a:off x="6893719" y="1523405"/>
            <a:ext cx="1678781" cy="250031"/>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FFD700"/>
                </a:solidFill>
              </a:rPr>
              <a:t>탐색</a:t>
            </a:r>
            <a:endParaRPr lang="en-US" sz="1193" dirty="0"/>
          </a:p>
        </p:txBody>
      </p:sp>
      <p:sp>
        <p:nvSpPr>
          <p:cNvPr id="20" name="Text 13"/>
          <p:cNvSpPr/>
          <p:nvPr/>
        </p:nvSpPr>
        <p:spPr>
          <a:xfrm>
            <a:off x="6893719" y="1844873"/>
            <a:ext cx="1678781" cy="320018"/>
          </a:xfrm>
          <a:prstGeom prst="rect">
            <a:avLst/>
          </a:prstGeom>
          <a:noFill/>
          <a:ln/>
        </p:spPr>
        <p:txBody>
          <a:bodyPr wrap="square" lIns="0" tIns="0" rIns="0" bIns="0" rtlCol="0" anchor="t">
            <a:spAutoFit/>
          </a:bodyPr>
          <a:lstStyle/>
          <a:p>
            <a:pPr marL="0" indent="0" algn="ctr">
              <a:lnSpc>
                <a:spcPts val="1300"/>
              </a:lnSpc>
              <a:buNone/>
            </a:pPr>
            <a:r>
              <a:rPr lang="en-US" sz="834" dirty="0">
                <a:solidFill>
                  <a:srgbClr val="E0E0E0"/>
                </a:solidFill>
              </a:rPr>
              <a:t>이동 및 숨겨진 요소 발견.
세계관 정보 습득.</a:t>
            </a:r>
            <a:endParaRPr lang="en-US" sz="834" dirty="0"/>
          </a:p>
        </p:txBody>
      </p:sp>
      <p:sp>
        <p:nvSpPr>
          <p:cNvPr id="21" name="Shape 14"/>
          <p:cNvSpPr/>
          <p:nvPr/>
        </p:nvSpPr>
        <p:spPr>
          <a:xfrm>
            <a:off x="428625" y="2593516"/>
            <a:ext cx="8286750" cy="1818084"/>
          </a:xfrm>
          <a:prstGeom prst="rect">
            <a:avLst/>
          </a:prstGeom>
          <a:solidFill>
            <a:srgbClr val="FFFFFF">
              <a:alpha val="5000"/>
            </a:srgbClr>
          </a:solidFill>
          <a:ln w="27432">
            <a:solidFill>
              <a:srgbClr val="FFD700"/>
            </a:solidFill>
            <a:prstDash val="dash"/>
          </a:ln>
        </p:spPr>
      </p:sp>
      <p:sp>
        <p:nvSpPr>
          <p:cNvPr id="22" name="Text 15"/>
          <p:cNvSpPr/>
          <p:nvPr/>
        </p:nvSpPr>
        <p:spPr>
          <a:xfrm>
            <a:off x="607219" y="2772110"/>
            <a:ext cx="7929563" cy="289322"/>
          </a:xfrm>
          <a:prstGeom prst="rect">
            <a:avLst/>
          </a:prstGeom>
          <a:noFill/>
          <a:ln/>
        </p:spPr>
        <p:txBody>
          <a:bodyPr wrap="none" lIns="0" tIns="0" rIns="0" bIns="0" rtlCol="0" anchor="t">
            <a:spAutoFit/>
          </a:bodyPr>
          <a:lstStyle/>
          <a:p>
            <a:pPr marL="0" indent="0" algn="ctr">
              <a:lnSpc>
                <a:spcPts val="1900"/>
              </a:lnSpc>
              <a:buNone/>
            </a:pPr>
            <a:r>
              <a:rPr lang="en-US" sz="1397" b="1" dirty="0">
                <a:solidFill>
                  <a:srgbClr val="FFD700"/>
                </a:solidFill>
              </a:rPr>
              <a:t>조작 키 구성 (Control Mapping)</a:t>
            </a:r>
            <a:endParaRPr lang="en-US" sz="1397" dirty="0"/>
          </a:p>
        </p:txBody>
      </p:sp>
      <p:sp>
        <p:nvSpPr>
          <p:cNvPr id="23" name="Shape 16"/>
          <p:cNvSpPr/>
          <p:nvPr/>
        </p:nvSpPr>
        <p:spPr>
          <a:xfrm>
            <a:off x="607219" y="3204307"/>
            <a:ext cx="472632" cy="414338"/>
          </a:xfrm>
          <a:prstGeom prst="rect">
            <a:avLst/>
          </a:prstGeom>
          <a:solidFill>
            <a:srgbClr val="FFFFFF"/>
          </a:solidFill>
          <a:ln w="27432">
            <a:solidFill>
              <a:srgbClr val="000000"/>
            </a:solidFill>
            <a:prstDash val="solid"/>
          </a:ln>
        </p:spPr>
      </p:sp>
      <p:sp>
        <p:nvSpPr>
          <p:cNvPr id="24" name="Text 17"/>
          <p:cNvSpPr/>
          <p:nvPr/>
        </p:nvSpPr>
        <p:spPr>
          <a:xfrm>
            <a:off x="607219" y="3204307"/>
            <a:ext cx="472632" cy="414338"/>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1A0D2E"/>
                </a:solidFill>
              </a:rPr>
              <a:t>WASD</a:t>
            </a:r>
            <a:endParaRPr lang="en-US" sz="987" dirty="0"/>
          </a:p>
        </p:txBody>
      </p:sp>
      <p:sp>
        <p:nvSpPr>
          <p:cNvPr id="25" name="Text 18"/>
          <p:cNvSpPr/>
          <p:nvPr/>
        </p:nvSpPr>
        <p:spPr>
          <a:xfrm>
            <a:off x="1129857" y="3307891"/>
            <a:ext cx="262896"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FFFF"/>
                </a:solidFill>
              </a:rPr>
              <a:t>이동</a:t>
            </a:r>
            <a:endParaRPr lang="en-US" sz="1050" dirty="0"/>
          </a:p>
        </p:txBody>
      </p:sp>
      <p:sp>
        <p:nvSpPr>
          <p:cNvPr id="26" name="Shape 19"/>
          <p:cNvSpPr/>
          <p:nvPr/>
        </p:nvSpPr>
        <p:spPr>
          <a:xfrm>
            <a:off x="2625328" y="3204307"/>
            <a:ext cx="414338" cy="414338"/>
          </a:xfrm>
          <a:prstGeom prst="rect">
            <a:avLst/>
          </a:prstGeom>
          <a:solidFill>
            <a:srgbClr val="FFFFFF"/>
          </a:solidFill>
          <a:ln w="27432">
            <a:solidFill>
              <a:srgbClr val="000000"/>
            </a:solidFill>
            <a:prstDash val="solid"/>
          </a:ln>
        </p:spPr>
      </p:sp>
      <p:sp>
        <p:nvSpPr>
          <p:cNvPr id="27" name="Text 20"/>
          <p:cNvSpPr/>
          <p:nvPr/>
        </p:nvSpPr>
        <p:spPr>
          <a:xfrm>
            <a:off x="2625328" y="3204307"/>
            <a:ext cx="414338" cy="414338"/>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1A0D2E"/>
                </a:solidFill>
              </a:rPr>
              <a:t>E</a:t>
            </a:r>
            <a:endParaRPr lang="en-US" sz="987" dirty="0"/>
          </a:p>
        </p:txBody>
      </p:sp>
      <p:sp>
        <p:nvSpPr>
          <p:cNvPr id="28" name="Text 21"/>
          <p:cNvSpPr/>
          <p:nvPr/>
        </p:nvSpPr>
        <p:spPr>
          <a:xfrm>
            <a:off x="3089672" y="3307891"/>
            <a:ext cx="525791"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FFFF"/>
                </a:solidFill>
              </a:rPr>
              <a:t>상호작용</a:t>
            </a:r>
            <a:endParaRPr lang="en-US" sz="1050" dirty="0"/>
          </a:p>
        </p:txBody>
      </p:sp>
      <p:sp>
        <p:nvSpPr>
          <p:cNvPr id="29" name="Shape 22"/>
          <p:cNvSpPr/>
          <p:nvPr/>
        </p:nvSpPr>
        <p:spPr>
          <a:xfrm>
            <a:off x="4643438" y="3204307"/>
            <a:ext cx="414338" cy="414338"/>
          </a:xfrm>
          <a:prstGeom prst="rect">
            <a:avLst/>
          </a:prstGeom>
          <a:solidFill>
            <a:srgbClr val="FFFFFF"/>
          </a:solidFill>
          <a:ln w="27432">
            <a:solidFill>
              <a:srgbClr val="000000"/>
            </a:solidFill>
            <a:prstDash val="solid"/>
          </a:ln>
        </p:spPr>
      </p:sp>
      <p:sp>
        <p:nvSpPr>
          <p:cNvPr id="30" name="Text 23"/>
          <p:cNvSpPr/>
          <p:nvPr/>
        </p:nvSpPr>
        <p:spPr>
          <a:xfrm>
            <a:off x="4643438" y="3204307"/>
            <a:ext cx="414338" cy="414338"/>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1A0D2E"/>
                </a:solidFill>
              </a:rPr>
              <a:t>F</a:t>
            </a:r>
            <a:endParaRPr lang="en-US" sz="987" dirty="0"/>
          </a:p>
        </p:txBody>
      </p:sp>
      <p:sp>
        <p:nvSpPr>
          <p:cNvPr id="31" name="Text 24"/>
          <p:cNvSpPr/>
          <p:nvPr/>
        </p:nvSpPr>
        <p:spPr>
          <a:xfrm>
            <a:off x="5107781" y="3307891"/>
            <a:ext cx="262896"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FFFF"/>
                </a:solidFill>
              </a:rPr>
              <a:t>조사</a:t>
            </a:r>
            <a:endParaRPr lang="en-US" sz="1050" dirty="0"/>
          </a:p>
        </p:txBody>
      </p:sp>
      <p:sp>
        <p:nvSpPr>
          <p:cNvPr id="32" name="Shape 25"/>
          <p:cNvSpPr/>
          <p:nvPr/>
        </p:nvSpPr>
        <p:spPr>
          <a:xfrm>
            <a:off x="6661547" y="3204307"/>
            <a:ext cx="414338" cy="414338"/>
          </a:xfrm>
          <a:prstGeom prst="rect">
            <a:avLst/>
          </a:prstGeom>
          <a:solidFill>
            <a:srgbClr val="FFFFFF"/>
          </a:solidFill>
          <a:ln w="27432">
            <a:solidFill>
              <a:srgbClr val="000000"/>
            </a:solidFill>
            <a:prstDash val="solid"/>
          </a:ln>
        </p:spPr>
      </p:sp>
      <p:sp>
        <p:nvSpPr>
          <p:cNvPr id="33" name="Text 26"/>
          <p:cNvSpPr/>
          <p:nvPr/>
        </p:nvSpPr>
        <p:spPr>
          <a:xfrm>
            <a:off x="6661547" y="3204307"/>
            <a:ext cx="414338" cy="414338"/>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1A0D2E"/>
                </a:solidFill>
              </a:rPr>
              <a:t>I</a:t>
            </a:r>
            <a:endParaRPr lang="en-US" sz="987" dirty="0"/>
          </a:p>
        </p:txBody>
      </p:sp>
      <p:sp>
        <p:nvSpPr>
          <p:cNvPr id="34" name="Text 27"/>
          <p:cNvSpPr/>
          <p:nvPr/>
        </p:nvSpPr>
        <p:spPr>
          <a:xfrm>
            <a:off x="7125891" y="3279316"/>
            <a:ext cx="525791"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FFFF"/>
                </a:solidFill>
              </a:rPr>
              <a:t>인벤토리</a:t>
            </a:r>
            <a:endParaRPr lang="en-US" sz="1050" dirty="0"/>
          </a:p>
        </p:txBody>
      </p:sp>
      <p:sp>
        <p:nvSpPr>
          <p:cNvPr id="35" name="Shape 28"/>
          <p:cNvSpPr/>
          <p:nvPr/>
        </p:nvSpPr>
        <p:spPr>
          <a:xfrm>
            <a:off x="607219" y="3704369"/>
            <a:ext cx="450503" cy="414338"/>
          </a:xfrm>
          <a:prstGeom prst="rect">
            <a:avLst/>
          </a:prstGeom>
          <a:solidFill>
            <a:srgbClr val="FFFFFF"/>
          </a:solidFill>
          <a:ln w="27432">
            <a:solidFill>
              <a:srgbClr val="000000"/>
            </a:solidFill>
            <a:prstDash val="solid"/>
          </a:ln>
        </p:spPr>
      </p:sp>
      <p:sp>
        <p:nvSpPr>
          <p:cNvPr id="36" name="Text 29"/>
          <p:cNvSpPr/>
          <p:nvPr/>
        </p:nvSpPr>
        <p:spPr>
          <a:xfrm>
            <a:off x="607219" y="3704369"/>
            <a:ext cx="450503" cy="414338"/>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1A0D2E"/>
                </a:solidFill>
              </a:rPr>
              <a:t>L-CLK</a:t>
            </a:r>
            <a:endParaRPr lang="en-US" sz="987" dirty="0"/>
          </a:p>
        </p:txBody>
      </p:sp>
      <p:sp>
        <p:nvSpPr>
          <p:cNvPr id="37" name="Text 30"/>
          <p:cNvSpPr/>
          <p:nvPr/>
        </p:nvSpPr>
        <p:spPr>
          <a:xfrm>
            <a:off x="1107728" y="3807954"/>
            <a:ext cx="262896"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FFFF"/>
                </a:solidFill>
              </a:rPr>
              <a:t>전투</a:t>
            </a:r>
            <a:endParaRPr lang="en-US" sz="1050" dirty="0"/>
          </a:p>
        </p:txBody>
      </p:sp>
      <p:sp>
        <p:nvSpPr>
          <p:cNvPr id="38" name="Shape 31"/>
          <p:cNvSpPr/>
          <p:nvPr/>
        </p:nvSpPr>
        <p:spPr>
          <a:xfrm>
            <a:off x="2625328" y="3704369"/>
            <a:ext cx="485217" cy="414338"/>
          </a:xfrm>
          <a:prstGeom prst="rect">
            <a:avLst/>
          </a:prstGeom>
          <a:solidFill>
            <a:srgbClr val="FFFFFF"/>
          </a:solidFill>
          <a:ln w="27432">
            <a:solidFill>
              <a:srgbClr val="000000"/>
            </a:solidFill>
            <a:prstDash val="solid"/>
          </a:ln>
        </p:spPr>
      </p:sp>
      <p:sp>
        <p:nvSpPr>
          <p:cNvPr id="39" name="Text 32"/>
          <p:cNvSpPr/>
          <p:nvPr/>
        </p:nvSpPr>
        <p:spPr>
          <a:xfrm>
            <a:off x="2625328" y="3704369"/>
            <a:ext cx="485217" cy="414338"/>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1A0D2E"/>
                </a:solidFill>
              </a:rPr>
              <a:t>SPACE</a:t>
            </a:r>
            <a:endParaRPr lang="en-US" sz="987" dirty="0"/>
          </a:p>
        </p:txBody>
      </p:sp>
      <p:sp>
        <p:nvSpPr>
          <p:cNvPr id="40" name="Text 33"/>
          <p:cNvSpPr/>
          <p:nvPr/>
        </p:nvSpPr>
        <p:spPr>
          <a:xfrm>
            <a:off x="3160551" y="3807954"/>
            <a:ext cx="262896"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FFFF"/>
                </a:solidFill>
              </a:rPr>
              <a:t>점프</a:t>
            </a:r>
            <a:endParaRPr lang="en-US" sz="1050" dirty="0"/>
          </a:p>
        </p:txBody>
      </p:sp>
      <p:sp>
        <p:nvSpPr>
          <p:cNvPr id="41" name="Shape 34"/>
          <p:cNvSpPr/>
          <p:nvPr/>
        </p:nvSpPr>
        <p:spPr>
          <a:xfrm>
            <a:off x="4643438" y="3704369"/>
            <a:ext cx="461916" cy="414338"/>
          </a:xfrm>
          <a:prstGeom prst="rect">
            <a:avLst/>
          </a:prstGeom>
          <a:solidFill>
            <a:srgbClr val="FFFFFF"/>
          </a:solidFill>
          <a:ln w="27432">
            <a:solidFill>
              <a:srgbClr val="000000"/>
            </a:solidFill>
            <a:prstDash val="solid"/>
          </a:ln>
        </p:spPr>
      </p:sp>
      <p:sp>
        <p:nvSpPr>
          <p:cNvPr id="42" name="Text 35"/>
          <p:cNvSpPr/>
          <p:nvPr/>
        </p:nvSpPr>
        <p:spPr>
          <a:xfrm>
            <a:off x="4643438" y="3704369"/>
            <a:ext cx="461916" cy="414338"/>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1A0D2E"/>
                </a:solidFill>
              </a:rPr>
              <a:t>SHIFT</a:t>
            </a:r>
            <a:endParaRPr lang="en-US" sz="987" dirty="0"/>
          </a:p>
        </p:txBody>
      </p:sp>
      <p:sp>
        <p:nvSpPr>
          <p:cNvPr id="43" name="Text 36"/>
          <p:cNvSpPr/>
          <p:nvPr/>
        </p:nvSpPr>
        <p:spPr>
          <a:xfrm>
            <a:off x="5155360" y="3807954"/>
            <a:ext cx="394357"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FFFF"/>
                </a:solidFill>
              </a:rPr>
              <a:t>달리기</a:t>
            </a:r>
            <a:endParaRPr lang="en-US" sz="1050" dirty="0"/>
          </a:p>
        </p:txBody>
      </p:sp>
      <p:sp>
        <p:nvSpPr>
          <p:cNvPr id="44" name="Shape 37"/>
          <p:cNvSpPr/>
          <p:nvPr/>
        </p:nvSpPr>
        <p:spPr>
          <a:xfrm>
            <a:off x="6661547" y="3704369"/>
            <a:ext cx="414338" cy="414338"/>
          </a:xfrm>
          <a:prstGeom prst="rect">
            <a:avLst/>
          </a:prstGeom>
          <a:solidFill>
            <a:srgbClr val="FFFFFF"/>
          </a:solidFill>
          <a:ln w="27432">
            <a:solidFill>
              <a:srgbClr val="000000"/>
            </a:solidFill>
            <a:prstDash val="solid"/>
          </a:ln>
        </p:spPr>
      </p:sp>
      <p:sp>
        <p:nvSpPr>
          <p:cNvPr id="45" name="Text 38"/>
          <p:cNvSpPr/>
          <p:nvPr/>
        </p:nvSpPr>
        <p:spPr>
          <a:xfrm>
            <a:off x="6661547" y="3704369"/>
            <a:ext cx="414338" cy="414338"/>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1A0D2E"/>
                </a:solidFill>
              </a:rPr>
              <a:t>ESC</a:t>
            </a:r>
            <a:endParaRPr lang="en-US" sz="987" dirty="0"/>
          </a:p>
        </p:txBody>
      </p:sp>
      <p:sp>
        <p:nvSpPr>
          <p:cNvPr id="46" name="Text 39"/>
          <p:cNvSpPr/>
          <p:nvPr/>
        </p:nvSpPr>
        <p:spPr>
          <a:xfrm>
            <a:off x="7125891" y="3779379"/>
            <a:ext cx="262896"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FFFF"/>
                </a:solidFill>
              </a:rPr>
              <a:t>메뉴</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112429" cy="544711"/>
          </a:xfrm>
          <a:prstGeom prst="rect">
            <a:avLst/>
          </a:prstGeom>
          <a:solidFill>
            <a:srgbClr val="FFFFFF"/>
          </a:solidFill>
          <a:ln w="27432">
            <a:solidFill>
              <a:srgbClr val="000000"/>
            </a:solidFill>
            <a:prstDash val="solid"/>
          </a:ln>
        </p:spPr>
      </p:sp>
      <p:sp>
        <p:nvSpPr>
          <p:cNvPr id="4" name="Text 1"/>
          <p:cNvSpPr/>
          <p:nvPr/>
        </p:nvSpPr>
        <p:spPr>
          <a:xfrm>
            <a:off x="642938" y="342900"/>
            <a:ext cx="1626654"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설정: 게임 화면</a:t>
            </a:r>
            <a:endParaRPr lang="en-US" sz="1808" dirty="0"/>
          </a:p>
        </p:txBody>
      </p:sp>
      <p:sp>
        <p:nvSpPr>
          <p:cNvPr id="5" name="Shape 2"/>
          <p:cNvSpPr/>
          <p:nvPr/>
        </p:nvSpPr>
        <p:spPr>
          <a:xfrm>
            <a:off x="428625" y="987623"/>
            <a:ext cx="6215063" cy="3571875"/>
          </a:xfrm>
          <a:prstGeom prst="rect">
            <a:avLst/>
          </a:prstGeom>
          <a:solidFill>
            <a:srgbClr val="0A0514"/>
          </a:solidFill>
          <a:ln w="73152">
            <a:solidFill>
              <a:srgbClr val="333333"/>
            </a:solidFill>
            <a:prstDash val="solid"/>
          </a:ln>
        </p:spPr>
      </p:sp>
      <p:sp>
        <p:nvSpPr>
          <p:cNvPr id="6" name="Shape 3"/>
          <p:cNvSpPr/>
          <p:nvPr/>
        </p:nvSpPr>
        <p:spPr>
          <a:xfrm>
            <a:off x="571500" y="1130498"/>
            <a:ext cx="1457325" cy="171450"/>
          </a:xfrm>
          <a:prstGeom prst="rect">
            <a:avLst/>
          </a:prstGeom>
          <a:solidFill>
            <a:srgbClr val="444444"/>
          </a:solidFill>
          <a:ln w="18288">
            <a:solidFill>
              <a:srgbClr val="FFFFFF"/>
            </a:solidFill>
            <a:prstDash val="solid"/>
          </a:ln>
        </p:spPr>
      </p:sp>
      <p:sp>
        <p:nvSpPr>
          <p:cNvPr id="7" name="Shape 4"/>
          <p:cNvSpPr/>
          <p:nvPr/>
        </p:nvSpPr>
        <p:spPr>
          <a:xfrm>
            <a:off x="571500" y="1344811"/>
            <a:ext cx="1100138" cy="114300"/>
          </a:xfrm>
          <a:prstGeom prst="rect">
            <a:avLst/>
          </a:prstGeom>
          <a:solidFill>
            <a:srgbClr val="444444"/>
          </a:solidFill>
          <a:ln w="18288">
            <a:solidFill>
              <a:srgbClr val="00CED1"/>
            </a:solidFill>
            <a:prstDash val="solid"/>
          </a:ln>
        </p:spPr>
      </p:sp>
      <p:pic>
        <p:nvPicPr>
          <p:cNvPr id="8" name="Image 1" descr="preencoded.png"/>
          <p:cNvPicPr>
            <a:picLocks noChangeAspect="1"/>
          </p:cNvPicPr>
          <p:nvPr/>
        </p:nvPicPr>
        <p:blipFill>
          <a:blip r:embed="rId4"/>
          <a:stretch>
            <a:fillRect/>
          </a:stretch>
        </p:blipFill>
        <p:spPr>
          <a:xfrm>
            <a:off x="3250406" y="3057525"/>
            <a:ext cx="428625" cy="428625"/>
          </a:xfrm>
          <a:prstGeom prst="rect">
            <a:avLst/>
          </a:prstGeom>
        </p:spPr>
      </p:pic>
      <p:sp>
        <p:nvSpPr>
          <p:cNvPr id="9" name="Shape 5"/>
          <p:cNvSpPr/>
          <p:nvPr/>
        </p:nvSpPr>
        <p:spPr>
          <a:xfrm>
            <a:off x="571500" y="3545086"/>
            <a:ext cx="5786438" cy="728663"/>
          </a:xfrm>
          <a:prstGeom prst="rect">
            <a:avLst/>
          </a:prstGeom>
          <a:solidFill>
            <a:srgbClr val="000000">
              <a:alpha val="80000"/>
            </a:srgbClr>
          </a:solidFill>
          <a:ln w="27432">
            <a:solidFill>
              <a:srgbClr val="FFFFFF"/>
            </a:solidFill>
            <a:prstDash val="solid"/>
          </a:ln>
        </p:spPr>
      </p:sp>
      <p:sp>
        <p:nvSpPr>
          <p:cNvPr id="10" name="Shape 6"/>
          <p:cNvSpPr/>
          <p:nvPr/>
        </p:nvSpPr>
        <p:spPr>
          <a:xfrm>
            <a:off x="678656" y="3709392"/>
            <a:ext cx="457200" cy="457200"/>
          </a:xfrm>
          <a:prstGeom prst="rect">
            <a:avLst/>
          </a:prstGeom>
          <a:solidFill>
            <a:srgbClr val="333333"/>
          </a:solidFill>
          <a:ln w="18288">
            <a:solidFill>
              <a:srgbClr val="FFD700"/>
            </a:solidFill>
            <a:prstDash val="solid"/>
          </a:ln>
        </p:spPr>
      </p:sp>
      <p:pic>
        <p:nvPicPr>
          <p:cNvPr id="11" name="Image 2" descr="preencoded.png"/>
          <p:cNvPicPr>
            <a:picLocks noChangeAspect="1"/>
          </p:cNvPicPr>
          <p:nvPr/>
        </p:nvPicPr>
        <p:blipFill>
          <a:blip r:embed="rId5"/>
          <a:stretch>
            <a:fillRect/>
          </a:stretch>
        </p:blipFill>
        <p:spPr>
          <a:xfrm>
            <a:off x="799207" y="3845123"/>
            <a:ext cx="187523" cy="214313"/>
          </a:xfrm>
          <a:prstGeom prst="rect">
            <a:avLst/>
          </a:prstGeom>
        </p:spPr>
      </p:pic>
      <p:sp>
        <p:nvSpPr>
          <p:cNvPr id="12" name="Text 7"/>
          <p:cNvSpPr/>
          <p:nvPr/>
        </p:nvSpPr>
        <p:spPr>
          <a:xfrm>
            <a:off x="1214438" y="3737967"/>
            <a:ext cx="3497033" cy="428625"/>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FFD700"/>
                </a:solidFill>
              </a:rPr>
              <a:t>마을 사람 A:</a:t>
            </a:r>
            <a:r>
              <a:rPr lang="en-US" sz="1050" dirty="0">
                <a:solidFill>
                  <a:srgbClr val="FFFFFF"/>
                </a:solidFill>
              </a:rPr>
              <a:t>
 "부탁할게... 네가 아니면 이 일을 해줄 사람이 없어. 고마워."</a:t>
            </a:r>
            <a:endParaRPr lang="en-US" sz="1050" dirty="0"/>
          </a:p>
        </p:txBody>
      </p:sp>
      <p:sp>
        <p:nvSpPr>
          <p:cNvPr id="13" name="Shape 8"/>
          <p:cNvSpPr/>
          <p:nvPr/>
        </p:nvSpPr>
        <p:spPr>
          <a:xfrm>
            <a:off x="6786563" y="987623"/>
            <a:ext cx="1928813" cy="1076920"/>
          </a:xfrm>
          <a:prstGeom prst="rect">
            <a:avLst/>
          </a:prstGeom>
          <a:solidFill>
            <a:srgbClr val="FFD700">
              <a:alpha val="10000"/>
            </a:srgbClr>
          </a:solidFill>
          <a:ln/>
        </p:spPr>
      </p:sp>
      <p:sp>
        <p:nvSpPr>
          <p:cNvPr id="14" name="Shape 9"/>
          <p:cNvSpPr/>
          <p:nvPr/>
        </p:nvSpPr>
        <p:spPr>
          <a:xfrm>
            <a:off x="6786563" y="987623"/>
            <a:ext cx="42863" cy="1076920"/>
          </a:xfrm>
          <a:prstGeom prst="rect">
            <a:avLst/>
          </a:prstGeom>
          <a:solidFill>
            <a:srgbClr val="FFD700"/>
          </a:solidFill>
          <a:ln/>
        </p:spPr>
      </p:sp>
      <p:sp>
        <p:nvSpPr>
          <p:cNvPr id="15" name="Text 10"/>
          <p:cNvSpPr/>
          <p:nvPr/>
        </p:nvSpPr>
        <p:spPr>
          <a:xfrm>
            <a:off x="6893719" y="1094780"/>
            <a:ext cx="1714500" cy="226814"/>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700"/>
                </a:solidFill>
              </a:rPr>
              <a:t>비주얼 테마</a:t>
            </a:r>
            <a:endParaRPr lang="en-US" sz="1090" dirty="0"/>
          </a:p>
        </p:txBody>
      </p:sp>
      <p:sp>
        <p:nvSpPr>
          <p:cNvPr id="16" name="Text 11"/>
          <p:cNvSpPr/>
          <p:nvPr/>
        </p:nvSpPr>
        <p:spPr>
          <a:xfrm>
            <a:off x="6893719" y="1378744"/>
            <a:ext cx="1714500" cy="578644"/>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E0E0E0"/>
                </a:solidFill>
              </a:rPr>
              <a:t>픽셀 아트로 구현된 감성적인 포스트 아포칼립스 세계관. 어둠과 빛의 대비를 강조합니다.</a:t>
            </a:r>
            <a:endParaRPr lang="en-US" sz="942" dirty="0"/>
          </a:p>
        </p:txBody>
      </p:sp>
      <p:sp>
        <p:nvSpPr>
          <p:cNvPr id="17" name="Shape 12"/>
          <p:cNvSpPr/>
          <p:nvPr/>
        </p:nvSpPr>
        <p:spPr>
          <a:xfrm>
            <a:off x="6786563" y="2207419"/>
            <a:ext cx="1928813" cy="1076920"/>
          </a:xfrm>
          <a:prstGeom prst="rect">
            <a:avLst/>
          </a:prstGeom>
          <a:solidFill>
            <a:srgbClr val="FFD700">
              <a:alpha val="10000"/>
            </a:srgbClr>
          </a:solidFill>
          <a:ln/>
        </p:spPr>
      </p:sp>
      <p:sp>
        <p:nvSpPr>
          <p:cNvPr id="18" name="Shape 13"/>
          <p:cNvSpPr/>
          <p:nvPr/>
        </p:nvSpPr>
        <p:spPr>
          <a:xfrm>
            <a:off x="6786563" y="2207419"/>
            <a:ext cx="42863" cy="1076920"/>
          </a:xfrm>
          <a:prstGeom prst="rect">
            <a:avLst/>
          </a:prstGeom>
          <a:solidFill>
            <a:srgbClr val="FFD700"/>
          </a:solidFill>
          <a:ln/>
        </p:spPr>
      </p:sp>
      <p:sp>
        <p:nvSpPr>
          <p:cNvPr id="19" name="Text 14"/>
          <p:cNvSpPr/>
          <p:nvPr/>
        </p:nvSpPr>
        <p:spPr>
          <a:xfrm>
            <a:off x="6893719" y="2314575"/>
            <a:ext cx="1714500" cy="226814"/>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700"/>
                </a:solidFill>
              </a:rPr>
              <a:t>스포트라이트 연출</a:t>
            </a:r>
            <a:endParaRPr lang="en-US" sz="1090" dirty="0"/>
          </a:p>
        </p:txBody>
      </p:sp>
      <p:sp>
        <p:nvSpPr>
          <p:cNvPr id="20" name="Text 15"/>
          <p:cNvSpPr/>
          <p:nvPr/>
        </p:nvSpPr>
        <p:spPr>
          <a:xfrm>
            <a:off x="6893719" y="2598539"/>
            <a:ext cx="1714500" cy="578644"/>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E0E0E0"/>
                </a:solidFill>
              </a:rPr>
              <a:t>주인공에게 집중되는 시선과 기대를 시각적으로 표현. 심리적 압박감을 극대화합니다.</a:t>
            </a:r>
            <a:endParaRPr lang="en-US" sz="942" dirty="0"/>
          </a:p>
        </p:txBody>
      </p:sp>
      <p:sp>
        <p:nvSpPr>
          <p:cNvPr id="21" name="Shape 16"/>
          <p:cNvSpPr/>
          <p:nvPr/>
        </p:nvSpPr>
        <p:spPr>
          <a:xfrm>
            <a:off x="6786563" y="3427214"/>
            <a:ext cx="1928813" cy="1076920"/>
          </a:xfrm>
          <a:prstGeom prst="rect">
            <a:avLst/>
          </a:prstGeom>
          <a:solidFill>
            <a:srgbClr val="FFD700">
              <a:alpha val="10000"/>
            </a:srgbClr>
          </a:solidFill>
          <a:ln/>
        </p:spPr>
      </p:sp>
      <p:sp>
        <p:nvSpPr>
          <p:cNvPr id="22" name="Shape 17"/>
          <p:cNvSpPr/>
          <p:nvPr/>
        </p:nvSpPr>
        <p:spPr>
          <a:xfrm>
            <a:off x="6786563" y="3427214"/>
            <a:ext cx="42863" cy="1076920"/>
          </a:xfrm>
          <a:prstGeom prst="rect">
            <a:avLst/>
          </a:prstGeom>
          <a:solidFill>
            <a:srgbClr val="FFD700"/>
          </a:solidFill>
          <a:ln/>
        </p:spPr>
      </p:sp>
      <p:sp>
        <p:nvSpPr>
          <p:cNvPr id="23" name="Text 18"/>
          <p:cNvSpPr/>
          <p:nvPr/>
        </p:nvSpPr>
        <p:spPr>
          <a:xfrm>
            <a:off x="6893719" y="3534370"/>
            <a:ext cx="1714500" cy="226814"/>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700"/>
                </a:solidFill>
              </a:rPr>
              <a:t>내러티브 UI</a:t>
            </a:r>
            <a:endParaRPr lang="en-US" sz="1090" dirty="0"/>
          </a:p>
        </p:txBody>
      </p:sp>
      <p:sp>
        <p:nvSpPr>
          <p:cNvPr id="24" name="Text 19"/>
          <p:cNvSpPr/>
          <p:nvPr/>
        </p:nvSpPr>
        <p:spPr>
          <a:xfrm>
            <a:off x="6893719" y="3818334"/>
            <a:ext cx="1714500" cy="578644"/>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E0E0E0"/>
                </a:solidFill>
              </a:rPr>
              <a:t>고전 RPG 스타일의 대화창을 통해 인물 간의 갈등과 부탁을 효과적으로 전달합니다.</a:t>
            </a:r>
            <a:endParaRPr lang="en-US" sz="942"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427464"/>
          </a:xfrm>
          <a:prstGeom prst="rect">
            <a:avLst/>
          </a:prstGeom>
        </p:spPr>
      </p:pic>
      <p:sp>
        <p:nvSpPr>
          <p:cNvPr id="3" name="Shape 0"/>
          <p:cNvSpPr/>
          <p:nvPr/>
        </p:nvSpPr>
        <p:spPr>
          <a:xfrm>
            <a:off x="428625" y="285750"/>
            <a:ext cx="2112429" cy="544711"/>
          </a:xfrm>
          <a:prstGeom prst="rect">
            <a:avLst/>
          </a:prstGeom>
          <a:solidFill>
            <a:srgbClr val="FFFFFF"/>
          </a:solidFill>
          <a:ln w="27432">
            <a:solidFill>
              <a:srgbClr val="000000"/>
            </a:solidFill>
            <a:prstDash val="solid"/>
          </a:ln>
        </p:spPr>
      </p:sp>
      <p:sp>
        <p:nvSpPr>
          <p:cNvPr id="4" name="Text 1"/>
          <p:cNvSpPr/>
          <p:nvPr/>
        </p:nvSpPr>
        <p:spPr>
          <a:xfrm>
            <a:off x="642938" y="342900"/>
            <a:ext cx="1626654"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설정: 악당 소개</a:t>
            </a:r>
            <a:endParaRPr lang="en-US" sz="1808" dirty="0"/>
          </a:p>
        </p:txBody>
      </p:sp>
      <p:sp>
        <p:nvSpPr>
          <p:cNvPr id="5" name="Shape 2"/>
          <p:cNvSpPr/>
          <p:nvPr/>
        </p:nvSpPr>
        <p:spPr>
          <a:xfrm>
            <a:off x="907256" y="1059061"/>
            <a:ext cx="2257425" cy="2971800"/>
          </a:xfrm>
          <a:prstGeom prst="rect">
            <a:avLst/>
          </a:prstGeom>
          <a:solidFill>
            <a:srgbClr val="FF69B4">
              <a:alpha val="5000"/>
            </a:srgbClr>
          </a:solidFill>
          <a:ln w="54864">
            <a:solidFill>
              <a:srgbClr val="FF69B4"/>
            </a:solidFill>
            <a:prstDash val="solid"/>
          </a:ln>
        </p:spPr>
      </p:sp>
      <p:pic>
        <p:nvPicPr>
          <p:cNvPr id="6" name="Image 1" descr="preencoded.png"/>
          <p:cNvPicPr>
            <a:picLocks noChangeAspect="1"/>
          </p:cNvPicPr>
          <p:nvPr/>
        </p:nvPicPr>
        <p:blipFill>
          <a:blip r:embed="rId4"/>
          <a:stretch>
            <a:fillRect/>
          </a:stretch>
        </p:blipFill>
        <p:spPr>
          <a:xfrm>
            <a:off x="1232297" y="1773436"/>
            <a:ext cx="1607344" cy="1428750"/>
          </a:xfrm>
          <a:prstGeom prst="rect">
            <a:avLst/>
          </a:prstGeom>
        </p:spPr>
      </p:pic>
      <p:sp>
        <p:nvSpPr>
          <p:cNvPr id="7" name="Shape 3"/>
          <p:cNvSpPr/>
          <p:nvPr/>
        </p:nvSpPr>
        <p:spPr>
          <a:xfrm>
            <a:off x="1549050" y="3916561"/>
            <a:ext cx="973838" cy="460772"/>
          </a:xfrm>
          <a:prstGeom prst="rect">
            <a:avLst/>
          </a:prstGeom>
          <a:solidFill>
            <a:srgbClr val="FF69B4"/>
          </a:solidFill>
          <a:ln w="27432">
            <a:solidFill>
              <a:srgbClr val="000000"/>
            </a:solidFill>
            <a:prstDash val="solid"/>
          </a:ln>
        </p:spPr>
      </p:sp>
      <p:sp>
        <p:nvSpPr>
          <p:cNvPr id="8" name="Text 4"/>
          <p:cNvSpPr/>
          <p:nvPr/>
        </p:nvSpPr>
        <p:spPr>
          <a:xfrm>
            <a:off x="1549050" y="3916561"/>
            <a:ext cx="973838" cy="460772"/>
          </a:xfrm>
          <a:prstGeom prst="rect">
            <a:avLst/>
          </a:prstGeom>
          <a:noFill/>
          <a:ln/>
        </p:spPr>
        <p:txBody>
          <a:bodyPr wrap="square" lIns="170053" tIns="42545" rIns="170053" bIns="42545" rtlCol="0" anchor="t">
            <a:spAutoFit/>
          </a:bodyPr>
          <a:lstStyle/>
          <a:p>
            <a:pPr marL="0" indent="0" algn="l">
              <a:lnSpc>
                <a:spcPts val="2200"/>
              </a:lnSpc>
              <a:buNone/>
            </a:pPr>
            <a:r>
              <a:rPr lang="en-US" sz="1704" dirty="0">
                <a:solidFill>
                  <a:srgbClr val="FFFFFF"/>
                </a:solidFill>
              </a:rPr>
              <a:t>강성과</a:t>
            </a:r>
            <a:endParaRPr lang="en-US" sz="1704" dirty="0"/>
          </a:p>
        </p:txBody>
      </p:sp>
      <p:sp>
        <p:nvSpPr>
          <p:cNvPr id="9" name="Shape 5"/>
          <p:cNvSpPr/>
          <p:nvPr/>
        </p:nvSpPr>
        <p:spPr>
          <a:xfrm>
            <a:off x="428625" y="4463058"/>
            <a:ext cx="1571625" cy="332184"/>
          </a:xfrm>
          <a:prstGeom prst="rect">
            <a:avLst/>
          </a:prstGeom>
          <a:solidFill>
            <a:srgbClr val="FF69B4">
              <a:alpha val="10000"/>
            </a:srgbClr>
          </a:solidFill>
          <a:ln w="18288">
            <a:solidFill>
              <a:srgbClr val="FF69B4"/>
            </a:solidFill>
            <a:prstDash val="solid"/>
          </a:ln>
        </p:spPr>
      </p:sp>
      <p:pic>
        <p:nvPicPr>
          <p:cNvPr id="10" name="Image 2" descr="preencoded.png"/>
          <p:cNvPicPr>
            <a:picLocks noChangeAspect="1"/>
          </p:cNvPicPr>
          <p:nvPr/>
        </p:nvPicPr>
        <p:blipFill>
          <a:blip r:embed="rId5"/>
          <a:stretch>
            <a:fillRect/>
          </a:stretch>
        </p:blipFill>
        <p:spPr>
          <a:xfrm>
            <a:off x="485775" y="4564856"/>
            <a:ext cx="112514" cy="128588"/>
          </a:xfrm>
          <a:prstGeom prst="rect">
            <a:avLst/>
          </a:prstGeom>
        </p:spPr>
      </p:pic>
      <p:sp>
        <p:nvSpPr>
          <p:cNvPr id="11" name="Text 6"/>
          <p:cNvSpPr/>
          <p:nvPr/>
        </p:nvSpPr>
        <p:spPr>
          <a:xfrm>
            <a:off x="655439" y="4534495"/>
            <a:ext cx="624939"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연구 책임자</a:t>
            </a:r>
            <a:endParaRPr lang="en-US" sz="942" dirty="0"/>
          </a:p>
        </p:txBody>
      </p:sp>
      <p:sp>
        <p:nvSpPr>
          <p:cNvPr id="12" name="Shape 7"/>
          <p:cNvSpPr/>
          <p:nvPr/>
        </p:nvSpPr>
        <p:spPr>
          <a:xfrm>
            <a:off x="2071688" y="4463058"/>
            <a:ext cx="1571625" cy="332184"/>
          </a:xfrm>
          <a:prstGeom prst="rect">
            <a:avLst/>
          </a:prstGeom>
          <a:solidFill>
            <a:srgbClr val="FF69B4">
              <a:alpha val="10000"/>
            </a:srgbClr>
          </a:solidFill>
          <a:ln w="18288">
            <a:solidFill>
              <a:srgbClr val="FF69B4"/>
            </a:solidFill>
            <a:prstDash val="solid"/>
          </a:ln>
        </p:spPr>
      </p:sp>
      <p:pic>
        <p:nvPicPr>
          <p:cNvPr id="13" name="Image 3" descr="preencoded.png"/>
          <p:cNvPicPr>
            <a:picLocks noChangeAspect="1"/>
          </p:cNvPicPr>
          <p:nvPr/>
        </p:nvPicPr>
        <p:blipFill>
          <a:blip r:embed="rId6"/>
          <a:stretch>
            <a:fillRect/>
          </a:stretch>
        </p:blipFill>
        <p:spPr>
          <a:xfrm>
            <a:off x="2128838" y="4550569"/>
            <a:ext cx="144661" cy="128588"/>
          </a:xfrm>
          <a:prstGeom prst="rect">
            <a:avLst/>
          </a:prstGeom>
        </p:spPr>
      </p:pic>
      <p:sp>
        <p:nvSpPr>
          <p:cNvPr id="14" name="Text 8"/>
          <p:cNvSpPr/>
          <p:nvPr/>
        </p:nvSpPr>
        <p:spPr>
          <a:xfrm>
            <a:off x="2330648" y="4520208"/>
            <a:ext cx="624939"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냉철한 판단</a:t>
            </a:r>
            <a:endParaRPr lang="en-US" sz="942" dirty="0"/>
          </a:p>
        </p:txBody>
      </p:sp>
      <p:sp>
        <p:nvSpPr>
          <p:cNvPr id="15" name="Shape 9"/>
          <p:cNvSpPr/>
          <p:nvPr/>
        </p:nvSpPr>
        <p:spPr>
          <a:xfrm>
            <a:off x="428625" y="4838105"/>
            <a:ext cx="1571625" cy="332184"/>
          </a:xfrm>
          <a:prstGeom prst="rect">
            <a:avLst/>
          </a:prstGeom>
          <a:solidFill>
            <a:srgbClr val="FF69B4">
              <a:alpha val="10000"/>
            </a:srgbClr>
          </a:solidFill>
          <a:ln w="18288">
            <a:solidFill>
              <a:srgbClr val="FF69B4"/>
            </a:solidFill>
            <a:prstDash val="solid"/>
          </a:ln>
        </p:spPr>
      </p:sp>
      <p:pic>
        <p:nvPicPr>
          <p:cNvPr id="16" name="Image 4" descr="preencoded.png"/>
          <p:cNvPicPr>
            <a:picLocks noChangeAspect="1"/>
          </p:cNvPicPr>
          <p:nvPr/>
        </p:nvPicPr>
        <p:blipFill>
          <a:blip r:embed="rId7"/>
          <a:stretch>
            <a:fillRect/>
          </a:stretch>
        </p:blipFill>
        <p:spPr>
          <a:xfrm>
            <a:off x="485775" y="4939903"/>
            <a:ext cx="128588" cy="128588"/>
          </a:xfrm>
          <a:prstGeom prst="rect">
            <a:avLst/>
          </a:prstGeom>
        </p:spPr>
      </p:pic>
      <p:sp>
        <p:nvSpPr>
          <p:cNvPr id="17" name="Text 10"/>
          <p:cNvSpPr/>
          <p:nvPr/>
        </p:nvSpPr>
        <p:spPr>
          <a:xfrm>
            <a:off x="671513" y="4909542"/>
            <a:ext cx="624939"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실험적 신념</a:t>
            </a:r>
            <a:endParaRPr lang="en-US" sz="942" dirty="0"/>
          </a:p>
        </p:txBody>
      </p:sp>
      <p:sp>
        <p:nvSpPr>
          <p:cNvPr id="18" name="Shape 11"/>
          <p:cNvSpPr/>
          <p:nvPr/>
        </p:nvSpPr>
        <p:spPr>
          <a:xfrm>
            <a:off x="2071688" y="4838105"/>
            <a:ext cx="1571625" cy="332184"/>
          </a:xfrm>
          <a:prstGeom prst="rect">
            <a:avLst/>
          </a:prstGeom>
          <a:solidFill>
            <a:srgbClr val="FF69B4">
              <a:alpha val="10000"/>
            </a:srgbClr>
          </a:solidFill>
          <a:ln w="18288">
            <a:solidFill>
              <a:srgbClr val="FF69B4"/>
            </a:solidFill>
            <a:prstDash val="solid"/>
          </a:ln>
        </p:spPr>
      </p:sp>
      <p:pic>
        <p:nvPicPr>
          <p:cNvPr id="19" name="Image 5" descr="preencoded.png"/>
          <p:cNvPicPr>
            <a:picLocks noChangeAspect="1"/>
          </p:cNvPicPr>
          <p:nvPr/>
        </p:nvPicPr>
        <p:blipFill>
          <a:blip r:embed="rId8"/>
          <a:stretch>
            <a:fillRect/>
          </a:stretch>
        </p:blipFill>
        <p:spPr>
          <a:xfrm>
            <a:off x="2128838" y="4925616"/>
            <a:ext cx="112514" cy="128588"/>
          </a:xfrm>
          <a:prstGeom prst="rect">
            <a:avLst/>
          </a:prstGeom>
        </p:spPr>
      </p:pic>
      <p:sp>
        <p:nvSpPr>
          <p:cNvPr id="20" name="Text 12"/>
          <p:cNvSpPr/>
          <p:nvPr/>
        </p:nvSpPr>
        <p:spPr>
          <a:xfrm>
            <a:off x="2298502" y="4895255"/>
            <a:ext cx="624939"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에코스 변이</a:t>
            </a:r>
            <a:endParaRPr lang="en-US" sz="942" dirty="0"/>
          </a:p>
        </p:txBody>
      </p:sp>
      <p:sp>
        <p:nvSpPr>
          <p:cNvPr id="21" name="Shape 13"/>
          <p:cNvSpPr/>
          <p:nvPr/>
        </p:nvSpPr>
        <p:spPr>
          <a:xfrm>
            <a:off x="3929063" y="1059061"/>
            <a:ext cx="4786313" cy="1660922"/>
          </a:xfrm>
          <a:prstGeom prst="rect">
            <a:avLst/>
          </a:prstGeom>
          <a:solidFill>
            <a:srgbClr val="FFFFFF"/>
          </a:solidFill>
          <a:ln w="45720">
            <a:solidFill>
              <a:srgbClr val="000000"/>
            </a:solidFill>
            <a:prstDash val="solid"/>
          </a:ln>
        </p:spPr>
      </p:sp>
      <p:sp>
        <p:nvSpPr>
          <p:cNvPr id="22" name="Text 14"/>
          <p:cNvSpPr/>
          <p:nvPr/>
        </p:nvSpPr>
        <p:spPr>
          <a:xfrm>
            <a:off x="4071938" y="1201936"/>
            <a:ext cx="4500563" cy="303609"/>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0D2E"/>
                </a:solidFill>
              </a:rPr>
              <a:t>캐릭터 배경</a:t>
            </a:r>
            <a:endParaRPr lang="en-US" sz="1397" dirty="0"/>
          </a:p>
        </p:txBody>
      </p:sp>
      <p:sp>
        <p:nvSpPr>
          <p:cNvPr id="23" name="Text 15"/>
          <p:cNvSpPr/>
          <p:nvPr/>
        </p:nvSpPr>
        <p:spPr>
          <a:xfrm>
            <a:off x="4071938" y="1576983"/>
            <a:ext cx="4500563" cy="9144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1A0D2E"/>
                </a:solidFill>
              </a:rPr>
              <a:t>은하 병원 산하 감염병 연구를 총괄하던 책임자입니다. 인류 과잉과 환경 파괴를 문제로 인식하며, 인간의 수를 줄여야 지구가 유지될 수 있다고 믿어 왔습니다. 이를 위해 바이러스를 설계했고, 확산 이후에도 이를 실패가 아닌 필연적인 과정으로 받아들입니다.</a:t>
            </a:r>
            <a:endParaRPr lang="en-US" sz="1050" dirty="0"/>
          </a:p>
        </p:txBody>
      </p:sp>
      <p:sp>
        <p:nvSpPr>
          <p:cNvPr id="24" name="Shape 16"/>
          <p:cNvSpPr/>
          <p:nvPr/>
        </p:nvSpPr>
        <p:spPr>
          <a:xfrm>
            <a:off x="3929063" y="2812852"/>
            <a:ext cx="4786313" cy="1432322"/>
          </a:xfrm>
          <a:prstGeom prst="rect">
            <a:avLst/>
          </a:prstGeom>
          <a:solidFill>
            <a:srgbClr val="FFFFFF"/>
          </a:solidFill>
          <a:ln w="45720">
            <a:solidFill>
              <a:srgbClr val="000000"/>
            </a:solidFill>
            <a:prstDash val="solid"/>
          </a:ln>
        </p:spPr>
      </p:sp>
      <p:sp>
        <p:nvSpPr>
          <p:cNvPr id="25" name="Text 17"/>
          <p:cNvSpPr/>
          <p:nvPr/>
        </p:nvSpPr>
        <p:spPr>
          <a:xfrm>
            <a:off x="4071938" y="2955727"/>
            <a:ext cx="4500563" cy="303609"/>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0D2E"/>
                </a:solidFill>
              </a:rPr>
              <a:t>서사적 위치</a:t>
            </a:r>
            <a:endParaRPr lang="en-US" sz="1397" dirty="0"/>
          </a:p>
        </p:txBody>
      </p:sp>
      <p:sp>
        <p:nvSpPr>
          <p:cNvPr id="26" name="Text 18"/>
          <p:cNvSpPr/>
          <p:nvPr/>
        </p:nvSpPr>
        <p:spPr>
          <a:xfrm>
            <a:off x="4071938" y="3330773"/>
            <a:ext cx="4500563" cy="6858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1A0D2E"/>
                </a:solidFill>
              </a:rPr>
              <a:t>바이러스 사태의 기획자이자 가속자입니다. 끝내 스스로를 실험 대상으로 삼아 환경에 즉각 반응하는 존재 '에코스'로 변이하며, 주인공에게 '누가 이 세계에 남을 자격이 있는가'를 강요하는 판정 장치로 군림합니다.</a:t>
            </a:r>
            <a:endParaRPr lang="en-US" sz="1050" dirty="0"/>
          </a:p>
        </p:txBody>
      </p:sp>
      <p:sp>
        <p:nvSpPr>
          <p:cNvPr id="27" name="Shape 19"/>
          <p:cNvSpPr/>
          <p:nvPr/>
        </p:nvSpPr>
        <p:spPr>
          <a:xfrm>
            <a:off x="3929063" y="4338042"/>
            <a:ext cx="974564" cy="289322"/>
          </a:xfrm>
          <a:prstGeom prst="rect">
            <a:avLst/>
          </a:prstGeom>
          <a:solidFill>
            <a:srgbClr val="1A0D2E"/>
          </a:solidFill>
          <a:ln w="18288">
            <a:solidFill>
              <a:srgbClr val="FF69B4"/>
            </a:solidFill>
            <a:prstDash val="solid"/>
          </a:ln>
        </p:spPr>
      </p:sp>
      <p:sp>
        <p:nvSpPr>
          <p:cNvPr id="28" name="Text 20"/>
          <p:cNvSpPr/>
          <p:nvPr/>
        </p:nvSpPr>
        <p:spPr>
          <a:xfrm>
            <a:off x="3929063" y="4338042"/>
            <a:ext cx="974564" cy="289322"/>
          </a:xfrm>
          <a:prstGeom prst="rect">
            <a:avLst/>
          </a:prstGeom>
          <a:noFill/>
          <a:ln/>
        </p:spPr>
        <p:txBody>
          <a:bodyPr wrap="square" lIns="127508" tIns="42545" rIns="127508" bIns="42545" rtlCol="0" anchor="t">
            <a:spAutoFit/>
          </a:bodyPr>
          <a:lstStyle/>
          <a:p>
            <a:pPr marL="0" indent="0" algn="l">
              <a:lnSpc>
                <a:spcPts val="1200"/>
              </a:lnSpc>
              <a:buNone/>
            </a:pPr>
            <a:r>
              <a:rPr lang="en-US" sz="942" dirty="0">
                <a:solidFill>
                  <a:srgbClr val="FF69B4"/>
                </a:solidFill>
              </a:rPr>
              <a:t>#신념의_집착</a:t>
            </a:r>
            <a:endParaRPr lang="en-US" sz="942" dirty="0"/>
          </a:p>
        </p:txBody>
      </p:sp>
      <p:sp>
        <p:nvSpPr>
          <p:cNvPr id="29" name="Shape 21"/>
          <p:cNvSpPr/>
          <p:nvPr/>
        </p:nvSpPr>
        <p:spPr>
          <a:xfrm>
            <a:off x="4946489" y="4338042"/>
            <a:ext cx="856273" cy="289322"/>
          </a:xfrm>
          <a:prstGeom prst="rect">
            <a:avLst/>
          </a:prstGeom>
          <a:solidFill>
            <a:srgbClr val="1A0D2E"/>
          </a:solidFill>
          <a:ln w="18288">
            <a:solidFill>
              <a:srgbClr val="FF69B4"/>
            </a:solidFill>
            <a:prstDash val="solid"/>
          </a:ln>
        </p:spPr>
      </p:sp>
      <p:sp>
        <p:nvSpPr>
          <p:cNvPr id="30" name="Text 22"/>
          <p:cNvSpPr/>
          <p:nvPr/>
        </p:nvSpPr>
        <p:spPr>
          <a:xfrm>
            <a:off x="4946489" y="4338042"/>
            <a:ext cx="856273" cy="289322"/>
          </a:xfrm>
          <a:prstGeom prst="rect">
            <a:avLst/>
          </a:prstGeom>
          <a:noFill/>
          <a:ln/>
        </p:spPr>
        <p:txBody>
          <a:bodyPr wrap="square" lIns="127508" tIns="42545" rIns="127508" bIns="42545" rtlCol="0" anchor="t">
            <a:spAutoFit/>
          </a:bodyPr>
          <a:lstStyle/>
          <a:p>
            <a:pPr marL="0" indent="0" algn="l">
              <a:lnSpc>
                <a:spcPts val="1200"/>
              </a:lnSpc>
              <a:buNone/>
            </a:pPr>
            <a:r>
              <a:rPr lang="en-US" sz="942" dirty="0">
                <a:solidFill>
                  <a:srgbClr val="FF69B4"/>
                </a:solidFill>
              </a:rPr>
              <a:t>#윤리_배제</a:t>
            </a:r>
            <a:endParaRPr lang="en-US" sz="942" dirty="0"/>
          </a:p>
        </p:txBody>
      </p:sp>
      <p:sp>
        <p:nvSpPr>
          <p:cNvPr id="31" name="Shape 23"/>
          <p:cNvSpPr/>
          <p:nvPr/>
        </p:nvSpPr>
        <p:spPr>
          <a:xfrm>
            <a:off x="5845625" y="4338042"/>
            <a:ext cx="1092854" cy="289322"/>
          </a:xfrm>
          <a:prstGeom prst="rect">
            <a:avLst/>
          </a:prstGeom>
          <a:solidFill>
            <a:srgbClr val="1A0D2E"/>
          </a:solidFill>
          <a:ln w="18288">
            <a:solidFill>
              <a:srgbClr val="FF69B4"/>
            </a:solidFill>
            <a:prstDash val="solid"/>
          </a:ln>
        </p:spPr>
      </p:sp>
      <p:sp>
        <p:nvSpPr>
          <p:cNvPr id="32" name="Text 24"/>
          <p:cNvSpPr/>
          <p:nvPr/>
        </p:nvSpPr>
        <p:spPr>
          <a:xfrm>
            <a:off x="5845625" y="4338042"/>
            <a:ext cx="1092854" cy="289322"/>
          </a:xfrm>
          <a:prstGeom prst="rect">
            <a:avLst/>
          </a:prstGeom>
          <a:noFill/>
          <a:ln/>
        </p:spPr>
        <p:txBody>
          <a:bodyPr wrap="square" lIns="127508" tIns="42545" rIns="127508" bIns="42545" rtlCol="0" anchor="t">
            <a:spAutoFit/>
          </a:bodyPr>
          <a:lstStyle/>
          <a:p>
            <a:pPr marL="0" indent="0" algn="l">
              <a:lnSpc>
                <a:spcPts val="1200"/>
              </a:lnSpc>
              <a:buNone/>
            </a:pPr>
            <a:r>
              <a:rPr lang="en-US" sz="942" dirty="0">
                <a:solidFill>
                  <a:srgbClr val="FF69B4"/>
                </a:solidFill>
              </a:rPr>
              <a:t>#시스템의_화신</a:t>
            </a:r>
            <a:endParaRPr lang="en-US" sz="942" dirty="0"/>
          </a:p>
        </p:txBody>
      </p:sp>
      <p:sp>
        <p:nvSpPr>
          <p:cNvPr id="33" name="Shape 25"/>
          <p:cNvSpPr/>
          <p:nvPr/>
        </p:nvSpPr>
        <p:spPr>
          <a:xfrm>
            <a:off x="6981341" y="4338042"/>
            <a:ext cx="974564" cy="289322"/>
          </a:xfrm>
          <a:prstGeom prst="rect">
            <a:avLst/>
          </a:prstGeom>
          <a:solidFill>
            <a:srgbClr val="1A0D2E"/>
          </a:solidFill>
          <a:ln w="18288">
            <a:solidFill>
              <a:srgbClr val="FF69B4"/>
            </a:solidFill>
            <a:prstDash val="solid"/>
          </a:ln>
        </p:spPr>
      </p:sp>
      <p:sp>
        <p:nvSpPr>
          <p:cNvPr id="34" name="Text 26"/>
          <p:cNvSpPr/>
          <p:nvPr/>
        </p:nvSpPr>
        <p:spPr>
          <a:xfrm>
            <a:off x="6981341" y="4338042"/>
            <a:ext cx="974564" cy="289322"/>
          </a:xfrm>
          <a:prstGeom prst="rect">
            <a:avLst/>
          </a:prstGeom>
          <a:noFill/>
          <a:ln/>
        </p:spPr>
        <p:txBody>
          <a:bodyPr wrap="square" lIns="127508" tIns="42545" rIns="127508" bIns="42545" rtlCol="0" anchor="t">
            <a:spAutoFit/>
          </a:bodyPr>
          <a:lstStyle/>
          <a:p>
            <a:pPr marL="0" indent="0" algn="l">
              <a:lnSpc>
                <a:spcPts val="1200"/>
              </a:lnSpc>
              <a:buNone/>
            </a:pPr>
            <a:r>
              <a:rPr lang="en-US" sz="942" dirty="0">
                <a:solidFill>
                  <a:srgbClr val="FF69B4"/>
                </a:solidFill>
              </a:rPr>
              <a:t>#최종_판정자</a:t>
            </a:r>
            <a:endParaRPr lang="en-US" sz="942"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3063469" cy="544711"/>
          </a:xfrm>
          <a:prstGeom prst="rect">
            <a:avLst/>
          </a:prstGeom>
          <a:solidFill>
            <a:srgbClr val="FFFFFF"/>
          </a:solidFill>
          <a:ln w="27432">
            <a:solidFill>
              <a:srgbClr val="000000"/>
            </a:solidFill>
            <a:prstDash val="solid"/>
          </a:ln>
        </p:spPr>
      </p:sp>
      <p:sp>
        <p:nvSpPr>
          <p:cNvPr id="4" name="Text 1"/>
          <p:cNvSpPr/>
          <p:nvPr/>
        </p:nvSpPr>
        <p:spPr>
          <a:xfrm>
            <a:off x="642938" y="342900"/>
            <a:ext cx="2577694"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설정: 악당 상세 (에코스)</a:t>
            </a:r>
            <a:endParaRPr lang="en-US" sz="1808" dirty="0"/>
          </a:p>
        </p:txBody>
      </p:sp>
      <p:sp>
        <p:nvSpPr>
          <p:cNvPr id="5" name="Shape 2"/>
          <p:cNvSpPr/>
          <p:nvPr/>
        </p:nvSpPr>
        <p:spPr>
          <a:xfrm>
            <a:off x="428625" y="987623"/>
            <a:ext cx="2857500" cy="1791295"/>
          </a:xfrm>
          <a:prstGeom prst="rect">
            <a:avLst/>
          </a:prstGeom>
          <a:solidFill>
            <a:srgbClr val="FF69B4">
              <a:alpha val="10000"/>
            </a:srgbClr>
          </a:solidFill>
          <a:ln w="27432">
            <a:solidFill>
              <a:srgbClr val="FF69B4"/>
            </a:solidFill>
            <a:prstDash val="solid"/>
          </a:ln>
        </p:spPr>
      </p:sp>
      <p:sp>
        <p:nvSpPr>
          <p:cNvPr id="6" name="Text 3"/>
          <p:cNvSpPr/>
          <p:nvPr/>
        </p:nvSpPr>
        <p:spPr>
          <a:xfrm>
            <a:off x="571500" y="1130498"/>
            <a:ext cx="2571750" cy="26431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69B4"/>
                </a:solidFill>
              </a:rPr>
              <a:t>1차 변이: 좀비화</a:t>
            </a:r>
            <a:endParaRPr lang="en-US" sz="1193" dirty="0"/>
          </a:p>
        </p:txBody>
      </p:sp>
      <p:pic>
        <p:nvPicPr>
          <p:cNvPr id="7" name="Image 1" descr="preencoded.png"/>
          <p:cNvPicPr>
            <a:picLocks noChangeAspect="1"/>
          </p:cNvPicPr>
          <p:nvPr/>
        </p:nvPicPr>
        <p:blipFill>
          <a:blip r:embed="rId4"/>
          <a:stretch>
            <a:fillRect/>
          </a:stretch>
        </p:blipFill>
        <p:spPr>
          <a:xfrm>
            <a:off x="1589484" y="1584127"/>
            <a:ext cx="535781" cy="428625"/>
          </a:xfrm>
          <a:prstGeom prst="rect">
            <a:avLst/>
          </a:prstGeom>
        </p:spPr>
      </p:pic>
      <p:sp>
        <p:nvSpPr>
          <p:cNvPr id="8" name="Text 4"/>
          <p:cNvSpPr/>
          <p:nvPr/>
        </p:nvSpPr>
        <p:spPr>
          <a:xfrm>
            <a:off x="571500" y="2193131"/>
            <a:ext cx="2571750"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FFFFFF"/>
                </a:solidFill>
              </a:rPr>
              <a:t>연구 가운을 유지한 인간형 상태. 이성을 잃고 신념에만 집착하는 공격적인 좀비의 모습.</a:t>
            </a:r>
            <a:endParaRPr lang="en-US" sz="942" dirty="0"/>
          </a:p>
        </p:txBody>
      </p:sp>
      <p:sp>
        <p:nvSpPr>
          <p:cNvPr id="9" name="Shape 5"/>
          <p:cNvSpPr/>
          <p:nvPr/>
        </p:nvSpPr>
        <p:spPr>
          <a:xfrm>
            <a:off x="428625" y="2864644"/>
            <a:ext cx="2857500" cy="1791295"/>
          </a:xfrm>
          <a:prstGeom prst="rect">
            <a:avLst/>
          </a:prstGeom>
          <a:solidFill>
            <a:srgbClr val="FF69B4">
              <a:alpha val="10000"/>
            </a:srgbClr>
          </a:solidFill>
          <a:ln w="27432">
            <a:solidFill>
              <a:srgbClr val="FF69B4"/>
            </a:solidFill>
            <a:prstDash val="solid"/>
          </a:ln>
        </p:spPr>
      </p:sp>
      <p:sp>
        <p:nvSpPr>
          <p:cNvPr id="10" name="Text 6"/>
          <p:cNvSpPr/>
          <p:nvPr/>
        </p:nvSpPr>
        <p:spPr>
          <a:xfrm>
            <a:off x="571500" y="3007519"/>
            <a:ext cx="2571750" cy="26431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69B4"/>
                </a:solidFill>
              </a:rPr>
              <a:t>2차 변이: 해골화</a:t>
            </a:r>
            <a:endParaRPr lang="en-US" sz="1193" dirty="0"/>
          </a:p>
        </p:txBody>
      </p:sp>
      <p:pic>
        <p:nvPicPr>
          <p:cNvPr id="11" name="Image 2" descr="preencoded.png"/>
          <p:cNvPicPr>
            <a:picLocks noChangeAspect="1"/>
          </p:cNvPicPr>
          <p:nvPr/>
        </p:nvPicPr>
        <p:blipFill>
          <a:blip r:embed="rId5"/>
          <a:stretch>
            <a:fillRect/>
          </a:stretch>
        </p:blipFill>
        <p:spPr>
          <a:xfrm>
            <a:off x="1643063" y="3461147"/>
            <a:ext cx="428625" cy="428625"/>
          </a:xfrm>
          <a:prstGeom prst="rect">
            <a:avLst/>
          </a:prstGeom>
        </p:spPr>
      </p:pic>
      <p:sp>
        <p:nvSpPr>
          <p:cNvPr id="12" name="Text 7"/>
          <p:cNvSpPr/>
          <p:nvPr/>
        </p:nvSpPr>
        <p:spPr>
          <a:xfrm>
            <a:off x="571500" y="4070152"/>
            <a:ext cx="2571750"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FFFFFF"/>
                </a:solidFill>
              </a:rPr>
              <a:t>인간의 형태를 벗어나 해골과 코어, 신경 구조가 노출된 기괴한 존재. 세계의 '판정 장치'로 각성.</a:t>
            </a:r>
            <a:endParaRPr lang="en-US" sz="942" dirty="0"/>
          </a:p>
        </p:txBody>
      </p:sp>
      <p:sp>
        <p:nvSpPr>
          <p:cNvPr id="13" name="Shape 8"/>
          <p:cNvSpPr/>
          <p:nvPr/>
        </p:nvSpPr>
        <p:spPr>
          <a:xfrm>
            <a:off x="3500438" y="987623"/>
            <a:ext cx="5214938" cy="742950"/>
          </a:xfrm>
          <a:prstGeom prst="rect">
            <a:avLst/>
          </a:prstGeom>
          <a:solidFill>
            <a:srgbClr val="FFFFFF">
              <a:alpha val="5000"/>
            </a:srgbClr>
          </a:solidFill>
          <a:ln w="27432">
            <a:solidFill>
              <a:srgbClr val="FFD700"/>
            </a:solidFill>
            <a:prstDash val="solid"/>
          </a:ln>
        </p:spPr>
      </p:sp>
      <p:sp>
        <p:nvSpPr>
          <p:cNvPr id="14" name="Shape 9"/>
          <p:cNvSpPr/>
          <p:nvPr/>
        </p:nvSpPr>
        <p:spPr>
          <a:xfrm>
            <a:off x="3607594" y="1094780"/>
            <a:ext cx="471488" cy="471488"/>
          </a:xfrm>
          <a:prstGeom prst="rect">
            <a:avLst/>
          </a:prstGeom>
          <a:solidFill>
            <a:srgbClr val="FFD700"/>
          </a:solidFill>
          <a:ln w="18288">
            <a:solidFill>
              <a:srgbClr val="000000"/>
            </a:solidFill>
            <a:prstDash val="solid"/>
          </a:ln>
        </p:spPr>
      </p:sp>
      <p:pic>
        <p:nvPicPr>
          <p:cNvPr id="15" name="Image 3" descr="preencoded.png"/>
          <p:cNvPicPr>
            <a:picLocks noChangeAspect="1"/>
          </p:cNvPicPr>
          <p:nvPr/>
        </p:nvPicPr>
        <p:blipFill>
          <a:blip r:embed="rId6"/>
          <a:stretch>
            <a:fillRect/>
          </a:stretch>
        </p:blipFill>
        <p:spPr>
          <a:xfrm>
            <a:off x="3714750" y="1201936"/>
            <a:ext cx="214313" cy="214313"/>
          </a:xfrm>
          <a:prstGeom prst="rect">
            <a:avLst/>
          </a:prstGeom>
        </p:spPr>
      </p:pic>
      <p:sp>
        <p:nvSpPr>
          <p:cNvPr id="16" name="Text 10"/>
          <p:cNvSpPr/>
          <p:nvPr/>
        </p:nvSpPr>
        <p:spPr>
          <a:xfrm>
            <a:off x="4179094" y="1094780"/>
            <a:ext cx="3637006" cy="226814"/>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700"/>
                </a:solidFill>
              </a:rPr>
              <a:t>반사 (Reflection)</a:t>
            </a:r>
            <a:endParaRPr lang="en-US" sz="1090" dirty="0"/>
          </a:p>
        </p:txBody>
      </p:sp>
      <p:sp>
        <p:nvSpPr>
          <p:cNvPr id="17" name="Text 11"/>
          <p:cNvSpPr/>
          <p:nvPr/>
        </p:nvSpPr>
        <p:spPr>
          <a:xfrm>
            <a:off x="4179094" y="1357313"/>
            <a:ext cx="3637006" cy="176808"/>
          </a:xfrm>
          <a:prstGeom prst="rect">
            <a:avLst/>
          </a:prstGeom>
          <a:noFill/>
          <a:ln/>
        </p:spPr>
        <p:txBody>
          <a:bodyPr wrap="none" lIns="0" tIns="0" rIns="0" bIns="0" rtlCol="0" anchor="t">
            <a:spAutoFit/>
          </a:bodyPr>
          <a:lstStyle/>
          <a:p>
            <a:pPr marL="0" indent="0" algn="l">
              <a:lnSpc>
                <a:spcPts val="1100"/>
              </a:lnSpc>
              <a:buNone/>
            </a:pPr>
            <a:r>
              <a:rPr lang="en-US" sz="888" dirty="0">
                <a:solidFill>
                  <a:srgbClr val="E0E0E0"/>
                </a:solidFill>
              </a:rPr>
              <a:t>플레이어의 공격을 일부 감소시켜 되돌려 보내는 방어형 공격 스킬입니다.</a:t>
            </a:r>
            <a:endParaRPr lang="en-US" sz="888" dirty="0"/>
          </a:p>
        </p:txBody>
      </p:sp>
      <p:sp>
        <p:nvSpPr>
          <p:cNvPr id="18" name="Shape 12"/>
          <p:cNvSpPr/>
          <p:nvPr/>
        </p:nvSpPr>
        <p:spPr>
          <a:xfrm>
            <a:off x="3500438" y="1748433"/>
            <a:ext cx="5214938" cy="742950"/>
          </a:xfrm>
          <a:prstGeom prst="rect">
            <a:avLst/>
          </a:prstGeom>
          <a:solidFill>
            <a:srgbClr val="FFFFFF">
              <a:alpha val="5000"/>
            </a:srgbClr>
          </a:solidFill>
          <a:ln w="27432">
            <a:solidFill>
              <a:srgbClr val="FFD700"/>
            </a:solidFill>
            <a:prstDash val="solid"/>
          </a:ln>
        </p:spPr>
      </p:sp>
      <p:sp>
        <p:nvSpPr>
          <p:cNvPr id="19" name="Shape 13"/>
          <p:cNvSpPr/>
          <p:nvPr/>
        </p:nvSpPr>
        <p:spPr>
          <a:xfrm>
            <a:off x="3607594" y="1855589"/>
            <a:ext cx="471488" cy="471488"/>
          </a:xfrm>
          <a:prstGeom prst="rect">
            <a:avLst/>
          </a:prstGeom>
          <a:solidFill>
            <a:srgbClr val="FFD700"/>
          </a:solidFill>
          <a:ln w="18288">
            <a:solidFill>
              <a:srgbClr val="000000"/>
            </a:solidFill>
            <a:prstDash val="solid"/>
          </a:ln>
        </p:spPr>
      </p:sp>
      <p:pic>
        <p:nvPicPr>
          <p:cNvPr id="20" name="Image 4" descr="preencoded.png"/>
          <p:cNvPicPr>
            <a:picLocks noChangeAspect="1"/>
          </p:cNvPicPr>
          <p:nvPr/>
        </p:nvPicPr>
        <p:blipFill>
          <a:blip r:embed="rId7"/>
          <a:stretch>
            <a:fillRect/>
          </a:stretch>
        </p:blipFill>
        <p:spPr>
          <a:xfrm>
            <a:off x="3728145" y="1962745"/>
            <a:ext cx="187523" cy="214313"/>
          </a:xfrm>
          <a:prstGeom prst="rect">
            <a:avLst/>
          </a:prstGeom>
        </p:spPr>
      </p:pic>
      <p:sp>
        <p:nvSpPr>
          <p:cNvPr id="21" name="Text 14"/>
          <p:cNvSpPr/>
          <p:nvPr/>
        </p:nvSpPr>
        <p:spPr>
          <a:xfrm>
            <a:off x="4179094" y="1855589"/>
            <a:ext cx="3861699" cy="226814"/>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700"/>
                </a:solidFill>
              </a:rPr>
              <a:t>조작 차단 (Control Lock)</a:t>
            </a:r>
            <a:endParaRPr lang="en-US" sz="1090" dirty="0"/>
          </a:p>
        </p:txBody>
      </p:sp>
      <p:sp>
        <p:nvSpPr>
          <p:cNvPr id="22" name="Text 15"/>
          <p:cNvSpPr/>
          <p:nvPr/>
        </p:nvSpPr>
        <p:spPr>
          <a:xfrm>
            <a:off x="4179094" y="2118122"/>
            <a:ext cx="3861699" cy="176808"/>
          </a:xfrm>
          <a:prstGeom prst="rect">
            <a:avLst/>
          </a:prstGeom>
          <a:noFill/>
          <a:ln/>
        </p:spPr>
        <p:txBody>
          <a:bodyPr wrap="none" lIns="0" tIns="0" rIns="0" bIns="0" rtlCol="0" anchor="t">
            <a:spAutoFit/>
          </a:bodyPr>
          <a:lstStyle/>
          <a:p>
            <a:pPr marL="0" indent="0" algn="l">
              <a:lnSpc>
                <a:spcPts val="1100"/>
              </a:lnSpc>
              <a:buNone/>
            </a:pPr>
            <a:r>
              <a:rPr lang="en-US" sz="888" dirty="0">
                <a:solidFill>
                  <a:srgbClr val="E0E0E0"/>
                </a:solidFill>
              </a:rPr>
              <a:t>전투 중 UI 접근을 봉쇄하여 아이템 사용 및 일시정지 메뉴를 막아 압박합니다.</a:t>
            </a:r>
            <a:endParaRPr lang="en-US" sz="888" dirty="0"/>
          </a:p>
        </p:txBody>
      </p:sp>
      <p:sp>
        <p:nvSpPr>
          <p:cNvPr id="23" name="Shape 16"/>
          <p:cNvSpPr/>
          <p:nvPr/>
        </p:nvSpPr>
        <p:spPr>
          <a:xfrm>
            <a:off x="3500438" y="2509242"/>
            <a:ext cx="5214938" cy="742950"/>
          </a:xfrm>
          <a:prstGeom prst="rect">
            <a:avLst/>
          </a:prstGeom>
          <a:solidFill>
            <a:srgbClr val="FFFFFF">
              <a:alpha val="5000"/>
            </a:srgbClr>
          </a:solidFill>
          <a:ln w="27432">
            <a:solidFill>
              <a:srgbClr val="FFD700"/>
            </a:solidFill>
            <a:prstDash val="solid"/>
          </a:ln>
        </p:spPr>
      </p:sp>
      <p:sp>
        <p:nvSpPr>
          <p:cNvPr id="24" name="Shape 17"/>
          <p:cNvSpPr/>
          <p:nvPr/>
        </p:nvSpPr>
        <p:spPr>
          <a:xfrm>
            <a:off x="3607594" y="2616398"/>
            <a:ext cx="471488" cy="471488"/>
          </a:xfrm>
          <a:prstGeom prst="rect">
            <a:avLst/>
          </a:prstGeom>
          <a:solidFill>
            <a:srgbClr val="FFD700"/>
          </a:solidFill>
          <a:ln w="18288">
            <a:solidFill>
              <a:srgbClr val="000000"/>
            </a:solidFill>
            <a:prstDash val="solid"/>
          </a:ln>
        </p:spPr>
      </p:sp>
      <p:pic>
        <p:nvPicPr>
          <p:cNvPr id="25" name="Image 5" descr="preencoded.png"/>
          <p:cNvPicPr>
            <a:picLocks noChangeAspect="1"/>
          </p:cNvPicPr>
          <p:nvPr/>
        </p:nvPicPr>
        <p:blipFill>
          <a:blip r:embed="rId8"/>
          <a:stretch>
            <a:fillRect/>
          </a:stretch>
        </p:blipFill>
        <p:spPr>
          <a:xfrm>
            <a:off x="3701355" y="2723555"/>
            <a:ext cx="241102" cy="214313"/>
          </a:xfrm>
          <a:prstGeom prst="rect">
            <a:avLst/>
          </a:prstGeom>
        </p:spPr>
      </p:pic>
      <p:sp>
        <p:nvSpPr>
          <p:cNvPr id="26" name="Text 18"/>
          <p:cNvSpPr/>
          <p:nvPr/>
        </p:nvSpPr>
        <p:spPr>
          <a:xfrm>
            <a:off x="4179094" y="2616398"/>
            <a:ext cx="3748739" cy="226814"/>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700"/>
                </a:solidFill>
              </a:rPr>
              <a:t>군집 소환 (Swarm)</a:t>
            </a:r>
            <a:endParaRPr lang="en-US" sz="1090" dirty="0"/>
          </a:p>
        </p:txBody>
      </p:sp>
      <p:sp>
        <p:nvSpPr>
          <p:cNvPr id="27" name="Text 19"/>
          <p:cNvSpPr/>
          <p:nvPr/>
        </p:nvSpPr>
        <p:spPr>
          <a:xfrm>
            <a:off x="4179094" y="2878931"/>
            <a:ext cx="3748739" cy="176808"/>
          </a:xfrm>
          <a:prstGeom prst="rect">
            <a:avLst/>
          </a:prstGeom>
          <a:noFill/>
          <a:ln/>
        </p:spPr>
        <p:txBody>
          <a:bodyPr wrap="none" lIns="0" tIns="0" rIns="0" bIns="0" rtlCol="0" anchor="t">
            <a:spAutoFit/>
          </a:bodyPr>
          <a:lstStyle/>
          <a:p>
            <a:pPr marL="0" indent="0" algn="l">
              <a:lnSpc>
                <a:spcPts val="1100"/>
              </a:lnSpc>
              <a:buNone/>
            </a:pPr>
            <a:r>
              <a:rPr lang="en-US" sz="888" dirty="0">
                <a:solidFill>
                  <a:srgbClr val="E0E0E0"/>
                </a:solidFill>
              </a:rPr>
              <a:t>변이 좀비 무리를 대량으로 소환하여 플레이어의 이동과 공격을 방해합니다.</a:t>
            </a:r>
            <a:endParaRPr lang="en-US" sz="888" dirty="0"/>
          </a:p>
        </p:txBody>
      </p:sp>
      <p:sp>
        <p:nvSpPr>
          <p:cNvPr id="28" name="Shape 20"/>
          <p:cNvSpPr/>
          <p:nvPr/>
        </p:nvSpPr>
        <p:spPr>
          <a:xfrm>
            <a:off x="3500438" y="3270052"/>
            <a:ext cx="5214938" cy="887611"/>
          </a:xfrm>
          <a:prstGeom prst="rect">
            <a:avLst/>
          </a:prstGeom>
          <a:solidFill>
            <a:srgbClr val="FFFFFF">
              <a:alpha val="5000"/>
            </a:srgbClr>
          </a:solidFill>
          <a:ln w="27432">
            <a:solidFill>
              <a:srgbClr val="FF69B4"/>
            </a:solidFill>
            <a:prstDash val="solid"/>
          </a:ln>
        </p:spPr>
      </p:sp>
      <p:sp>
        <p:nvSpPr>
          <p:cNvPr id="29" name="Shape 21"/>
          <p:cNvSpPr/>
          <p:nvPr/>
        </p:nvSpPr>
        <p:spPr>
          <a:xfrm>
            <a:off x="3607594" y="3377208"/>
            <a:ext cx="410989" cy="471488"/>
          </a:xfrm>
          <a:prstGeom prst="rect">
            <a:avLst/>
          </a:prstGeom>
          <a:solidFill>
            <a:srgbClr val="FF69B4"/>
          </a:solidFill>
          <a:ln w="18288">
            <a:solidFill>
              <a:srgbClr val="000000"/>
            </a:solidFill>
            <a:prstDash val="solid"/>
          </a:ln>
        </p:spPr>
      </p:sp>
      <p:pic>
        <p:nvPicPr>
          <p:cNvPr id="30" name="Image 6" descr="preencoded.png"/>
          <p:cNvPicPr>
            <a:picLocks noChangeAspect="1"/>
          </p:cNvPicPr>
          <p:nvPr/>
        </p:nvPicPr>
        <p:blipFill>
          <a:blip r:embed="rId9"/>
          <a:stretch>
            <a:fillRect/>
          </a:stretch>
        </p:blipFill>
        <p:spPr>
          <a:xfrm>
            <a:off x="3686119" y="3484364"/>
            <a:ext cx="214313" cy="214313"/>
          </a:xfrm>
          <a:prstGeom prst="rect">
            <a:avLst/>
          </a:prstGeom>
        </p:spPr>
      </p:pic>
      <p:sp>
        <p:nvSpPr>
          <p:cNvPr id="31" name="Text 22"/>
          <p:cNvSpPr/>
          <p:nvPr/>
        </p:nvSpPr>
        <p:spPr>
          <a:xfrm>
            <a:off x="4121860" y="3377208"/>
            <a:ext cx="4486359" cy="226814"/>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69B4"/>
                </a:solidFill>
              </a:rPr>
              <a:t>최종 판정 (Final Judgment)</a:t>
            </a:r>
            <a:endParaRPr lang="en-US" sz="1090" dirty="0"/>
          </a:p>
        </p:txBody>
      </p:sp>
      <p:sp>
        <p:nvSpPr>
          <p:cNvPr id="32" name="Text 23"/>
          <p:cNvSpPr/>
          <p:nvPr/>
        </p:nvSpPr>
        <p:spPr>
          <a:xfrm>
            <a:off x="4121860" y="3639741"/>
            <a:ext cx="4486359" cy="353616"/>
          </a:xfrm>
          <a:prstGeom prst="rect">
            <a:avLst/>
          </a:prstGeom>
          <a:noFill/>
          <a:ln/>
        </p:spPr>
        <p:txBody>
          <a:bodyPr wrap="square" lIns="0" tIns="0" rIns="0" bIns="0" rtlCol="0" anchor="t">
            <a:spAutoFit/>
          </a:bodyPr>
          <a:lstStyle/>
          <a:p>
            <a:pPr marL="0" indent="0" algn="l">
              <a:lnSpc>
                <a:spcPts val="1100"/>
              </a:lnSpc>
              <a:buNone/>
            </a:pPr>
            <a:r>
              <a:rPr lang="en-US" sz="888" dirty="0">
                <a:solidFill>
                  <a:srgbClr val="E0E0E0"/>
                </a:solidFill>
              </a:rPr>
              <a:t>플레이어의 HP를 1로 고정시키며, 이후 단 한 번의 피격으로도 즉사하게 만드는 극단적 긴장 구간입니다.</a:t>
            </a:r>
            <a:endParaRPr lang="en-US" sz="888"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889089" cy="544711"/>
          </a:xfrm>
          <a:prstGeom prst="rect">
            <a:avLst/>
          </a:prstGeom>
          <a:solidFill>
            <a:srgbClr val="FFFFFF"/>
          </a:solidFill>
          <a:ln w="27432">
            <a:solidFill>
              <a:srgbClr val="000000"/>
            </a:solidFill>
            <a:prstDash val="solid"/>
          </a:ln>
        </p:spPr>
      </p:sp>
      <p:sp>
        <p:nvSpPr>
          <p:cNvPr id="4" name="Text 1"/>
          <p:cNvSpPr/>
          <p:nvPr/>
        </p:nvSpPr>
        <p:spPr>
          <a:xfrm>
            <a:off x="642938" y="342900"/>
            <a:ext cx="2403314"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설정: 외형 및 게임화면</a:t>
            </a:r>
            <a:endParaRPr lang="en-US" sz="1808" dirty="0"/>
          </a:p>
        </p:txBody>
      </p:sp>
      <p:sp>
        <p:nvSpPr>
          <p:cNvPr id="5" name="Text 2"/>
          <p:cNvSpPr/>
          <p:nvPr/>
        </p:nvSpPr>
        <p:spPr>
          <a:xfrm>
            <a:off x="535781" y="987623"/>
            <a:ext cx="1281968" cy="289322"/>
          </a:xfrm>
          <a:prstGeom prst="rect">
            <a:avLst/>
          </a:prstGeom>
          <a:noFill/>
          <a:ln/>
        </p:spPr>
        <p:txBody>
          <a:bodyPr wrap="none" lIns="0" tIns="0" rIns="0" bIns="0" rtlCol="0" anchor="t">
            <a:spAutoFit/>
          </a:bodyPr>
          <a:lstStyle/>
          <a:p>
            <a:pPr marL="0" indent="0" algn="l">
              <a:lnSpc>
                <a:spcPts val="1900"/>
              </a:lnSpc>
              <a:buNone/>
            </a:pPr>
            <a:r>
              <a:rPr lang="en-US" sz="1486" dirty="0">
                <a:solidFill>
                  <a:srgbClr val="FFD700"/>
                </a:solidFill>
              </a:rPr>
              <a:t>전투 (Combat)</a:t>
            </a:r>
            <a:endParaRPr lang="en-US" sz="1486" dirty="0"/>
          </a:p>
        </p:txBody>
      </p:sp>
      <p:sp>
        <p:nvSpPr>
          <p:cNvPr id="6" name="Shape 3"/>
          <p:cNvSpPr/>
          <p:nvPr/>
        </p:nvSpPr>
        <p:spPr>
          <a:xfrm>
            <a:off x="428625" y="1519833"/>
            <a:ext cx="4086225" cy="2586038"/>
          </a:xfrm>
          <a:prstGeom prst="rect">
            <a:avLst/>
          </a:prstGeom>
          <a:solidFill>
            <a:srgbClr val="000000"/>
          </a:solidFill>
          <a:ln w="45720">
            <a:solidFill>
              <a:srgbClr val="FF69B4"/>
            </a:solidFill>
            <a:prstDash val="solid"/>
          </a:ln>
        </p:spPr>
      </p:sp>
      <p:sp>
        <p:nvSpPr>
          <p:cNvPr id="7" name="Shape 4"/>
          <p:cNvSpPr/>
          <p:nvPr/>
        </p:nvSpPr>
        <p:spPr>
          <a:xfrm>
            <a:off x="814388" y="1662708"/>
            <a:ext cx="3228975" cy="171450"/>
          </a:xfrm>
          <a:prstGeom prst="rect">
            <a:avLst/>
          </a:prstGeom>
          <a:solidFill>
            <a:srgbClr val="333333"/>
          </a:solidFill>
          <a:ln w="18288">
            <a:solidFill>
              <a:srgbClr val="FFFFFF"/>
            </a:solidFill>
            <a:prstDash val="solid"/>
          </a:ln>
        </p:spPr>
      </p:sp>
      <p:sp>
        <p:nvSpPr>
          <p:cNvPr id="8" name="Text 5"/>
          <p:cNvSpPr/>
          <p:nvPr/>
        </p:nvSpPr>
        <p:spPr>
          <a:xfrm>
            <a:off x="828675" y="1841302"/>
            <a:ext cx="1406621"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69B4"/>
                </a:solidFill>
              </a:rPr>
              <a:t>강성과 [에코스] - Phase 2</a:t>
            </a:r>
            <a:endParaRPr lang="en-US" sz="942" dirty="0"/>
          </a:p>
        </p:txBody>
      </p:sp>
      <p:pic>
        <p:nvPicPr>
          <p:cNvPr id="9" name="Image 1" descr="preencoded.png"/>
          <p:cNvPicPr>
            <a:picLocks noChangeAspect="1"/>
          </p:cNvPicPr>
          <p:nvPr/>
        </p:nvPicPr>
        <p:blipFill>
          <a:blip r:embed="rId4">
            <a:alphaModFix amt="50000"/>
          </a:blip>
          <a:stretch>
            <a:fillRect/>
          </a:stretch>
        </p:blipFill>
        <p:spPr>
          <a:xfrm>
            <a:off x="2027039" y="2412802"/>
            <a:ext cx="803672" cy="714375"/>
          </a:xfrm>
          <a:prstGeom prst="rect">
            <a:avLst/>
          </a:prstGeom>
        </p:spPr>
      </p:pic>
      <p:sp>
        <p:nvSpPr>
          <p:cNvPr id="10" name="Text 6"/>
          <p:cNvSpPr/>
          <p:nvPr/>
        </p:nvSpPr>
        <p:spPr>
          <a:xfrm>
            <a:off x="1942905" y="3732609"/>
            <a:ext cx="971941" cy="144661"/>
          </a:xfrm>
          <a:prstGeom prst="rect">
            <a:avLst/>
          </a:prstGeom>
          <a:noFill/>
          <a:ln/>
        </p:spPr>
        <p:txBody>
          <a:bodyPr wrap="none" lIns="0" tIns="0" rIns="0" bIns="0" rtlCol="0" anchor="t">
            <a:spAutoFit/>
          </a:bodyPr>
          <a:lstStyle/>
          <a:p>
            <a:pPr marL="0" indent="0" algn="l">
              <a:lnSpc>
                <a:spcPts val="900"/>
              </a:lnSpc>
              <a:buNone/>
            </a:pPr>
            <a:r>
              <a:rPr lang="en-US" sz="727" dirty="0">
                <a:solidFill>
                  <a:srgbClr val="FF69B4"/>
                </a:solidFill>
              </a:rPr>
              <a:t>[조작 차단] 상태 활성화</a:t>
            </a:r>
            <a:endParaRPr lang="en-US" sz="727" dirty="0"/>
          </a:p>
        </p:txBody>
      </p:sp>
      <p:sp>
        <p:nvSpPr>
          <p:cNvPr id="11" name="Shape 7"/>
          <p:cNvSpPr/>
          <p:nvPr/>
        </p:nvSpPr>
        <p:spPr>
          <a:xfrm>
            <a:off x="428625" y="4163020"/>
            <a:ext cx="4000500" cy="821531"/>
          </a:xfrm>
          <a:prstGeom prst="rect">
            <a:avLst/>
          </a:prstGeom>
          <a:solidFill>
            <a:srgbClr val="FFFFFF">
              <a:alpha val="5000"/>
            </a:srgbClr>
          </a:solidFill>
          <a:ln w="18288">
            <a:solidFill>
              <a:srgbClr val="FFD700"/>
            </a:solidFill>
            <a:prstDash val="dash"/>
          </a:ln>
        </p:spPr>
      </p:sp>
      <p:sp>
        <p:nvSpPr>
          <p:cNvPr id="12" name="Text 8"/>
          <p:cNvSpPr/>
          <p:nvPr/>
        </p:nvSpPr>
        <p:spPr>
          <a:xfrm>
            <a:off x="428625" y="4163020"/>
            <a:ext cx="4000500" cy="821531"/>
          </a:xfrm>
          <a:prstGeom prst="rect">
            <a:avLst/>
          </a:prstGeom>
          <a:noFill/>
          <a:ln/>
        </p:spPr>
        <p:txBody>
          <a:bodyPr wrap="square" lIns="127508" tIns="127508" rIns="127508" bIns="127508" rtlCol="0" anchor="t">
            <a:spAutoFit/>
          </a:bodyPr>
          <a:lstStyle/>
          <a:p>
            <a:pPr marL="0" indent="0" algn="l">
              <a:lnSpc>
                <a:spcPts val="1500"/>
              </a:lnSpc>
              <a:buNone/>
            </a:pPr>
            <a:r>
              <a:rPr lang="en-US" sz="885" b="1" dirty="0">
                <a:solidFill>
                  <a:srgbClr val="FFD700"/>
                </a:solidFill>
              </a:rPr>
              <a:t>보스전 연출:</a:t>
            </a:r>
            <a:r>
              <a:rPr lang="en-US" sz="942" dirty="0">
                <a:solidFill>
                  <a:srgbClr val="FFFFFF"/>
                </a:solidFill>
              </a:rPr>
              <a:t> 반사, 조작 차단, 군집 소환 등 플레이어를 압박하는 </a:t>
            </a:r>
            <a:r>
              <a:rPr lang="en-US" sz="885" b="1" dirty="0">
                <a:solidFill>
                  <a:srgbClr val="FFD700"/>
                </a:solidFill>
              </a:rPr>
              <a:t>강렬한 시각 효과</a:t>
            </a:r>
            <a:r>
              <a:rPr lang="en-US" sz="942" dirty="0">
                <a:solidFill>
                  <a:srgbClr val="FFFFFF"/>
                </a:solidFill>
              </a:rPr>
              <a:t>를 제공합니다. 최종 국면에서는 화면 전체가 붉게 점멸하며 긴장감을 극대화합니다.</a:t>
            </a:r>
            <a:endParaRPr lang="en-US" sz="885" dirty="0"/>
          </a:p>
        </p:txBody>
      </p:sp>
      <p:pic>
        <p:nvPicPr>
          <p:cNvPr id="13" name="Image 2" descr="preencoded.png"/>
          <p:cNvPicPr>
            <a:picLocks noChangeAspect="1"/>
          </p:cNvPicPr>
          <p:nvPr/>
        </p:nvPicPr>
        <p:blipFill>
          <a:blip r:embed="rId5"/>
          <a:stretch>
            <a:fillRect/>
          </a:stretch>
        </p:blipFill>
        <p:spPr>
          <a:xfrm>
            <a:off x="4714875" y="1032272"/>
            <a:ext cx="200025" cy="200025"/>
          </a:xfrm>
          <a:prstGeom prst="rect">
            <a:avLst/>
          </a:prstGeom>
        </p:spPr>
      </p:pic>
      <p:sp>
        <p:nvSpPr>
          <p:cNvPr id="14" name="Text 9"/>
          <p:cNvSpPr/>
          <p:nvPr/>
        </p:nvSpPr>
        <p:spPr>
          <a:xfrm>
            <a:off x="5022056" y="987623"/>
            <a:ext cx="1137168" cy="289322"/>
          </a:xfrm>
          <a:prstGeom prst="rect">
            <a:avLst/>
          </a:prstGeom>
          <a:noFill/>
          <a:ln/>
        </p:spPr>
        <p:txBody>
          <a:bodyPr wrap="none" lIns="0" tIns="0" rIns="0" bIns="0" rtlCol="0" anchor="t">
            <a:spAutoFit/>
          </a:bodyPr>
          <a:lstStyle/>
          <a:p>
            <a:pPr marL="0" indent="0" algn="l">
              <a:lnSpc>
                <a:spcPts val="1900"/>
              </a:lnSpc>
              <a:buNone/>
            </a:pPr>
            <a:r>
              <a:rPr lang="en-US" sz="1486" dirty="0">
                <a:solidFill>
                  <a:srgbClr val="FFD700"/>
                </a:solidFill>
              </a:rPr>
              <a:t>퍼즐 (Puzzle)</a:t>
            </a:r>
            <a:endParaRPr lang="en-US" sz="1486" dirty="0"/>
          </a:p>
        </p:txBody>
      </p:sp>
      <p:sp>
        <p:nvSpPr>
          <p:cNvPr id="15" name="Shape 10"/>
          <p:cNvSpPr/>
          <p:nvPr/>
        </p:nvSpPr>
        <p:spPr>
          <a:xfrm>
            <a:off x="4714875" y="1519833"/>
            <a:ext cx="4086225" cy="2586038"/>
          </a:xfrm>
          <a:prstGeom prst="rect">
            <a:avLst/>
          </a:prstGeom>
          <a:solidFill>
            <a:srgbClr val="000000"/>
          </a:solidFill>
          <a:ln w="45720">
            <a:solidFill>
              <a:srgbClr val="00CED1"/>
            </a:solidFill>
            <a:prstDash val="solid"/>
          </a:ln>
        </p:spPr>
        <p:txBody>
          <a:bodyPr/>
          <a:lstStyle/>
          <a:p>
            <a:endParaRPr lang="ko-KR" altLang="en-US"/>
          </a:p>
        </p:txBody>
      </p:sp>
      <p:sp>
        <p:nvSpPr>
          <p:cNvPr id="16" name="Shape 11"/>
          <p:cNvSpPr/>
          <p:nvPr/>
        </p:nvSpPr>
        <p:spPr>
          <a:xfrm>
            <a:off x="5936456" y="2109192"/>
            <a:ext cx="471488" cy="471488"/>
          </a:xfrm>
          <a:prstGeom prst="rect">
            <a:avLst/>
          </a:prstGeom>
          <a:solidFill>
            <a:srgbClr val="00CED1">
              <a:alpha val="20000"/>
            </a:srgbClr>
          </a:solidFill>
          <a:ln w="18288">
            <a:solidFill>
              <a:srgbClr val="00CED1"/>
            </a:solidFill>
            <a:prstDash val="solid"/>
          </a:ln>
        </p:spPr>
      </p:sp>
      <p:pic>
        <p:nvPicPr>
          <p:cNvPr id="17" name="Image 3" descr="preencoded.png"/>
          <p:cNvPicPr>
            <a:picLocks noChangeAspect="1"/>
          </p:cNvPicPr>
          <p:nvPr/>
        </p:nvPicPr>
        <p:blipFill>
          <a:blip r:embed="rId6"/>
          <a:stretch>
            <a:fillRect/>
          </a:stretch>
        </p:blipFill>
        <p:spPr>
          <a:xfrm>
            <a:off x="6065044" y="2237780"/>
            <a:ext cx="171450" cy="171450"/>
          </a:xfrm>
          <a:prstGeom prst="rect">
            <a:avLst/>
          </a:prstGeom>
        </p:spPr>
      </p:pic>
      <p:sp>
        <p:nvSpPr>
          <p:cNvPr id="18" name="Shape 12"/>
          <p:cNvSpPr/>
          <p:nvPr/>
        </p:nvSpPr>
        <p:spPr>
          <a:xfrm>
            <a:off x="6479381" y="2109192"/>
            <a:ext cx="471488" cy="471488"/>
          </a:xfrm>
          <a:prstGeom prst="rect">
            <a:avLst/>
          </a:prstGeom>
          <a:solidFill>
            <a:srgbClr val="00CED1"/>
          </a:solidFill>
          <a:ln w="18288">
            <a:solidFill>
              <a:srgbClr val="00CED1"/>
            </a:solidFill>
            <a:prstDash val="solid"/>
          </a:ln>
        </p:spPr>
      </p:sp>
      <p:pic>
        <p:nvPicPr>
          <p:cNvPr id="19" name="Image 4" descr="preencoded.png"/>
          <p:cNvPicPr>
            <a:picLocks noChangeAspect="1"/>
          </p:cNvPicPr>
          <p:nvPr/>
        </p:nvPicPr>
        <p:blipFill>
          <a:blip r:embed="rId7"/>
          <a:stretch>
            <a:fillRect/>
          </a:stretch>
        </p:blipFill>
        <p:spPr>
          <a:xfrm>
            <a:off x="6597253" y="2237780"/>
            <a:ext cx="192881" cy="171450"/>
          </a:xfrm>
          <a:prstGeom prst="rect">
            <a:avLst/>
          </a:prstGeom>
        </p:spPr>
      </p:pic>
      <p:sp>
        <p:nvSpPr>
          <p:cNvPr id="20" name="Shape 13"/>
          <p:cNvSpPr/>
          <p:nvPr/>
        </p:nvSpPr>
        <p:spPr>
          <a:xfrm>
            <a:off x="7022306" y="2109192"/>
            <a:ext cx="471488" cy="471488"/>
          </a:xfrm>
          <a:prstGeom prst="rect">
            <a:avLst/>
          </a:prstGeom>
          <a:solidFill>
            <a:srgbClr val="00CED1">
              <a:alpha val="20000"/>
            </a:srgbClr>
          </a:solidFill>
          <a:ln w="18288">
            <a:solidFill>
              <a:srgbClr val="00CED1"/>
            </a:solidFill>
            <a:prstDash val="solid"/>
          </a:ln>
        </p:spPr>
      </p:sp>
      <p:pic>
        <p:nvPicPr>
          <p:cNvPr id="21" name="Image 5" descr="preencoded.png"/>
          <p:cNvPicPr>
            <a:picLocks noChangeAspect="1"/>
          </p:cNvPicPr>
          <p:nvPr/>
        </p:nvPicPr>
        <p:blipFill>
          <a:blip r:embed="rId8"/>
          <a:stretch>
            <a:fillRect/>
          </a:stretch>
        </p:blipFill>
        <p:spPr>
          <a:xfrm>
            <a:off x="7150894" y="2259211"/>
            <a:ext cx="171450" cy="171450"/>
          </a:xfrm>
          <a:prstGeom prst="rect">
            <a:avLst/>
          </a:prstGeom>
        </p:spPr>
      </p:pic>
      <p:sp>
        <p:nvSpPr>
          <p:cNvPr id="22" name="Shape 14"/>
          <p:cNvSpPr/>
          <p:nvPr/>
        </p:nvSpPr>
        <p:spPr>
          <a:xfrm>
            <a:off x="5936456" y="2630686"/>
            <a:ext cx="471488" cy="471488"/>
          </a:xfrm>
          <a:prstGeom prst="rect">
            <a:avLst/>
          </a:prstGeom>
          <a:solidFill>
            <a:srgbClr val="00CED1">
              <a:alpha val="20000"/>
            </a:srgbClr>
          </a:solidFill>
          <a:ln w="18288">
            <a:solidFill>
              <a:srgbClr val="00CED1"/>
            </a:solidFill>
            <a:prstDash val="solid"/>
          </a:ln>
        </p:spPr>
      </p:sp>
      <p:pic>
        <p:nvPicPr>
          <p:cNvPr id="23" name="Image 6" descr="preencoded.png"/>
          <p:cNvPicPr>
            <a:picLocks noChangeAspect="1"/>
          </p:cNvPicPr>
          <p:nvPr/>
        </p:nvPicPr>
        <p:blipFill>
          <a:blip r:embed="rId9"/>
          <a:stretch>
            <a:fillRect/>
          </a:stretch>
        </p:blipFill>
        <p:spPr>
          <a:xfrm>
            <a:off x="6086475" y="2759273"/>
            <a:ext cx="128588" cy="171450"/>
          </a:xfrm>
          <a:prstGeom prst="rect">
            <a:avLst/>
          </a:prstGeom>
        </p:spPr>
      </p:pic>
      <p:sp>
        <p:nvSpPr>
          <p:cNvPr id="24" name="Shape 15"/>
          <p:cNvSpPr/>
          <p:nvPr/>
        </p:nvSpPr>
        <p:spPr>
          <a:xfrm>
            <a:off x="6479381" y="2630686"/>
            <a:ext cx="471488" cy="471488"/>
          </a:xfrm>
          <a:prstGeom prst="rect">
            <a:avLst/>
          </a:prstGeom>
          <a:solidFill>
            <a:srgbClr val="00CED1">
              <a:alpha val="20000"/>
            </a:srgbClr>
          </a:solidFill>
          <a:ln w="18288">
            <a:solidFill>
              <a:srgbClr val="00CED1"/>
            </a:solidFill>
            <a:prstDash val="solid"/>
          </a:ln>
        </p:spPr>
      </p:sp>
      <p:pic>
        <p:nvPicPr>
          <p:cNvPr id="25" name="Image 7" descr="preencoded.png"/>
          <p:cNvPicPr>
            <a:picLocks noChangeAspect="1"/>
          </p:cNvPicPr>
          <p:nvPr/>
        </p:nvPicPr>
        <p:blipFill>
          <a:blip r:embed="rId10"/>
          <a:stretch>
            <a:fillRect/>
          </a:stretch>
        </p:blipFill>
        <p:spPr>
          <a:xfrm>
            <a:off x="6607969" y="2759273"/>
            <a:ext cx="171450" cy="171450"/>
          </a:xfrm>
          <a:prstGeom prst="rect">
            <a:avLst/>
          </a:prstGeom>
        </p:spPr>
      </p:pic>
      <p:sp>
        <p:nvSpPr>
          <p:cNvPr id="26" name="Shape 16"/>
          <p:cNvSpPr/>
          <p:nvPr/>
        </p:nvSpPr>
        <p:spPr>
          <a:xfrm>
            <a:off x="7022306" y="2630686"/>
            <a:ext cx="471488" cy="471488"/>
          </a:xfrm>
          <a:prstGeom prst="rect">
            <a:avLst/>
          </a:prstGeom>
          <a:solidFill>
            <a:srgbClr val="00CED1">
              <a:alpha val="20000"/>
            </a:srgbClr>
          </a:solidFill>
          <a:ln w="18288">
            <a:solidFill>
              <a:srgbClr val="00CED1"/>
            </a:solidFill>
            <a:prstDash val="solid"/>
          </a:ln>
        </p:spPr>
      </p:sp>
      <p:pic>
        <p:nvPicPr>
          <p:cNvPr id="27" name="Image 8" descr="preencoded.png"/>
          <p:cNvPicPr>
            <a:picLocks noChangeAspect="1"/>
          </p:cNvPicPr>
          <p:nvPr/>
        </p:nvPicPr>
        <p:blipFill>
          <a:blip r:embed="rId11"/>
          <a:stretch>
            <a:fillRect/>
          </a:stretch>
        </p:blipFill>
        <p:spPr>
          <a:xfrm>
            <a:off x="7118747" y="2780705"/>
            <a:ext cx="192881" cy="171450"/>
          </a:xfrm>
          <a:prstGeom prst="rect">
            <a:avLst/>
          </a:prstGeom>
        </p:spPr>
      </p:pic>
      <p:sp>
        <p:nvSpPr>
          <p:cNvPr id="28" name="Text 17"/>
          <p:cNvSpPr/>
          <p:nvPr/>
        </p:nvSpPr>
        <p:spPr>
          <a:xfrm>
            <a:off x="5971701" y="3223617"/>
            <a:ext cx="1486821" cy="164306"/>
          </a:xfrm>
          <a:prstGeom prst="rect">
            <a:avLst/>
          </a:prstGeom>
          <a:noFill/>
          <a:ln/>
        </p:spPr>
        <p:txBody>
          <a:bodyPr wrap="none" lIns="0" tIns="0" rIns="0" bIns="0" rtlCol="0" anchor="t">
            <a:spAutoFit/>
          </a:bodyPr>
          <a:lstStyle/>
          <a:p>
            <a:pPr marL="0" indent="0" algn="l">
              <a:lnSpc>
                <a:spcPts val="1100"/>
              </a:lnSpc>
              <a:buNone/>
            </a:pPr>
            <a:r>
              <a:rPr lang="en-US" sz="834" dirty="0">
                <a:solidFill>
                  <a:srgbClr val="00CED1"/>
                </a:solidFill>
              </a:rPr>
              <a:t>회로를 연결하여 문을 여십시오.</a:t>
            </a:r>
            <a:endParaRPr lang="en-US" sz="834" dirty="0"/>
          </a:p>
        </p:txBody>
      </p:sp>
      <p:sp>
        <p:nvSpPr>
          <p:cNvPr id="29" name="Shape 18"/>
          <p:cNvSpPr/>
          <p:nvPr/>
        </p:nvSpPr>
        <p:spPr>
          <a:xfrm>
            <a:off x="4714875" y="4163020"/>
            <a:ext cx="4000500" cy="821531"/>
          </a:xfrm>
          <a:prstGeom prst="rect">
            <a:avLst/>
          </a:prstGeom>
          <a:solidFill>
            <a:srgbClr val="FFFFFF">
              <a:alpha val="5000"/>
            </a:srgbClr>
          </a:solidFill>
          <a:ln w="18288">
            <a:solidFill>
              <a:srgbClr val="FFD700"/>
            </a:solidFill>
            <a:prstDash val="dash"/>
          </a:ln>
        </p:spPr>
      </p:sp>
      <p:sp>
        <p:nvSpPr>
          <p:cNvPr id="30" name="Text 19"/>
          <p:cNvSpPr/>
          <p:nvPr/>
        </p:nvSpPr>
        <p:spPr>
          <a:xfrm>
            <a:off x="4714875" y="4163020"/>
            <a:ext cx="4000500" cy="821531"/>
          </a:xfrm>
          <a:prstGeom prst="rect">
            <a:avLst/>
          </a:prstGeom>
          <a:noFill/>
          <a:ln/>
        </p:spPr>
        <p:txBody>
          <a:bodyPr wrap="square" lIns="127508" tIns="127508" rIns="127508" bIns="127508" rtlCol="0" anchor="t">
            <a:spAutoFit/>
          </a:bodyPr>
          <a:lstStyle/>
          <a:p>
            <a:pPr marL="0" indent="0" algn="l">
              <a:lnSpc>
                <a:spcPts val="1500"/>
              </a:lnSpc>
              <a:buNone/>
            </a:pPr>
            <a:r>
              <a:rPr lang="en-US" sz="885" b="1" dirty="0">
                <a:solidFill>
                  <a:srgbClr val="FFD700"/>
                </a:solidFill>
              </a:rPr>
              <a:t>퍼즐 연출:</a:t>
            </a:r>
            <a:r>
              <a:rPr lang="en-US" sz="942" dirty="0">
                <a:solidFill>
                  <a:srgbClr val="FFFFFF"/>
                </a:solidFill>
              </a:rPr>
              <a:t> 관찰과 순서 맞추기 중심의 </a:t>
            </a:r>
            <a:r>
              <a:rPr lang="en-US" sz="885" b="1" dirty="0">
                <a:solidFill>
                  <a:srgbClr val="FFD700"/>
                </a:solidFill>
              </a:rPr>
              <a:t>정적인 인터페이스</a:t>
            </a:r>
            <a:r>
              <a:rPr lang="en-US" sz="942" dirty="0">
                <a:solidFill>
                  <a:srgbClr val="FFFFFF"/>
                </a:solidFill>
              </a:rPr>
              <a:t>를 제공합니다. 성공 시 청록색 빛이 흐르는 연출을 통해 플레이어에게 성취감을 전달합니다.</a:t>
            </a:r>
            <a:endParaRPr lang="en-US" sz="88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1808959" cy="544711"/>
          </a:xfrm>
          <a:prstGeom prst="rect">
            <a:avLst/>
          </a:prstGeom>
          <a:solidFill>
            <a:srgbClr val="FFFFFF"/>
          </a:solidFill>
          <a:ln w="27432">
            <a:solidFill>
              <a:srgbClr val="000000"/>
            </a:solidFill>
            <a:prstDash val="solid"/>
          </a:ln>
        </p:spPr>
      </p:sp>
      <p:sp>
        <p:nvSpPr>
          <p:cNvPr id="4" name="Text 1"/>
          <p:cNvSpPr/>
          <p:nvPr/>
        </p:nvSpPr>
        <p:spPr>
          <a:xfrm>
            <a:off x="642938" y="342900"/>
            <a:ext cx="1323184"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설정: 아이템</a:t>
            </a:r>
            <a:endParaRPr lang="en-US" sz="1808" dirty="0"/>
          </a:p>
        </p:txBody>
      </p:sp>
      <p:sp>
        <p:nvSpPr>
          <p:cNvPr id="5" name="Shape 2"/>
          <p:cNvSpPr/>
          <p:nvPr/>
        </p:nvSpPr>
        <p:spPr>
          <a:xfrm>
            <a:off x="285750" y="1130498"/>
            <a:ext cx="1935510" cy="3200400"/>
          </a:xfrm>
          <a:prstGeom prst="rect">
            <a:avLst/>
          </a:prstGeom>
          <a:solidFill>
            <a:srgbClr val="FFFFFF">
              <a:alpha val="5000"/>
            </a:srgbClr>
          </a:solidFill>
          <a:ln w="27432">
            <a:solidFill>
              <a:srgbClr val="00CED1"/>
            </a:solidFill>
            <a:prstDash val="solid"/>
          </a:ln>
        </p:spPr>
      </p:sp>
      <p:sp>
        <p:nvSpPr>
          <p:cNvPr id="6" name="Shape 3"/>
          <p:cNvSpPr/>
          <p:nvPr/>
        </p:nvSpPr>
        <p:spPr>
          <a:xfrm>
            <a:off x="428625" y="987623"/>
            <a:ext cx="781543" cy="308967"/>
          </a:xfrm>
          <a:prstGeom prst="rect">
            <a:avLst/>
          </a:prstGeom>
          <a:solidFill>
            <a:srgbClr val="00CED1"/>
          </a:solidFill>
          <a:ln w="18288">
            <a:solidFill>
              <a:srgbClr val="000000"/>
            </a:solidFill>
            <a:prstDash val="solid"/>
          </a:ln>
        </p:spPr>
      </p:sp>
      <p:sp>
        <p:nvSpPr>
          <p:cNvPr id="7" name="Text 4"/>
          <p:cNvSpPr/>
          <p:nvPr/>
        </p:nvSpPr>
        <p:spPr>
          <a:xfrm>
            <a:off x="428625" y="987623"/>
            <a:ext cx="781543" cy="308967"/>
          </a:xfrm>
          <a:prstGeom prst="rect">
            <a:avLst/>
          </a:prstGeom>
          <a:noFill/>
          <a:ln/>
        </p:spPr>
        <p:txBody>
          <a:bodyPr wrap="square" lIns="127508" tIns="42545" rIns="127508" bIns="42545" rtlCol="0" anchor="t">
            <a:spAutoFit/>
          </a:bodyPr>
          <a:lstStyle/>
          <a:p>
            <a:pPr marL="0" indent="0" algn="l">
              <a:lnSpc>
                <a:spcPts val="1400"/>
              </a:lnSpc>
              <a:buNone/>
            </a:pPr>
            <a:r>
              <a:rPr lang="en-US" sz="1050" dirty="0">
                <a:solidFill>
                  <a:srgbClr val="1A0D2E"/>
                </a:solidFill>
              </a:rPr>
              <a:t>STEP 01</a:t>
            </a:r>
            <a:endParaRPr lang="en-US" sz="1050" dirty="0"/>
          </a:p>
        </p:txBody>
      </p:sp>
      <p:pic>
        <p:nvPicPr>
          <p:cNvPr id="8" name="Image 1" descr="preencoded.png"/>
          <p:cNvPicPr>
            <a:picLocks noChangeAspect="1"/>
          </p:cNvPicPr>
          <p:nvPr/>
        </p:nvPicPr>
        <p:blipFill>
          <a:blip r:embed="rId4"/>
          <a:stretch>
            <a:fillRect/>
          </a:stretch>
        </p:blipFill>
        <p:spPr>
          <a:xfrm>
            <a:off x="964183" y="1416248"/>
            <a:ext cx="535781" cy="428625"/>
          </a:xfrm>
          <a:prstGeom prst="rect">
            <a:avLst/>
          </a:prstGeom>
        </p:spPr>
      </p:pic>
      <p:sp>
        <p:nvSpPr>
          <p:cNvPr id="9" name="Text 5"/>
          <p:cNvSpPr/>
          <p:nvPr/>
        </p:nvSpPr>
        <p:spPr>
          <a:xfrm>
            <a:off x="428625" y="1987748"/>
            <a:ext cx="1606897" cy="335756"/>
          </a:xfrm>
          <a:prstGeom prst="rect">
            <a:avLst/>
          </a:prstGeom>
          <a:noFill/>
          <a:ln/>
        </p:spPr>
        <p:txBody>
          <a:bodyPr wrap="square" lIns="0" tIns="0" rIns="0" bIns="85090" rtlCol="0" anchor="t">
            <a:spAutoFit/>
          </a:bodyPr>
          <a:lstStyle/>
          <a:p>
            <a:pPr marL="0" indent="0" algn="ctr">
              <a:lnSpc>
                <a:spcPts val="1600"/>
              </a:lnSpc>
              <a:buNone/>
            </a:pPr>
            <a:r>
              <a:rPr lang="en-US" sz="1193" b="1" dirty="0">
                <a:solidFill>
                  <a:srgbClr val="FFD700"/>
                </a:solidFill>
              </a:rPr>
              <a:t>아이템 습득</a:t>
            </a:r>
            <a:endParaRPr lang="en-US" sz="1193" dirty="0"/>
          </a:p>
        </p:txBody>
      </p:sp>
      <p:sp>
        <p:nvSpPr>
          <p:cNvPr id="10" name="Text 6"/>
          <p:cNvSpPr/>
          <p:nvPr/>
        </p:nvSpPr>
        <p:spPr>
          <a:xfrm>
            <a:off x="547976" y="2430661"/>
            <a:ext cx="1368196" cy="617153"/>
          </a:xfrm>
          <a:prstGeom prst="rect">
            <a:avLst/>
          </a:prstGeom>
          <a:noFill/>
          <a:ln/>
        </p:spPr>
        <p:txBody>
          <a:bodyPr wrap="square" lIns="0" tIns="0" rIns="0" bIns="0" rtlCol="0" anchor="t">
            <a:spAutoFit/>
          </a:bodyPr>
          <a:lstStyle/>
          <a:p>
            <a:pPr marL="0" indent="0" algn="ctr">
              <a:lnSpc>
                <a:spcPts val="1600"/>
              </a:lnSpc>
              <a:buNone/>
            </a:pPr>
            <a:r>
              <a:rPr lang="en-US" sz="942" dirty="0">
                <a:solidFill>
                  <a:srgbClr val="E0E0E0"/>
                </a:solidFill>
              </a:rPr>
              <a:t>에코스가 사라진 자리에서
</a:t>
            </a:r>
            <a:r>
              <a:rPr lang="en-US" sz="885" b="1" dirty="0">
                <a:solidFill>
                  <a:srgbClr val="E0E0E0"/>
                </a:solidFill>
              </a:rPr>
              <a:t>'주인공을 닮은 피규어'</a:t>
            </a:r>
            <a:r>
              <a:rPr lang="en-US" sz="942" dirty="0">
                <a:solidFill>
                  <a:srgbClr val="E0E0E0"/>
                </a:solidFill>
              </a:rPr>
              <a:t>를
 발견합니다.</a:t>
            </a:r>
            <a:endParaRPr lang="en-US" sz="942" dirty="0"/>
          </a:p>
        </p:txBody>
      </p:sp>
      <p:pic>
        <p:nvPicPr>
          <p:cNvPr id="11" name="Image 2" descr="preencoded.png"/>
          <p:cNvPicPr>
            <a:picLocks noChangeAspect="1"/>
          </p:cNvPicPr>
          <p:nvPr/>
        </p:nvPicPr>
        <p:blipFill>
          <a:blip r:embed="rId5"/>
          <a:stretch>
            <a:fillRect/>
          </a:stretch>
        </p:blipFill>
        <p:spPr>
          <a:xfrm>
            <a:off x="2249835" y="2416373"/>
            <a:ext cx="133945" cy="214313"/>
          </a:xfrm>
          <a:prstGeom prst="rect">
            <a:avLst/>
          </a:prstGeom>
        </p:spPr>
      </p:pic>
      <p:sp>
        <p:nvSpPr>
          <p:cNvPr id="12" name="Shape 7"/>
          <p:cNvSpPr/>
          <p:nvPr/>
        </p:nvSpPr>
        <p:spPr>
          <a:xfrm>
            <a:off x="2455218" y="1130498"/>
            <a:ext cx="1949797" cy="3200400"/>
          </a:xfrm>
          <a:prstGeom prst="rect">
            <a:avLst/>
          </a:prstGeom>
          <a:solidFill>
            <a:srgbClr val="FFD700">
              <a:alpha val="5000"/>
            </a:srgbClr>
          </a:solidFill>
          <a:ln w="27432">
            <a:solidFill>
              <a:srgbClr val="FFD700"/>
            </a:solidFill>
            <a:prstDash val="solid"/>
          </a:ln>
        </p:spPr>
      </p:sp>
      <p:sp>
        <p:nvSpPr>
          <p:cNvPr id="13" name="Shape 8"/>
          <p:cNvSpPr/>
          <p:nvPr/>
        </p:nvSpPr>
        <p:spPr>
          <a:xfrm>
            <a:off x="2612380" y="987623"/>
            <a:ext cx="781543" cy="308967"/>
          </a:xfrm>
          <a:prstGeom prst="rect">
            <a:avLst/>
          </a:prstGeom>
          <a:solidFill>
            <a:srgbClr val="FFD700"/>
          </a:solidFill>
          <a:ln w="18288">
            <a:solidFill>
              <a:srgbClr val="000000"/>
            </a:solidFill>
            <a:prstDash val="solid"/>
          </a:ln>
        </p:spPr>
      </p:sp>
      <p:sp>
        <p:nvSpPr>
          <p:cNvPr id="14" name="Text 9"/>
          <p:cNvSpPr/>
          <p:nvPr/>
        </p:nvSpPr>
        <p:spPr>
          <a:xfrm>
            <a:off x="2612380" y="987623"/>
            <a:ext cx="781543" cy="308967"/>
          </a:xfrm>
          <a:prstGeom prst="rect">
            <a:avLst/>
          </a:prstGeom>
          <a:noFill/>
          <a:ln/>
        </p:spPr>
        <p:txBody>
          <a:bodyPr wrap="square" lIns="127508" tIns="42545" rIns="127508" bIns="42545" rtlCol="0" anchor="t">
            <a:spAutoFit/>
          </a:bodyPr>
          <a:lstStyle/>
          <a:p>
            <a:pPr marL="0" indent="0" algn="l">
              <a:lnSpc>
                <a:spcPts val="1400"/>
              </a:lnSpc>
              <a:buNone/>
            </a:pPr>
            <a:r>
              <a:rPr lang="en-US" sz="1050" dirty="0">
                <a:solidFill>
                  <a:srgbClr val="1A0D2E"/>
                </a:solidFill>
              </a:rPr>
              <a:t>STEP 02</a:t>
            </a:r>
            <a:endParaRPr lang="en-US" sz="1050" dirty="0"/>
          </a:p>
        </p:txBody>
      </p:sp>
      <p:pic>
        <p:nvPicPr>
          <p:cNvPr id="15" name="Image 3" descr="preencoded.png"/>
          <p:cNvPicPr>
            <a:picLocks noChangeAspect="1"/>
          </p:cNvPicPr>
          <p:nvPr/>
        </p:nvPicPr>
        <p:blipFill>
          <a:blip r:embed="rId6"/>
          <a:stretch>
            <a:fillRect/>
          </a:stretch>
        </p:blipFill>
        <p:spPr>
          <a:xfrm>
            <a:off x="3155082" y="1416248"/>
            <a:ext cx="535781" cy="428625"/>
          </a:xfrm>
          <a:prstGeom prst="rect">
            <a:avLst/>
          </a:prstGeom>
        </p:spPr>
      </p:pic>
      <p:sp>
        <p:nvSpPr>
          <p:cNvPr id="16" name="Text 10"/>
          <p:cNvSpPr/>
          <p:nvPr/>
        </p:nvSpPr>
        <p:spPr>
          <a:xfrm>
            <a:off x="2612380" y="1987748"/>
            <a:ext cx="1621185" cy="335756"/>
          </a:xfrm>
          <a:prstGeom prst="rect">
            <a:avLst/>
          </a:prstGeom>
          <a:noFill/>
          <a:ln/>
        </p:spPr>
        <p:txBody>
          <a:bodyPr wrap="square" lIns="0" tIns="0" rIns="0" bIns="85090" rtlCol="0" anchor="t">
            <a:spAutoFit/>
          </a:bodyPr>
          <a:lstStyle/>
          <a:p>
            <a:pPr marL="0" indent="0" algn="ctr">
              <a:lnSpc>
                <a:spcPts val="1600"/>
              </a:lnSpc>
              <a:buNone/>
            </a:pPr>
            <a:r>
              <a:rPr lang="en-US" sz="1193" b="1" dirty="0">
                <a:solidFill>
                  <a:srgbClr val="FFD700"/>
                </a:solidFill>
              </a:rPr>
              <a:t>선택과 획득</a:t>
            </a:r>
            <a:endParaRPr lang="en-US" sz="1193" dirty="0"/>
          </a:p>
        </p:txBody>
      </p:sp>
      <p:sp>
        <p:nvSpPr>
          <p:cNvPr id="17" name="Text 11"/>
          <p:cNvSpPr/>
          <p:nvPr/>
        </p:nvSpPr>
        <p:spPr>
          <a:xfrm>
            <a:off x="2781319" y="2430661"/>
            <a:ext cx="1283308" cy="205718"/>
          </a:xfrm>
          <a:prstGeom prst="rect">
            <a:avLst/>
          </a:prstGeom>
          <a:noFill/>
          <a:ln/>
        </p:spPr>
        <p:txBody>
          <a:bodyPr wrap="none" lIns="0" tIns="0" rIns="0" bIns="0" rtlCol="0" anchor="t">
            <a:spAutoFit/>
          </a:bodyPr>
          <a:lstStyle/>
          <a:p>
            <a:pPr marL="0" indent="0" algn="ctr">
              <a:lnSpc>
                <a:spcPts val="1600"/>
              </a:lnSpc>
              <a:buNone/>
            </a:pPr>
            <a:r>
              <a:rPr lang="en-US" sz="942" dirty="0">
                <a:solidFill>
                  <a:srgbClr val="E0E0E0"/>
                </a:solidFill>
              </a:rPr>
              <a:t>피규어에 대한 행동 선택</a:t>
            </a:r>
            <a:endParaRPr lang="en-US" sz="942" dirty="0"/>
          </a:p>
        </p:txBody>
      </p:sp>
      <p:sp>
        <p:nvSpPr>
          <p:cNvPr id="18" name="Shape 12"/>
          <p:cNvSpPr/>
          <p:nvPr/>
        </p:nvSpPr>
        <p:spPr>
          <a:xfrm>
            <a:off x="2526655" y="2743535"/>
            <a:ext cx="1792635" cy="600075"/>
          </a:xfrm>
          <a:prstGeom prst="rect">
            <a:avLst/>
          </a:prstGeom>
          <a:solidFill>
            <a:srgbClr val="FF69B4">
              <a:alpha val="10000"/>
            </a:srgbClr>
          </a:solidFill>
          <a:ln w="18288">
            <a:solidFill>
              <a:srgbClr val="FF69B4"/>
            </a:solidFill>
            <a:prstDash val="solid"/>
          </a:ln>
        </p:spPr>
      </p:sp>
      <p:sp>
        <p:nvSpPr>
          <p:cNvPr id="19" name="Text 13"/>
          <p:cNvSpPr/>
          <p:nvPr/>
        </p:nvSpPr>
        <p:spPr>
          <a:xfrm>
            <a:off x="2612380" y="2814972"/>
            <a:ext cx="1621185" cy="164306"/>
          </a:xfrm>
          <a:prstGeom prst="rect">
            <a:avLst/>
          </a:prstGeom>
          <a:noFill/>
          <a:ln/>
        </p:spPr>
        <p:txBody>
          <a:bodyPr wrap="none" lIns="0" tIns="0" rIns="0" bIns="0" rtlCol="0" anchor="t">
            <a:spAutoFit/>
          </a:bodyPr>
          <a:lstStyle/>
          <a:p>
            <a:pPr marL="0" indent="0" algn="l">
              <a:lnSpc>
                <a:spcPts val="1100"/>
              </a:lnSpc>
              <a:buNone/>
            </a:pPr>
            <a:r>
              <a:rPr lang="en-US" sz="834" dirty="0">
                <a:solidFill>
                  <a:srgbClr val="FF69B4"/>
                </a:solidFill>
              </a:rPr>
              <a:t>□ 그냥 둔다</a:t>
            </a:r>
            <a:endParaRPr lang="en-US" sz="834" dirty="0"/>
          </a:p>
        </p:txBody>
      </p:sp>
      <p:sp>
        <p:nvSpPr>
          <p:cNvPr id="20" name="Shape 14"/>
          <p:cNvSpPr/>
          <p:nvPr/>
        </p:nvSpPr>
        <p:spPr>
          <a:xfrm>
            <a:off x="2612380" y="3014997"/>
            <a:ext cx="1621185" cy="192881"/>
          </a:xfrm>
          <a:prstGeom prst="rect">
            <a:avLst/>
          </a:prstGeom>
          <a:solidFill>
            <a:srgbClr val="FF69B4"/>
          </a:solidFill>
          <a:ln/>
        </p:spPr>
      </p:sp>
      <p:sp>
        <p:nvSpPr>
          <p:cNvPr id="21" name="Text 15"/>
          <p:cNvSpPr/>
          <p:nvPr/>
        </p:nvSpPr>
        <p:spPr>
          <a:xfrm>
            <a:off x="2612380" y="3014997"/>
            <a:ext cx="1621185" cy="192881"/>
          </a:xfrm>
          <a:prstGeom prst="rect">
            <a:avLst/>
          </a:prstGeom>
          <a:noFill/>
          <a:ln/>
        </p:spPr>
        <p:txBody>
          <a:bodyPr wrap="none" lIns="42545" tIns="17018" rIns="42545" bIns="17018" rtlCol="0" anchor="t">
            <a:spAutoFit/>
          </a:bodyPr>
          <a:lstStyle/>
          <a:p>
            <a:pPr marL="0" indent="0" algn="l">
              <a:lnSpc>
                <a:spcPts val="1100"/>
              </a:lnSpc>
              <a:buNone/>
            </a:pPr>
            <a:r>
              <a:rPr lang="en-US" sz="834" dirty="0">
                <a:solidFill>
                  <a:srgbClr val="FFFFFF"/>
                </a:solidFill>
              </a:rPr>
              <a:t>▶ 밟는다</a:t>
            </a:r>
            <a:endParaRPr lang="en-US" sz="834" dirty="0"/>
          </a:p>
        </p:txBody>
      </p:sp>
      <p:sp>
        <p:nvSpPr>
          <p:cNvPr id="22" name="Text 16"/>
          <p:cNvSpPr/>
          <p:nvPr/>
        </p:nvSpPr>
        <p:spPr>
          <a:xfrm>
            <a:off x="2769152" y="3386472"/>
            <a:ext cx="1307613" cy="365727"/>
          </a:xfrm>
          <a:prstGeom prst="rect">
            <a:avLst/>
          </a:prstGeom>
          <a:noFill/>
          <a:ln/>
        </p:spPr>
        <p:txBody>
          <a:bodyPr wrap="square" lIns="0" tIns="0" rIns="0" bIns="0" rtlCol="0" anchor="t">
            <a:spAutoFit/>
          </a:bodyPr>
          <a:lstStyle/>
          <a:p>
            <a:pPr marL="0" indent="0" algn="ctr">
              <a:lnSpc>
                <a:spcPts val="1400"/>
              </a:lnSpc>
              <a:buNone/>
            </a:pPr>
            <a:r>
              <a:rPr lang="en-US" sz="834" dirty="0">
                <a:solidFill>
                  <a:srgbClr val="E0E0E0"/>
                </a:solidFill>
              </a:rPr>
              <a:t>피규어 속에서
</a:t>
            </a:r>
            <a:r>
              <a:rPr lang="en-US" sz="784" b="1" dirty="0">
                <a:solidFill>
                  <a:srgbClr val="E0E0E0"/>
                </a:solidFill>
              </a:rPr>
              <a:t>'빛나는 보석'</a:t>
            </a:r>
            <a:r>
              <a:rPr lang="en-US" sz="834" dirty="0">
                <a:solidFill>
                  <a:srgbClr val="E0E0E0"/>
                </a:solidFill>
              </a:rPr>
              <a:t>을 획득합니다.</a:t>
            </a:r>
            <a:endParaRPr lang="en-US" sz="834" dirty="0"/>
          </a:p>
        </p:txBody>
      </p:sp>
      <p:pic>
        <p:nvPicPr>
          <p:cNvPr id="23" name="Image 4" descr="preencoded.png"/>
          <p:cNvPicPr>
            <a:picLocks noChangeAspect="1"/>
          </p:cNvPicPr>
          <p:nvPr/>
        </p:nvPicPr>
        <p:blipFill>
          <a:blip r:embed="rId7"/>
          <a:stretch>
            <a:fillRect/>
          </a:stretch>
        </p:blipFill>
        <p:spPr>
          <a:xfrm>
            <a:off x="4447877" y="2416373"/>
            <a:ext cx="133945" cy="214313"/>
          </a:xfrm>
          <a:prstGeom prst="rect">
            <a:avLst/>
          </a:prstGeom>
        </p:spPr>
      </p:pic>
      <p:sp>
        <p:nvSpPr>
          <p:cNvPr id="24" name="Shape 17"/>
          <p:cNvSpPr/>
          <p:nvPr/>
        </p:nvSpPr>
        <p:spPr>
          <a:xfrm>
            <a:off x="4653260" y="1130498"/>
            <a:ext cx="1964085" cy="3200400"/>
          </a:xfrm>
          <a:prstGeom prst="rect">
            <a:avLst/>
          </a:prstGeom>
          <a:solidFill>
            <a:srgbClr val="FFFFFF">
              <a:alpha val="5000"/>
            </a:srgbClr>
          </a:solidFill>
          <a:ln w="27432">
            <a:solidFill>
              <a:srgbClr val="00CED1"/>
            </a:solidFill>
            <a:prstDash val="solid"/>
          </a:ln>
        </p:spPr>
      </p:sp>
      <p:sp>
        <p:nvSpPr>
          <p:cNvPr id="25" name="Shape 18"/>
          <p:cNvSpPr/>
          <p:nvPr/>
        </p:nvSpPr>
        <p:spPr>
          <a:xfrm>
            <a:off x="4824710" y="987623"/>
            <a:ext cx="781543" cy="308967"/>
          </a:xfrm>
          <a:prstGeom prst="rect">
            <a:avLst/>
          </a:prstGeom>
          <a:solidFill>
            <a:srgbClr val="00CED1"/>
          </a:solidFill>
          <a:ln w="18288">
            <a:solidFill>
              <a:srgbClr val="000000"/>
            </a:solidFill>
            <a:prstDash val="solid"/>
          </a:ln>
        </p:spPr>
      </p:sp>
      <p:sp>
        <p:nvSpPr>
          <p:cNvPr id="26" name="Text 19"/>
          <p:cNvSpPr/>
          <p:nvPr/>
        </p:nvSpPr>
        <p:spPr>
          <a:xfrm>
            <a:off x="4824710" y="987623"/>
            <a:ext cx="781543" cy="308967"/>
          </a:xfrm>
          <a:prstGeom prst="rect">
            <a:avLst/>
          </a:prstGeom>
          <a:noFill/>
          <a:ln/>
        </p:spPr>
        <p:txBody>
          <a:bodyPr wrap="square" lIns="127508" tIns="42545" rIns="127508" bIns="42545" rtlCol="0" anchor="t">
            <a:spAutoFit/>
          </a:bodyPr>
          <a:lstStyle/>
          <a:p>
            <a:pPr marL="0" indent="0" algn="l">
              <a:lnSpc>
                <a:spcPts val="1400"/>
              </a:lnSpc>
              <a:buNone/>
            </a:pPr>
            <a:r>
              <a:rPr lang="en-US" sz="1050" dirty="0">
                <a:solidFill>
                  <a:srgbClr val="1A0D2E"/>
                </a:solidFill>
              </a:rPr>
              <a:t>STEP 03</a:t>
            </a:r>
            <a:endParaRPr lang="en-US" sz="1050" dirty="0"/>
          </a:p>
        </p:txBody>
      </p:sp>
      <p:pic>
        <p:nvPicPr>
          <p:cNvPr id="27" name="Image 5" descr="preencoded.png"/>
          <p:cNvPicPr>
            <a:picLocks noChangeAspect="1"/>
          </p:cNvPicPr>
          <p:nvPr/>
        </p:nvPicPr>
        <p:blipFill>
          <a:blip r:embed="rId8"/>
          <a:stretch>
            <a:fillRect/>
          </a:stretch>
        </p:blipFill>
        <p:spPr>
          <a:xfrm>
            <a:off x="5401345" y="1416248"/>
            <a:ext cx="482203" cy="428625"/>
          </a:xfrm>
          <a:prstGeom prst="rect">
            <a:avLst/>
          </a:prstGeom>
        </p:spPr>
      </p:pic>
      <p:sp>
        <p:nvSpPr>
          <p:cNvPr id="28" name="Text 20"/>
          <p:cNvSpPr/>
          <p:nvPr/>
        </p:nvSpPr>
        <p:spPr>
          <a:xfrm>
            <a:off x="4824710" y="1987748"/>
            <a:ext cx="1635472" cy="335756"/>
          </a:xfrm>
          <a:prstGeom prst="rect">
            <a:avLst/>
          </a:prstGeom>
          <a:noFill/>
          <a:ln/>
        </p:spPr>
        <p:txBody>
          <a:bodyPr wrap="square" lIns="0" tIns="0" rIns="0" bIns="85090" rtlCol="0" anchor="t">
            <a:spAutoFit/>
          </a:bodyPr>
          <a:lstStyle/>
          <a:p>
            <a:pPr marL="0" indent="0" algn="ctr">
              <a:lnSpc>
                <a:spcPts val="1600"/>
              </a:lnSpc>
              <a:buNone/>
            </a:pPr>
            <a:r>
              <a:rPr lang="en-US" sz="1193" b="1" dirty="0">
                <a:solidFill>
                  <a:srgbClr val="FFD700"/>
                </a:solidFill>
              </a:rPr>
              <a:t>아이템 가공</a:t>
            </a:r>
            <a:endParaRPr lang="en-US" sz="1193" dirty="0"/>
          </a:p>
        </p:txBody>
      </p:sp>
      <p:sp>
        <p:nvSpPr>
          <p:cNvPr id="29" name="Text 21"/>
          <p:cNvSpPr/>
          <p:nvPr/>
        </p:nvSpPr>
        <p:spPr>
          <a:xfrm>
            <a:off x="4958349" y="2430661"/>
            <a:ext cx="1368196" cy="617153"/>
          </a:xfrm>
          <a:prstGeom prst="rect">
            <a:avLst/>
          </a:prstGeom>
          <a:noFill/>
          <a:ln/>
        </p:spPr>
        <p:txBody>
          <a:bodyPr wrap="square" lIns="0" tIns="0" rIns="0" bIns="0" rtlCol="0" anchor="t">
            <a:spAutoFit/>
          </a:bodyPr>
          <a:lstStyle/>
          <a:p>
            <a:pPr marL="0" indent="0" algn="ctr">
              <a:lnSpc>
                <a:spcPts val="1600"/>
              </a:lnSpc>
              <a:buNone/>
            </a:pPr>
            <a:r>
              <a:rPr lang="en-US" sz="942" dirty="0">
                <a:solidFill>
                  <a:srgbClr val="E0E0E0"/>
                </a:solidFill>
              </a:rPr>
              <a:t>마을에서 보석을 가공하여
</a:t>
            </a:r>
            <a:r>
              <a:rPr lang="en-US" sz="885" b="1" dirty="0">
                <a:solidFill>
                  <a:srgbClr val="E0E0E0"/>
                </a:solidFill>
              </a:rPr>
              <a:t>'보석 목걸이'</a:t>
            </a:r>
            <a:r>
              <a:rPr lang="en-US" sz="942" dirty="0">
                <a:solidFill>
                  <a:srgbClr val="E0E0E0"/>
                </a:solidFill>
              </a:rPr>
              <a:t>를 제작하고
 장착합니다.</a:t>
            </a:r>
            <a:endParaRPr lang="en-US" sz="942" dirty="0"/>
          </a:p>
        </p:txBody>
      </p:sp>
      <p:pic>
        <p:nvPicPr>
          <p:cNvPr id="30" name="Image 6" descr="preencoded.png"/>
          <p:cNvPicPr>
            <a:picLocks noChangeAspect="1"/>
          </p:cNvPicPr>
          <p:nvPr/>
        </p:nvPicPr>
        <p:blipFill>
          <a:blip r:embed="rId9"/>
          <a:stretch>
            <a:fillRect/>
          </a:stretch>
        </p:blipFill>
        <p:spPr>
          <a:xfrm>
            <a:off x="6674495" y="2416373"/>
            <a:ext cx="133945" cy="214313"/>
          </a:xfrm>
          <a:prstGeom prst="rect">
            <a:avLst/>
          </a:prstGeom>
        </p:spPr>
      </p:pic>
      <p:sp>
        <p:nvSpPr>
          <p:cNvPr id="31" name="Shape 22"/>
          <p:cNvSpPr/>
          <p:nvPr/>
        </p:nvSpPr>
        <p:spPr>
          <a:xfrm>
            <a:off x="6879878" y="1130498"/>
            <a:ext cx="1978372" cy="3200400"/>
          </a:xfrm>
          <a:prstGeom prst="rect">
            <a:avLst/>
          </a:prstGeom>
          <a:solidFill>
            <a:srgbClr val="FFD700">
              <a:alpha val="5000"/>
            </a:srgbClr>
          </a:solidFill>
          <a:ln w="27432">
            <a:solidFill>
              <a:srgbClr val="FFD700"/>
            </a:solidFill>
            <a:prstDash val="solid"/>
          </a:ln>
        </p:spPr>
      </p:sp>
      <p:sp>
        <p:nvSpPr>
          <p:cNvPr id="32" name="Shape 23"/>
          <p:cNvSpPr/>
          <p:nvPr/>
        </p:nvSpPr>
        <p:spPr>
          <a:xfrm>
            <a:off x="7065615" y="987623"/>
            <a:ext cx="781543" cy="308967"/>
          </a:xfrm>
          <a:prstGeom prst="rect">
            <a:avLst/>
          </a:prstGeom>
          <a:solidFill>
            <a:srgbClr val="FFD700"/>
          </a:solidFill>
          <a:ln w="18288">
            <a:solidFill>
              <a:srgbClr val="000000"/>
            </a:solidFill>
            <a:prstDash val="solid"/>
          </a:ln>
        </p:spPr>
      </p:sp>
      <p:sp>
        <p:nvSpPr>
          <p:cNvPr id="33" name="Text 24"/>
          <p:cNvSpPr/>
          <p:nvPr/>
        </p:nvSpPr>
        <p:spPr>
          <a:xfrm>
            <a:off x="7065615" y="987623"/>
            <a:ext cx="781543" cy="308967"/>
          </a:xfrm>
          <a:prstGeom prst="rect">
            <a:avLst/>
          </a:prstGeom>
          <a:noFill/>
          <a:ln/>
        </p:spPr>
        <p:txBody>
          <a:bodyPr wrap="square" lIns="127508" tIns="42545" rIns="127508" bIns="42545" rtlCol="0" anchor="t">
            <a:spAutoFit/>
          </a:bodyPr>
          <a:lstStyle/>
          <a:p>
            <a:pPr marL="0" indent="0" algn="l">
              <a:lnSpc>
                <a:spcPts val="1400"/>
              </a:lnSpc>
              <a:buNone/>
            </a:pPr>
            <a:r>
              <a:rPr lang="en-US" sz="1050" dirty="0">
                <a:solidFill>
                  <a:srgbClr val="1A0D2E"/>
                </a:solidFill>
              </a:rPr>
              <a:t>STEP 04</a:t>
            </a:r>
            <a:endParaRPr lang="en-US" sz="1050" dirty="0"/>
          </a:p>
        </p:txBody>
      </p:sp>
      <p:pic>
        <p:nvPicPr>
          <p:cNvPr id="34" name="Image 7" descr="preencoded.png"/>
          <p:cNvPicPr>
            <a:picLocks noChangeAspect="1"/>
          </p:cNvPicPr>
          <p:nvPr/>
        </p:nvPicPr>
        <p:blipFill>
          <a:blip r:embed="rId10"/>
          <a:stretch>
            <a:fillRect/>
          </a:stretch>
        </p:blipFill>
        <p:spPr>
          <a:xfrm>
            <a:off x="7676183" y="1416248"/>
            <a:ext cx="428625" cy="428625"/>
          </a:xfrm>
          <a:prstGeom prst="rect">
            <a:avLst/>
          </a:prstGeom>
        </p:spPr>
      </p:pic>
      <p:sp>
        <p:nvSpPr>
          <p:cNvPr id="35" name="Text 25"/>
          <p:cNvSpPr/>
          <p:nvPr/>
        </p:nvSpPr>
        <p:spPr>
          <a:xfrm>
            <a:off x="7065615" y="1987748"/>
            <a:ext cx="1649760" cy="335756"/>
          </a:xfrm>
          <a:prstGeom prst="rect">
            <a:avLst/>
          </a:prstGeom>
          <a:noFill/>
          <a:ln/>
        </p:spPr>
        <p:txBody>
          <a:bodyPr wrap="square" lIns="0" tIns="0" rIns="0" bIns="85090" rtlCol="0" anchor="t">
            <a:spAutoFit/>
          </a:bodyPr>
          <a:lstStyle/>
          <a:p>
            <a:pPr marL="0" indent="0" algn="ctr">
              <a:lnSpc>
                <a:spcPts val="1600"/>
              </a:lnSpc>
              <a:buNone/>
            </a:pPr>
            <a:r>
              <a:rPr lang="en-US" sz="1193" b="1" dirty="0">
                <a:solidFill>
                  <a:srgbClr val="FFD700"/>
                </a:solidFill>
              </a:rPr>
              <a:t>효과 발생</a:t>
            </a:r>
            <a:endParaRPr lang="en-US" sz="1193" dirty="0"/>
          </a:p>
        </p:txBody>
      </p:sp>
      <p:sp>
        <p:nvSpPr>
          <p:cNvPr id="36" name="Text 26"/>
          <p:cNvSpPr/>
          <p:nvPr/>
        </p:nvSpPr>
        <p:spPr>
          <a:xfrm>
            <a:off x="7103204" y="2430661"/>
            <a:ext cx="1574555" cy="411435"/>
          </a:xfrm>
          <a:prstGeom prst="rect">
            <a:avLst/>
          </a:prstGeom>
          <a:noFill/>
          <a:ln/>
        </p:spPr>
        <p:txBody>
          <a:bodyPr wrap="square" lIns="0" tIns="0" rIns="0" bIns="0" rtlCol="0" anchor="t">
            <a:spAutoFit/>
          </a:bodyPr>
          <a:lstStyle/>
          <a:p>
            <a:pPr marL="0" indent="0" algn="ctr">
              <a:lnSpc>
                <a:spcPts val="1600"/>
              </a:lnSpc>
              <a:buNone/>
            </a:pPr>
            <a:r>
              <a:rPr lang="en-US" sz="942" dirty="0">
                <a:solidFill>
                  <a:srgbClr val="E0E0E0"/>
                </a:solidFill>
              </a:rPr>
              <a:t>주변에 </a:t>
            </a:r>
            <a:r>
              <a:rPr lang="en-US" sz="885" b="1" dirty="0">
                <a:solidFill>
                  <a:srgbClr val="E0E0E0"/>
                </a:solidFill>
              </a:rPr>
              <a:t>빛의 이펙트</a:t>
            </a:r>
            <a:r>
              <a:rPr lang="en-US" sz="942" dirty="0">
                <a:solidFill>
                  <a:srgbClr val="E0E0E0"/>
                </a:solidFill>
              </a:rPr>
              <a:t>가
 발생하며 NPC 반응이 변화함.</a:t>
            </a:r>
            <a:endParaRPr lang="en-US" sz="942" dirty="0"/>
          </a:p>
        </p:txBody>
      </p:sp>
      <p:sp>
        <p:nvSpPr>
          <p:cNvPr id="37" name="Shape 27"/>
          <p:cNvSpPr/>
          <p:nvPr/>
        </p:nvSpPr>
        <p:spPr>
          <a:xfrm>
            <a:off x="7165237" y="2984971"/>
            <a:ext cx="1450488" cy="350044"/>
          </a:xfrm>
          <a:prstGeom prst="rect">
            <a:avLst/>
          </a:prstGeom>
          <a:solidFill>
            <a:srgbClr val="FFFFFF"/>
          </a:solidFill>
          <a:ln w="18288">
            <a:solidFill>
              <a:srgbClr val="000000"/>
            </a:solidFill>
            <a:prstDash val="solid"/>
          </a:ln>
        </p:spPr>
      </p:sp>
      <p:sp>
        <p:nvSpPr>
          <p:cNvPr id="38" name="Text 28"/>
          <p:cNvSpPr/>
          <p:nvPr/>
        </p:nvSpPr>
        <p:spPr>
          <a:xfrm>
            <a:off x="7165237" y="2984971"/>
            <a:ext cx="1450488" cy="350044"/>
          </a:xfrm>
          <a:prstGeom prst="rect">
            <a:avLst/>
          </a:prstGeom>
          <a:noFill/>
          <a:ln/>
        </p:spPr>
        <p:txBody>
          <a:bodyPr wrap="square" lIns="85090" tIns="85090" rIns="85090" bIns="85090" rtlCol="0" anchor="t">
            <a:spAutoFit/>
          </a:bodyPr>
          <a:lstStyle/>
          <a:p>
            <a:pPr marL="0" indent="0" algn="l">
              <a:lnSpc>
                <a:spcPts val="1100"/>
              </a:lnSpc>
              <a:buNone/>
            </a:pPr>
            <a:r>
              <a:rPr lang="en-US" sz="834" dirty="0">
                <a:solidFill>
                  <a:srgbClr val="1A0D2E"/>
                </a:solidFill>
              </a:rPr>
              <a:t>"한해가 밝게 빛나고 있어!"</a:t>
            </a:r>
            <a:endParaRPr lang="en-US" sz="834"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112429" cy="544711"/>
          </a:xfrm>
          <a:prstGeom prst="rect">
            <a:avLst/>
          </a:prstGeom>
          <a:solidFill>
            <a:srgbClr val="FFFFFF"/>
          </a:solidFill>
          <a:ln w="27432">
            <a:solidFill>
              <a:srgbClr val="000000"/>
            </a:solidFill>
            <a:prstDash val="solid"/>
          </a:ln>
        </p:spPr>
      </p:sp>
      <p:sp>
        <p:nvSpPr>
          <p:cNvPr id="4" name="Text 1"/>
          <p:cNvSpPr/>
          <p:nvPr/>
        </p:nvSpPr>
        <p:spPr>
          <a:xfrm>
            <a:off x="642938" y="342900"/>
            <a:ext cx="1626654"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설정: 등장 무대</a:t>
            </a:r>
            <a:endParaRPr lang="en-US" sz="1808" dirty="0"/>
          </a:p>
        </p:txBody>
      </p:sp>
      <p:sp>
        <p:nvSpPr>
          <p:cNvPr id="5" name="Shape 2"/>
          <p:cNvSpPr/>
          <p:nvPr/>
        </p:nvSpPr>
        <p:spPr>
          <a:xfrm>
            <a:off x="428625" y="987623"/>
            <a:ext cx="8286750" cy="1328012"/>
          </a:xfrm>
          <a:prstGeom prst="rect">
            <a:avLst/>
          </a:prstGeom>
          <a:solidFill>
            <a:srgbClr val="FFFFFF">
              <a:alpha val="5000"/>
            </a:srgbClr>
          </a:solidFill>
          <a:ln w="27432">
            <a:solidFill>
              <a:srgbClr val="00CED1"/>
            </a:solidFill>
            <a:prstDash val="solid"/>
          </a:ln>
        </p:spPr>
      </p:sp>
      <p:sp>
        <p:nvSpPr>
          <p:cNvPr id="6" name="Text 3"/>
          <p:cNvSpPr/>
          <p:nvPr/>
        </p:nvSpPr>
        <p:spPr>
          <a:xfrm>
            <a:off x="607219" y="1166217"/>
            <a:ext cx="3185806" cy="303609"/>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00CED1"/>
                </a:solidFill>
              </a:rPr>
              <a:t>붕괴된 세계 (The Collapsed World)</a:t>
            </a:r>
            <a:endParaRPr lang="en-US" sz="1397" dirty="0"/>
          </a:p>
        </p:txBody>
      </p:sp>
      <p:sp>
        <p:nvSpPr>
          <p:cNvPr id="7" name="Text 4"/>
          <p:cNvSpPr/>
          <p:nvPr/>
        </p:nvSpPr>
        <p:spPr>
          <a:xfrm>
            <a:off x="607219" y="1576983"/>
            <a:ext cx="7929563" cy="502909"/>
          </a:xfrm>
          <a:prstGeom prst="rect">
            <a:avLst/>
          </a:prstGeom>
          <a:noFill/>
          <a:ln/>
        </p:spPr>
        <p:txBody>
          <a:bodyPr wrap="square" lIns="0" tIns="0" rIns="0" bIns="0" rtlCol="0" anchor="t">
            <a:spAutoFit/>
          </a:bodyPr>
          <a:lstStyle/>
          <a:p>
            <a:pPr marL="0" indent="0" algn="l">
              <a:lnSpc>
                <a:spcPts val="2000"/>
              </a:lnSpc>
              <a:buNone/>
            </a:pPr>
            <a:r>
              <a:rPr lang="en-US" sz="1159" dirty="0">
                <a:solidFill>
                  <a:srgbClr val="E0E0E0"/>
                </a:solidFill>
              </a:rPr>
              <a:t>바이러스 확산 이후, 인간과 변이자가 뒤섞여 살아가는 포스트 아포칼립스 세계입니다. 도시의 잔해 위에 작은 마을과 위험한 구역들이 흩어져 있으며, 플레이어는 이 세계를 탐색하며 붕괴의 원인과 인간의 선택을 마주하게 됩니다.</a:t>
            </a:r>
            <a:endParaRPr lang="en-US" sz="1159" dirty="0"/>
          </a:p>
        </p:txBody>
      </p:sp>
      <p:sp>
        <p:nvSpPr>
          <p:cNvPr id="8" name="Shape 5"/>
          <p:cNvSpPr/>
          <p:nvPr/>
        </p:nvSpPr>
        <p:spPr>
          <a:xfrm>
            <a:off x="428625" y="2544235"/>
            <a:ext cx="2619384" cy="1771650"/>
          </a:xfrm>
          <a:prstGeom prst="rect">
            <a:avLst/>
          </a:prstGeom>
          <a:solidFill>
            <a:srgbClr val="FFD700">
              <a:alpha val="5000"/>
            </a:srgbClr>
          </a:solidFill>
          <a:ln w="27432">
            <a:solidFill>
              <a:srgbClr val="FFD700"/>
            </a:solidFill>
            <a:prstDash val="solid"/>
          </a:ln>
        </p:spPr>
      </p:sp>
      <p:pic>
        <p:nvPicPr>
          <p:cNvPr id="9" name="Image 1" descr="preencoded.png"/>
          <p:cNvPicPr>
            <a:picLocks noChangeAspect="1"/>
          </p:cNvPicPr>
          <p:nvPr/>
        </p:nvPicPr>
        <p:blipFill>
          <a:blip r:embed="rId4"/>
          <a:stretch>
            <a:fillRect/>
          </a:stretch>
        </p:blipFill>
        <p:spPr>
          <a:xfrm>
            <a:off x="1518326" y="2687110"/>
            <a:ext cx="401836" cy="357188"/>
          </a:xfrm>
          <a:prstGeom prst="rect">
            <a:avLst/>
          </a:prstGeom>
        </p:spPr>
      </p:pic>
      <p:sp>
        <p:nvSpPr>
          <p:cNvPr id="10" name="Text 6"/>
          <p:cNvSpPr/>
          <p:nvPr/>
        </p:nvSpPr>
        <p:spPr>
          <a:xfrm>
            <a:off x="571500" y="3151454"/>
            <a:ext cx="2295516" cy="300038"/>
          </a:xfrm>
          <a:prstGeom prst="rect">
            <a:avLst/>
          </a:prstGeom>
          <a:noFill/>
          <a:ln/>
        </p:spPr>
        <p:txBody>
          <a:bodyPr wrap="none" lIns="0" tIns="0" rIns="0" bIns="42545" rtlCol="0" anchor="t">
            <a:spAutoFit/>
          </a:bodyPr>
          <a:lstStyle/>
          <a:p>
            <a:pPr marL="0" indent="0" algn="ctr">
              <a:lnSpc>
                <a:spcPts val="1600"/>
              </a:lnSpc>
              <a:buNone/>
            </a:pPr>
            <a:r>
              <a:rPr lang="en-US" sz="1193" b="1" dirty="0">
                <a:solidFill>
                  <a:srgbClr val="FFD700"/>
                </a:solidFill>
              </a:rPr>
              <a:t>팔랑 마을</a:t>
            </a:r>
            <a:endParaRPr lang="en-US" sz="1193" dirty="0"/>
          </a:p>
        </p:txBody>
      </p:sp>
      <p:sp>
        <p:nvSpPr>
          <p:cNvPr id="11" name="Text 7"/>
          <p:cNvSpPr/>
          <p:nvPr/>
        </p:nvSpPr>
        <p:spPr>
          <a:xfrm>
            <a:off x="571500" y="3537217"/>
            <a:ext cx="2295516" cy="578644"/>
          </a:xfrm>
          <a:prstGeom prst="rect">
            <a:avLst/>
          </a:prstGeom>
          <a:noFill/>
          <a:ln/>
        </p:spPr>
        <p:txBody>
          <a:bodyPr wrap="square" lIns="0" tIns="0" rIns="0" bIns="0" rtlCol="0" anchor="t">
            <a:spAutoFit/>
          </a:bodyPr>
          <a:lstStyle/>
          <a:p>
            <a:pPr marL="0" indent="0" algn="ctr">
              <a:lnSpc>
                <a:spcPts val="1500"/>
              </a:lnSpc>
              <a:buNone/>
            </a:pPr>
            <a:r>
              <a:rPr lang="en-US" sz="942" dirty="0">
                <a:solidFill>
                  <a:srgbClr val="FFFFFF"/>
                </a:solidFill>
              </a:rPr>
              <a:t>생존자들이 모여 사는 작은 공동체. 주인공에게 '착함'을 기대하고 요구하는 심리적 압박의 시작점입니다.</a:t>
            </a:r>
            <a:endParaRPr lang="en-US" sz="942" dirty="0"/>
          </a:p>
        </p:txBody>
      </p:sp>
      <p:sp>
        <p:nvSpPr>
          <p:cNvPr id="12" name="Shape 8"/>
          <p:cNvSpPr/>
          <p:nvPr/>
        </p:nvSpPr>
        <p:spPr>
          <a:xfrm>
            <a:off x="3224203" y="2544235"/>
            <a:ext cx="2638416" cy="1771650"/>
          </a:xfrm>
          <a:prstGeom prst="rect">
            <a:avLst/>
          </a:prstGeom>
          <a:solidFill>
            <a:srgbClr val="FFD700">
              <a:alpha val="5000"/>
            </a:srgbClr>
          </a:solidFill>
          <a:ln w="27432">
            <a:solidFill>
              <a:srgbClr val="FFD700"/>
            </a:solidFill>
            <a:prstDash val="solid"/>
          </a:ln>
        </p:spPr>
      </p:sp>
      <p:pic>
        <p:nvPicPr>
          <p:cNvPr id="13" name="Image 2" descr="preencoded.png"/>
          <p:cNvPicPr>
            <a:picLocks noChangeAspect="1"/>
          </p:cNvPicPr>
          <p:nvPr/>
        </p:nvPicPr>
        <p:blipFill>
          <a:blip r:embed="rId5"/>
          <a:stretch>
            <a:fillRect/>
          </a:stretch>
        </p:blipFill>
        <p:spPr>
          <a:xfrm>
            <a:off x="4320183" y="2687110"/>
            <a:ext cx="446484" cy="357188"/>
          </a:xfrm>
          <a:prstGeom prst="rect">
            <a:avLst/>
          </a:prstGeom>
        </p:spPr>
      </p:pic>
      <p:sp>
        <p:nvSpPr>
          <p:cNvPr id="14" name="Text 9"/>
          <p:cNvSpPr/>
          <p:nvPr/>
        </p:nvSpPr>
        <p:spPr>
          <a:xfrm>
            <a:off x="3386138" y="3151454"/>
            <a:ext cx="2314575" cy="300038"/>
          </a:xfrm>
          <a:prstGeom prst="rect">
            <a:avLst/>
          </a:prstGeom>
          <a:noFill/>
          <a:ln/>
        </p:spPr>
        <p:txBody>
          <a:bodyPr wrap="none" lIns="0" tIns="0" rIns="0" bIns="42545" rtlCol="0" anchor="t">
            <a:spAutoFit/>
          </a:bodyPr>
          <a:lstStyle/>
          <a:p>
            <a:pPr marL="0" indent="0" algn="ctr">
              <a:lnSpc>
                <a:spcPts val="1600"/>
              </a:lnSpc>
              <a:buNone/>
            </a:pPr>
            <a:r>
              <a:rPr lang="en-US" sz="1193" b="1" dirty="0">
                <a:solidFill>
                  <a:srgbClr val="FFD700"/>
                </a:solidFill>
              </a:rPr>
              <a:t>은하 병원</a:t>
            </a:r>
            <a:endParaRPr lang="en-US" sz="1193" dirty="0"/>
          </a:p>
        </p:txBody>
      </p:sp>
      <p:sp>
        <p:nvSpPr>
          <p:cNvPr id="15" name="Text 10"/>
          <p:cNvSpPr/>
          <p:nvPr/>
        </p:nvSpPr>
        <p:spPr>
          <a:xfrm>
            <a:off x="3386138" y="3537217"/>
            <a:ext cx="2314575" cy="578644"/>
          </a:xfrm>
          <a:prstGeom prst="rect">
            <a:avLst/>
          </a:prstGeom>
          <a:noFill/>
          <a:ln/>
        </p:spPr>
        <p:txBody>
          <a:bodyPr wrap="square" lIns="0" tIns="0" rIns="0" bIns="0" rtlCol="0" anchor="t">
            <a:spAutoFit/>
          </a:bodyPr>
          <a:lstStyle/>
          <a:p>
            <a:pPr marL="0" indent="0" algn="ctr">
              <a:lnSpc>
                <a:spcPts val="1500"/>
              </a:lnSpc>
              <a:buNone/>
            </a:pPr>
            <a:r>
              <a:rPr lang="en-US" sz="942" dirty="0">
                <a:solidFill>
                  <a:srgbClr val="FFFFFF"/>
                </a:solidFill>
              </a:rPr>
              <a:t>바이러스 사태의 발단이 된 거대 연구 시설. 강성과가 설계한 진실과 변이의 공포가 공존하는 장소입니다.</a:t>
            </a:r>
            <a:endParaRPr lang="en-US" sz="942" dirty="0"/>
          </a:p>
        </p:txBody>
      </p:sp>
      <p:sp>
        <p:nvSpPr>
          <p:cNvPr id="16" name="Shape 11"/>
          <p:cNvSpPr/>
          <p:nvPr/>
        </p:nvSpPr>
        <p:spPr>
          <a:xfrm>
            <a:off x="6057900" y="2544235"/>
            <a:ext cx="2657475" cy="1771650"/>
          </a:xfrm>
          <a:prstGeom prst="rect">
            <a:avLst/>
          </a:prstGeom>
          <a:solidFill>
            <a:srgbClr val="FFD700">
              <a:alpha val="5000"/>
            </a:srgbClr>
          </a:solidFill>
          <a:ln w="27432">
            <a:solidFill>
              <a:srgbClr val="FFD700"/>
            </a:solidFill>
            <a:prstDash val="solid"/>
          </a:ln>
        </p:spPr>
      </p:sp>
      <p:pic>
        <p:nvPicPr>
          <p:cNvPr id="17" name="Image 3" descr="preencoded.png"/>
          <p:cNvPicPr>
            <a:picLocks noChangeAspect="1"/>
          </p:cNvPicPr>
          <p:nvPr/>
        </p:nvPicPr>
        <p:blipFill>
          <a:blip r:embed="rId6"/>
          <a:stretch>
            <a:fillRect/>
          </a:stretch>
        </p:blipFill>
        <p:spPr>
          <a:xfrm>
            <a:off x="7182455" y="2687110"/>
            <a:ext cx="446484" cy="357188"/>
          </a:xfrm>
          <a:prstGeom prst="rect">
            <a:avLst/>
          </a:prstGeom>
        </p:spPr>
      </p:pic>
      <p:sp>
        <p:nvSpPr>
          <p:cNvPr id="18" name="Text 12"/>
          <p:cNvSpPr/>
          <p:nvPr/>
        </p:nvSpPr>
        <p:spPr>
          <a:xfrm>
            <a:off x="6238894" y="3151454"/>
            <a:ext cx="2333634" cy="300038"/>
          </a:xfrm>
          <a:prstGeom prst="rect">
            <a:avLst/>
          </a:prstGeom>
          <a:noFill/>
          <a:ln/>
        </p:spPr>
        <p:txBody>
          <a:bodyPr wrap="none" lIns="0" tIns="0" rIns="0" bIns="42545" rtlCol="0" anchor="t">
            <a:spAutoFit/>
          </a:bodyPr>
          <a:lstStyle/>
          <a:p>
            <a:pPr marL="0" indent="0" algn="ctr">
              <a:lnSpc>
                <a:spcPts val="1600"/>
              </a:lnSpc>
              <a:buNone/>
            </a:pPr>
            <a:r>
              <a:rPr lang="en-US" sz="1193" b="1" dirty="0">
                <a:solidFill>
                  <a:srgbClr val="FFD700"/>
                </a:solidFill>
              </a:rPr>
              <a:t>도시 외곽</a:t>
            </a:r>
            <a:endParaRPr lang="en-US" sz="1193" dirty="0"/>
          </a:p>
        </p:txBody>
      </p:sp>
      <p:sp>
        <p:nvSpPr>
          <p:cNvPr id="19" name="Text 13"/>
          <p:cNvSpPr/>
          <p:nvPr/>
        </p:nvSpPr>
        <p:spPr>
          <a:xfrm>
            <a:off x="6238894" y="3537217"/>
            <a:ext cx="2333634" cy="578644"/>
          </a:xfrm>
          <a:prstGeom prst="rect">
            <a:avLst/>
          </a:prstGeom>
          <a:noFill/>
          <a:ln/>
        </p:spPr>
        <p:txBody>
          <a:bodyPr wrap="square" lIns="0" tIns="0" rIns="0" bIns="0" rtlCol="0" anchor="t">
            <a:spAutoFit/>
          </a:bodyPr>
          <a:lstStyle/>
          <a:p>
            <a:pPr marL="0" indent="0" algn="ctr">
              <a:lnSpc>
                <a:spcPts val="1500"/>
              </a:lnSpc>
              <a:buNone/>
            </a:pPr>
            <a:r>
              <a:rPr lang="en-US" sz="942" dirty="0">
                <a:solidFill>
                  <a:srgbClr val="FFFFFF"/>
                </a:solidFill>
              </a:rPr>
              <a:t>문명의 잔해와 변이자들이 가득한 위험 구역. 탐색과 전투를 통해 세계의 붕괴 과정을 목격하게 됩니다.</a:t>
            </a:r>
            <a:endParaRPr lang="en-US" sz="942"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585619" cy="544711"/>
          </a:xfrm>
          <a:prstGeom prst="rect">
            <a:avLst/>
          </a:prstGeom>
          <a:solidFill>
            <a:srgbClr val="FFFFFF"/>
          </a:solidFill>
          <a:ln w="27432">
            <a:solidFill>
              <a:srgbClr val="000000"/>
            </a:solidFill>
            <a:prstDash val="solid"/>
          </a:ln>
        </p:spPr>
      </p:sp>
      <p:sp>
        <p:nvSpPr>
          <p:cNvPr id="4" name="Text 1"/>
          <p:cNvSpPr/>
          <p:nvPr/>
        </p:nvSpPr>
        <p:spPr>
          <a:xfrm>
            <a:off x="642938" y="342900"/>
            <a:ext cx="2099844"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시스템: 메인 플레이</a:t>
            </a:r>
            <a:endParaRPr lang="en-US" sz="1808" dirty="0"/>
          </a:p>
        </p:txBody>
      </p:sp>
      <p:sp>
        <p:nvSpPr>
          <p:cNvPr id="5" name="Shape 2"/>
          <p:cNvSpPr/>
          <p:nvPr/>
        </p:nvSpPr>
        <p:spPr>
          <a:xfrm>
            <a:off x="428625" y="987623"/>
            <a:ext cx="6218467" cy="3914775"/>
          </a:xfrm>
          <a:prstGeom prst="rect">
            <a:avLst/>
          </a:prstGeom>
          <a:solidFill>
            <a:srgbClr val="000000">
              <a:alpha val="50000"/>
            </a:srgbClr>
          </a:solidFill>
          <a:ln w="27432">
            <a:solidFill>
              <a:srgbClr val="00CED1"/>
            </a:solidFill>
            <a:prstDash val="solid"/>
          </a:ln>
        </p:spPr>
      </p:sp>
      <p:pic>
        <p:nvPicPr>
          <p:cNvPr id="6" name="Image 1" descr="preencoded.png"/>
          <p:cNvPicPr>
            <a:picLocks noChangeAspect="1"/>
          </p:cNvPicPr>
          <p:nvPr/>
        </p:nvPicPr>
        <p:blipFill>
          <a:blip r:embed="rId4"/>
          <a:stretch>
            <a:fillRect/>
          </a:stretch>
        </p:blipFill>
        <p:spPr>
          <a:xfrm>
            <a:off x="3468542" y="2845891"/>
            <a:ext cx="125016" cy="142875"/>
          </a:xfrm>
          <a:prstGeom prst="rect">
            <a:avLst/>
          </a:prstGeom>
        </p:spPr>
      </p:pic>
      <p:sp>
        <p:nvSpPr>
          <p:cNvPr id="7" name="Shape 3"/>
          <p:cNvSpPr/>
          <p:nvPr/>
        </p:nvSpPr>
        <p:spPr>
          <a:xfrm>
            <a:off x="2088012" y="1130498"/>
            <a:ext cx="2886075" cy="457200"/>
          </a:xfrm>
          <a:prstGeom prst="rect">
            <a:avLst/>
          </a:prstGeom>
          <a:solidFill>
            <a:srgbClr val="FFD700">
              <a:alpha val="10000"/>
            </a:srgbClr>
          </a:solidFill>
          <a:ln w="18288">
            <a:solidFill>
              <a:srgbClr val="FFD700"/>
            </a:solidFill>
            <a:prstDash val="dash"/>
          </a:ln>
        </p:spPr>
      </p:sp>
      <p:sp>
        <p:nvSpPr>
          <p:cNvPr id="8" name="Shape 4"/>
          <p:cNvSpPr/>
          <p:nvPr/>
        </p:nvSpPr>
        <p:spPr>
          <a:xfrm>
            <a:off x="3207865" y="987623"/>
            <a:ext cx="646370" cy="169664"/>
          </a:xfrm>
          <a:prstGeom prst="rect">
            <a:avLst/>
          </a:prstGeom>
          <a:solidFill>
            <a:srgbClr val="FFD700"/>
          </a:solidFill>
          <a:ln w="9144">
            <a:solidFill>
              <a:srgbClr val="000000"/>
            </a:solidFill>
            <a:prstDash val="solid"/>
          </a:ln>
        </p:spPr>
      </p:sp>
      <p:sp>
        <p:nvSpPr>
          <p:cNvPr id="9" name="Text 5"/>
          <p:cNvSpPr/>
          <p:nvPr/>
        </p:nvSpPr>
        <p:spPr>
          <a:xfrm>
            <a:off x="3207865" y="987623"/>
            <a:ext cx="646370" cy="169664"/>
          </a:xfrm>
          <a:prstGeom prst="rect">
            <a:avLst/>
          </a:prstGeom>
          <a:noFill/>
          <a:ln/>
        </p:spPr>
        <p:txBody>
          <a:bodyPr wrap="square" lIns="68072" tIns="17018" rIns="68072" bIns="17018" rtlCol="0" anchor="t">
            <a:spAutoFit/>
          </a:bodyPr>
          <a:lstStyle/>
          <a:p>
            <a:pPr marL="0" indent="0" algn="ctr">
              <a:lnSpc>
                <a:spcPts val="800"/>
              </a:lnSpc>
              <a:buNone/>
            </a:pPr>
            <a:r>
              <a:rPr lang="en-US" sz="621" dirty="0">
                <a:solidFill>
                  <a:srgbClr val="1A0D2E"/>
                </a:solidFill>
              </a:rPr>
              <a:t>보스 정보 영역</a:t>
            </a:r>
            <a:endParaRPr lang="en-US" sz="621" dirty="0"/>
          </a:p>
        </p:txBody>
      </p:sp>
      <p:sp>
        <p:nvSpPr>
          <p:cNvPr id="10" name="Shape 6"/>
          <p:cNvSpPr/>
          <p:nvPr/>
        </p:nvSpPr>
        <p:spPr>
          <a:xfrm>
            <a:off x="5176149" y="1130498"/>
            <a:ext cx="1314450" cy="885825"/>
          </a:xfrm>
          <a:prstGeom prst="rect">
            <a:avLst/>
          </a:prstGeom>
          <a:solidFill>
            <a:srgbClr val="FFD700">
              <a:alpha val="10000"/>
            </a:srgbClr>
          </a:solidFill>
          <a:ln w="18288">
            <a:solidFill>
              <a:srgbClr val="FFD700"/>
            </a:solidFill>
            <a:prstDash val="dash"/>
          </a:ln>
        </p:spPr>
      </p:sp>
      <p:sp>
        <p:nvSpPr>
          <p:cNvPr id="11" name="Shape 7"/>
          <p:cNvSpPr/>
          <p:nvPr/>
        </p:nvSpPr>
        <p:spPr>
          <a:xfrm>
            <a:off x="5765341" y="987623"/>
            <a:ext cx="725258" cy="169664"/>
          </a:xfrm>
          <a:prstGeom prst="rect">
            <a:avLst/>
          </a:prstGeom>
          <a:solidFill>
            <a:srgbClr val="FFD700"/>
          </a:solidFill>
          <a:ln w="9144">
            <a:solidFill>
              <a:srgbClr val="000000"/>
            </a:solidFill>
            <a:prstDash val="solid"/>
          </a:ln>
        </p:spPr>
      </p:sp>
      <p:sp>
        <p:nvSpPr>
          <p:cNvPr id="12" name="Text 8"/>
          <p:cNvSpPr/>
          <p:nvPr/>
        </p:nvSpPr>
        <p:spPr>
          <a:xfrm>
            <a:off x="5765341" y="987623"/>
            <a:ext cx="725258" cy="169664"/>
          </a:xfrm>
          <a:prstGeom prst="rect">
            <a:avLst/>
          </a:prstGeom>
          <a:noFill/>
          <a:ln/>
        </p:spPr>
        <p:txBody>
          <a:bodyPr wrap="square" lIns="68072" tIns="17018" rIns="68072" bIns="17018" rtlCol="0" anchor="t">
            <a:spAutoFit/>
          </a:bodyPr>
          <a:lstStyle/>
          <a:p>
            <a:pPr marL="0" indent="0" algn="ctr">
              <a:lnSpc>
                <a:spcPts val="800"/>
              </a:lnSpc>
              <a:buNone/>
            </a:pPr>
            <a:r>
              <a:rPr lang="en-US" sz="621" dirty="0">
                <a:solidFill>
                  <a:srgbClr val="1A0D2E"/>
                </a:solidFill>
              </a:rPr>
              <a:t>퀘스트 정보 영역</a:t>
            </a:r>
            <a:endParaRPr lang="en-US" sz="621" dirty="0"/>
          </a:p>
        </p:txBody>
      </p:sp>
      <p:sp>
        <p:nvSpPr>
          <p:cNvPr id="13" name="Text 9"/>
          <p:cNvSpPr/>
          <p:nvPr/>
        </p:nvSpPr>
        <p:spPr>
          <a:xfrm>
            <a:off x="5501748" y="1419820"/>
            <a:ext cx="691828" cy="278606"/>
          </a:xfrm>
          <a:prstGeom prst="rect">
            <a:avLst/>
          </a:prstGeom>
          <a:noFill/>
          <a:ln/>
        </p:spPr>
        <p:txBody>
          <a:bodyPr wrap="square" lIns="42545" tIns="42545" rIns="42545" bIns="42545" rtlCol="0" anchor="t">
            <a:spAutoFit/>
          </a:bodyPr>
          <a:lstStyle/>
          <a:p>
            <a:pPr marL="0" indent="0" algn="l">
              <a:lnSpc>
                <a:spcPts val="700"/>
              </a:lnSpc>
              <a:buNone/>
            </a:pPr>
            <a:r>
              <a:rPr lang="en-US" sz="516" dirty="0">
                <a:solidFill>
                  <a:srgbClr val="FFD700"/>
                </a:solidFill>
              </a:rPr>
              <a:t>[팔랑 마을]
도시 외곽으로 가서...</a:t>
            </a:r>
            <a:endParaRPr lang="en-US" sz="516" dirty="0"/>
          </a:p>
        </p:txBody>
      </p:sp>
      <p:sp>
        <p:nvSpPr>
          <p:cNvPr id="14" name="Shape 10"/>
          <p:cNvSpPr/>
          <p:nvPr/>
        </p:nvSpPr>
        <p:spPr>
          <a:xfrm>
            <a:off x="571500" y="3959423"/>
            <a:ext cx="2171700" cy="742950"/>
          </a:xfrm>
          <a:prstGeom prst="rect">
            <a:avLst/>
          </a:prstGeom>
          <a:solidFill>
            <a:srgbClr val="FFD700">
              <a:alpha val="10000"/>
            </a:srgbClr>
          </a:solidFill>
          <a:ln w="18288">
            <a:solidFill>
              <a:srgbClr val="FFD700"/>
            </a:solidFill>
            <a:prstDash val="dash"/>
          </a:ln>
        </p:spPr>
      </p:sp>
      <p:sp>
        <p:nvSpPr>
          <p:cNvPr id="15" name="Shape 11"/>
          <p:cNvSpPr/>
          <p:nvPr/>
        </p:nvSpPr>
        <p:spPr>
          <a:xfrm>
            <a:off x="571500" y="4675584"/>
            <a:ext cx="725258" cy="169664"/>
          </a:xfrm>
          <a:prstGeom prst="rect">
            <a:avLst/>
          </a:prstGeom>
          <a:solidFill>
            <a:srgbClr val="FFD700"/>
          </a:solidFill>
          <a:ln w="9144">
            <a:solidFill>
              <a:srgbClr val="000000"/>
            </a:solidFill>
            <a:prstDash val="solid"/>
          </a:ln>
        </p:spPr>
      </p:sp>
      <p:sp>
        <p:nvSpPr>
          <p:cNvPr id="16" name="Text 12"/>
          <p:cNvSpPr/>
          <p:nvPr/>
        </p:nvSpPr>
        <p:spPr>
          <a:xfrm>
            <a:off x="571500" y="4675584"/>
            <a:ext cx="725258" cy="169664"/>
          </a:xfrm>
          <a:prstGeom prst="rect">
            <a:avLst/>
          </a:prstGeom>
          <a:noFill/>
          <a:ln/>
        </p:spPr>
        <p:txBody>
          <a:bodyPr wrap="square" lIns="68072" tIns="17018" rIns="68072" bIns="17018" rtlCol="0" anchor="t">
            <a:spAutoFit/>
          </a:bodyPr>
          <a:lstStyle/>
          <a:p>
            <a:pPr marL="0" indent="0" algn="ctr">
              <a:lnSpc>
                <a:spcPts val="800"/>
              </a:lnSpc>
              <a:buNone/>
            </a:pPr>
            <a:r>
              <a:rPr lang="en-US" sz="621" dirty="0">
                <a:solidFill>
                  <a:srgbClr val="1A0D2E"/>
                </a:solidFill>
              </a:rPr>
              <a:t>캐릭터 정보 영역</a:t>
            </a:r>
            <a:endParaRPr lang="en-US" sz="621" dirty="0"/>
          </a:p>
        </p:txBody>
      </p:sp>
      <p:sp>
        <p:nvSpPr>
          <p:cNvPr id="17" name="Text 13"/>
          <p:cNvSpPr/>
          <p:nvPr/>
        </p:nvSpPr>
        <p:spPr>
          <a:xfrm>
            <a:off x="5741705" y="4693444"/>
            <a:ext cx="820331" cy="116086"/>
          </a:xfrm>
          <a:prstGeom prst="rect">
            <a:avLst/>
          </a:prstGeom>
          <a:noFill/>
          <a:ln/>
        </p:spPr>
        <p:txBody>
          <a:bodyPr wrap="none" lIns="0" tIns="0" rIns="0" bIns="0" rtlCol="0" anchor="t">
            <a:spAutoFit/>
          </a:bodyPr>
          <a:lstStyle/>
          <a:p>
            <a:pPr marL="0" indent="0" algn="l">
              <a:lnSpc>
                <a:spcPts val="800"/>
              </a:lnSpc>
              <a:buNone/>
            </a:pPr>
            <a:r>
              <a:rPr lang="en-US" sz="621" dirty="0">
                <a:solidFill>
                  <a:srgbClr val="00CED1"/>
                </a:solidFill>
              </a:rPr>
              <a:t>1920 X 1080 (Scaled)</a:t>
            </a:r>
            <a:endParaRPr lang="en-US" sz="621" dirty="0"/>
          </a:p>
        </p:txBody>
      </p:sp>
      <p:sp>
        <p:nvSpPr>
          <p:cNvPr id="18" name="Shape 14"/>
          <p:cNvSpPr/>
          <p:nvPr/>
        </p:nvSpPr>
        <p:spPr>
          <a:xfrm>
            <a:off x="6776349" y="987623"/>
            <a:ext cx="1939026" cy="606493"/>
          </a:xfrm>
          <a:prstGeom prst="rect">
            <a:avLst/>
          </a:prstGeom>
          <a:solidFill>
            <a:srgbClr val="FFFFFF">
              <a:alpha val="5000"/>
            </a:srgbClr>
          </a:solidFill>
          <a:ln/>
        </p:spPr>
      </p:sp>
      <p:sp>
        <p:nvSpPr>
          <p:cNvPr id="19" name="Shape 15"/>
          <p:cNvSpPr/>
          <p:nvPr/>
        </p:nvSpPr>
        <p:spPr>
          <a:xfrm>
            <a:off x="6776349" y="987623"/>
            <a:ext cx="28575" cy="606493"/>
          </a:xfrm>
          <a:prstGeom prst="rect">
            <a:avLst/>
          </a:prstGeom>
          <a:solidFill>
            <a:srgbClr val="FFD700"/>
          </a:solidFill>
          <a:ln/>
        </p:spPr>
      </p:sp>
      <p:sp>
        <p:nvSpPr>
          <p:cNvPr id="20" name="Text 16"/>
          <p:cNvSpPr/>
          <p:nvPr/>
        </p:nvSpPr>
        <p:spPr>
          <a:xfrm>
            <a:off x="6862074" y="1044773"/>
            <a:ext cx="1767576"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700"/>
                </a:solidFill>
              </a:rPr>
              <a:t>보스 정보 영역</a:t>
            </a:r>
            <a:endParaRPr lang="en-US" sz="885" dirty="0"/>
          </a:p>
        </p:txBody>
      </p:sp>
      <p:sp>
        <p:nvSpPr>
          <p:cNvPr id="21" name="Text 17"/>
          <p:cNvSpPr/>
          <p:nvPr/>
        </p:nvSpPr>
        <p:spPr>
          <a:xfrm>
            <a:off x="6862074" y="1276945"/>
            <a:ext cx="1767576" cy="260021"/>
          </a:xfrm>
          <a:prstGeom prst="rect">
            <a:avLst/>
          </a:prstGeom>
          <a:noFill/>
          <a:ln/>
        </p:spPr>
        <p:txBody>
          <a:bodyPr wrap="square" lIns="0" tIns="0" rIns="0" bIns="0" rtlCol="0" anchor="t">
            <a:spAutoFit/>
          </a:bodyPr>
          <a:lstStyle/>
          <a:p>
            <a:pPr marL="0" indent="0" algn="l">
              <a:lnSpc>
                <a:spcPts val="1000"/>
              </a:lnSpc>
              <a:buNone/>
            </a:pPr>
            <a:r>
              <a:rPr lang="en-US" sz="727" dirty="0">
                <a:solidFill>
                  <a:srgbClr val="E0E0E0"/>
                </a:solidFill>
              </a:rPr>
              <a:t>보스 생명력 바, 페이즈 아이콘, 보스 이름 및 상태 정보가 상단 중앙에 배치됩니다.</a:t>
            </a:r>
            <a:endParaRPr lang="en-US" sz="727" dirty="0"/>
          </a:p>
        </p:txBody>
      </p:sp>
      <p:sp>
        <p:nvSpPr>
          <p:cNvPr id="22" name="Shape 18"/>
          <p:cNvSpPr/>
          <p:nvPr/>
        </p:nvSpPr>
        <p:spPr>
          <a:xfrm>
            <a:off x="6776349" y="1679842"/>
            <a:ext cx="1939026" cy="606493"/>
          </a:xfrm>
          <a:prstGeom prst="rect">
            <a:avLst/>
          </a:prstGeom>
          <a:solidFill>
            <a:srgbClr val="FFFFFF">
              <a:alpha val="5000"/>
            </a:srgbClr>
          </a:solidFill>
          <a:ln/>
        </p:spPr>
      </p:sp>
      <p:sp>
        <p:nvSpPr>
          <p:cNvPr id="23" name="Shape 19"/>
          <p:cNvSpPr/>
          <p:nvPr/>
        </p:nvSpPr>
        <p:spPr>
          <a:xfrm>
            <a:off x="6776349" y="1679842"/>
            <a:ext cx="28575" cy="606493"/>
          </a:xfrm>
          <a:prstGeom prst="rect">
            <a:avLst/>
          </a:prstGeom>
          <a:solidFill>
            <a:srgbClr val="FFD700"/>
          </a:solidFill>
          <a:ln/>
        </p:spPr>
      </p:sp>
      <p:sp>
        <p:nvSpPr>
          <p:cNvPr id="24" name="Text 20"/>
          <p:cNvSpPr/>
          <p:nvPr/>
        </p:nvSpPr>
        <p:spPr>
          <a:xfrm>
            <a:off x="6862074" y="1736992"/>
            <a:ext cx="1767576"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700"/>
                </a:solidFill>
              </a:rPr>
              <a:t>퀘스트 영역</a:t>
            </a:r>
            <a:endParaRPr lang="en-US" sz="885" dirty="0"/>
          </a:p>
        </p:txBody>
      </p:sp>
      <p:sp>
        <p:nvSpPr>
          <p:cNvPr id="25" name="Text 21"/>
          <p:cNvSpPr/>
          <p:nvPr/>
        </p:nvSpPr>
        <p:spPr>
          <a:xfrm>
            <a:off x="6862074" y="1969164"/>
            <a:ext cx="1767576" cy="260021"/>
          </a:xfrm>
          <a:prstGeom prst="rect">
            <a:avLst/>
          </a:prstGeom>
          <a:noFill/>
          <a:ln/>
        </p:spPr>
        <p:txBody>
          <a:bodyPr wrap="square" lIns="0" tIns="0" rIns="0" bIns="0" rtlCol="0" anchor="t">
            <a:spAutoFit/>
          </a:bodyPr>
          <a:lstStyle/>
          <a:p>
            <a:pPr marL="0" indent="0" algn="l">
              <a:lnSpc>
                <a:spcPts val="1000"/>
              </a:lnSpc>
              <a:buNone/>
            </a:pPr>
            <a:r>
              <a:rPr lang="en-US" sz="727" dirty="0">
                <a:solidFill>
                  <a:srgbClr val="E0E0E0"/>
                </a:solidFill>
              </a:rPr>
              <a:t>현재 진행 중인 퀘스트 목표와 위치 정보를 상단 우측에 간결하게 표시합니다.</a:t>
            </a:r>
            <a:endParaRPr lang="en-US" sz="727" dirty="0"/>
          </a:p>
        </p:txBody>
      </p:sp>
      <p:sp>
        <p:nvSpPr>
          <p:cNvPr id="26" name="Shape 22"/>
          <p:cNvSpPr/>
          <p:nvPr/>
        </p:nvSpPr>
        <p:spPr>
          <a:xfrm>
            <a:off x="6776349" y="2372060"/>
            <a:ext cx="1939026" cy="606493"/>
          </a:xfrm>
          <a:prstGeom prst="rect">
            <a:avLst/>
          </a:prstGeom>
          <a:solidFill>
            <a:srgbClr val="FFFFFF">
              <a:alpha val="5000"/>
            </a:srgbClr>
          </a:solidFill>
          <a:ln/>
        </p:spPr>
      </p:sp>
      <p:sp>
        <p:nvSpPr>
          <p:cNvPr id="27" name="Shape 23"/>
          <p:cNvSpPr/>
          <p:nvPr/>
        </p:nvSpPr>
        <p:spPr>
          <a:xfrm>
            <a:off x="6776349" y="2372060"/>
            <a:ext cx="28575" cy="606493"/>
          </a:xfrm>
          <a:prstGeom prst="rect">
            <a:avLst/>
          </a:prstGeom>
          <a:solidFill>
            <a:srgbClr val="FFD700"/>
          </a:solidFill>
          <a:ln/>
        </p:spPr>
      </p:sp>
      <p:sp>
        <p:nvSpPr>
          <p:cNvPr id="28" name="Text 24"/>
          <p:cNvSpPr/>
          <p:nvPr/>
        </p:nvSpPr>
        <p:spPr>
          <a:xfrm>
            <a:off x="6862074" y="2429210"/>
            <a:ext cx="1767576"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700"/>
                </a:solidFill>
              </a:rPr>
              <a:t>캐릭터 정보 영역</a:t>
            </a:r>
            <a:endParaRPr lang="en-US" sz="885" dirty="0"/>
          </a:p>
        </p:txBody>
      </p:sp>
      <p:sp>
        <p:nvSpPr>
          <p:cNvPr id="29" name="Text 25"/>
          <p:cNvSpPr/>
          <p:nvPr/>
        </p:nvSpPr>
        <p:spPr>
          <a:xfrm>
            <a:off x="6862074" y="2661382"/>
            <a:ext cx="1767576" cy="260021"/>
          </a:xfrm>
          <a:prstGeom prst="rect">
            <a:avLst/>
          </a:prstGeom>
          <a:noFill/>
          <a:ln/>
        </p:spPr>
        <p:txBody>
          <a:bodyPr wrap="square" lIns="0" tIns="0" rIns="0" bIns="0" rtlCol="0" anchor="t">
            <a:spAutoFit/>
          </a:bodyPr>
          <a:lstStyle/>
          <a:p>
            <a:pPr marL="0" indent="0" algn="l">
              <a:lnSpc>
                <a:spcPts val="1000"/>
              </a:lnSpc>
              <a:buNone/>
            </a:pPr>
            <a:r>
              <a:rPr lang="en-US" sz="727" dirty="0">
                <a:solidFill>
                  <a:srgbClr val="E0E0E0"/>
                </a:solidFill>
              </a:rPr>
              <a:t>주인공 HP, 자아 마모도, 상태 이상 및 퀵슬롯 아이콘이 하단 좌측에 집중 배치됩니다.</a:t>
            </a:r>
            <a:endParaRPr lang="en-US" sz="72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710355" cy="544711"/>
          </a:xfrm>
          <a:prstGeom prst="rect">
            <a:avLst/>
          </a:prstGeom>
          <a:solidFill>
            <a:srgbClr val="FFFFFF"/>
          </a:solidFill>
          <a:ln w="27432">
            <a:solidFill>
              <a:srgbClr val="000000"/>
            </a:solidFill>
            <a:prstDash val="solid"/>
          </a:ln>
        </p:spPr>
      </p:sp>
      <p:sp>
        <p:nvSpPr>
          <p:cNvPr id="4" name="Text 1"/>
          <p:cNvSpPr/>
          <p:nvPr/>
        </p:nvSpPr>
        <p:spPr>
          <a:xfrm>
            <a:off x="642938" y="342900"/>
            <a:ext cx="2224580"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시스템: UI 설정 영역</a:t>
            </a:r>
            <a:endParaRPr lang="en-US" sz="1808" dirty="0"/>
          </a:p>
        </p:txBody>
      </p:sp>
      <p:sp>
        <p:nvSpPr>
          <p:cNvPr id="5" name="Shape 2"/>
          <p:cNvSpPr/>
          <p:nvPr/>
        </p:nvSpPr>
        <p:spPr>
          <a:xfrm>
            <a:off x="428625" y="844748"/>
            <a:ext cx="4100513" cy="1793081"/>
          </a:xfrm>
          <a:prstGeom prst="rect">
            <a:avLst/>
          </a:prstGeom>
          <a:solidFill>
            <a:srgbClr val="FFFFFF">
              <a:alpha val="5000"/>
            </a:srgbClr>
          </a:solidFill>
          <a:ln w="27432">
            <a:solidFill>
              <a:srgbClr val="00CED1"/>
            </a:solidFill>
            <a:prstDash val="solid"/>
          </a:ln>
        </p:spPr>
      </p:sp>
      <p:pic>
        <p:nvPicPr>
          <p:cNvPr id="6" name="Image 1" descr="preencoded.png"/>
          <p:cNvPicPr>
            <a:picLocks noChangeAspect="1"/>
          </p:cNvPicPr>
          <p:nvPr/>
        </p:nvPicPr>
        <p:blipFill>
          <a:blip r:embed="rId4"/>
          <a:stretch>
            <a:fillRect/>
          </a:stretch>
        </p:blipFill>
        <p:spPr>
          <a:xfrm>
            <a:off x="542925" y="998339"/>
            <a:ext cx="171450" cy="171450"/>
          </a:xfrm>
          <a:prstGeom prst="rect">
            <a:avLst/>
          </a:prstGeom>
        </p:spPr>
      </p:pic>
      <p:sp>
        <p:nvSpPr>
          <p:cNvPr id="7" name="Text 3"/>
          <p:cNvSpPr/>
          <p:nvPr/>
        </p:nvSpPr>
        <p:spPr>
          <a:xfrm>
            <a:off x="785813" y="959048"/>
            <a:ext cx="1193313"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D700"/>
                </a:solidFill>
              </a:rPr>
              <a:t>캐릭터 정보 영역</a:t>
            </a:r>
            <a:endParaRPr lang="en-US" sz="1269" dirty="0"/>
          </a:p>
        </p:txBody>
      </p:sp>
      <p:sp>
        <p:nvSpPr>
          <p:cNvPr id="8" name="Shape 4"/>
          <p:cNvSpPr/>
          <p:nvPr/>
        </p:nvSpPr>
        <p:spPr>
          <a:xfrm>
            <a:off x="542925" y="1337667"/>
            <a:ext cx="3871913" cy="671513"/>
          </a:xfrm>
          <a:prstGeom prst="rect">
            <a:avLst/>
          </a:prstGeom>
          <a:solidFill>
            <a:srgbClr val="000000"/>
          </a:solidFill>
          <a:ln w="18288">
            <a:solidFill>
              <a:srgbClr val="FFFFFF"/>
            </a:solidFill>
            <a:prstDash val="solid"/>
          </a:ln>
        </p:spPr>
      </p:sp>
      <p:sp>
        <p:nvSpPr>
          <p:cNvPr id="9" name="Shape 5"/>
          <p:cNvSpPr/>
          <p:nvPr/>
        </p:nvSpPr>
        <p:spPr>
          <a:xfrm>
            <a:off x="628650" y="1423392"/>
            <a:ext cx="471488" cy="471488"/>
          </a:xfrm>
          <a:prstGeom prst="rect">
            <a:avLst/>
          </a:prstGeom>
          <a:solidFill>
            <a:srgbClr val="222222"/>
          </a:solidFill>
          <a:ln w="18288">
            <a:solidFill>
              <a:srgbClr val="FFD700"/>
            </a:solidFill>
            <a:prstDash val="solid"/>
          </a:ln>
        </p:spPr>
      </p:sp>
      <p:pic>
        <p:nvPicPr>
          <p:cNvPr id="10" name="Image 2" descr="preencoded.png"/>
          <p:cNvPicPr>
            <a:picLocks noChangeAspect="1"/>
          </p:cNvPicPr>
          <p:nvPr/>
        </p:nvPicPr>
        <p:blipFill>
          <a:blip r:embed="rId5"/>
          <a:stretch>
            <a:fillRect/>
          </a:stretch>
        </p:blipFill>
        <p:spPr>
          <a:xfrm>
            <a:off x="757238" y="1551980"/>
            <a:ext cx="171450" cy="171450"/>
          </a:xfrm>
          <a:prstGeom prst="rect">
            <a:avLst/>
          </a:prstGeom>
        </p:spPr>
      </p:pic>
      <p:sp>
        <p:nvSpPr>
          <p:cNvPr id="11" name="Shape 6"/>
          <p:cNvSpPr/>
          <p:nvPr/>
        </p:nvSpPr>
        <p:spPr>
          <a:xfrm>
            <a:off x="1143000" y="1448395"/>
            <a:ext cx="3228975" cy="214313"/>
          </a:xfrm>
          <a:prstGeom prst="rect">
            <a:avLst/>
          </a:prstGeom>
          <a:solidFill>
            <a:srgbClr val="333333"/>
          </a:solidFill>
          <a:ln w="18288">
            <a:solidFill>
              <a:srgbClr val="FFFFFF"/>
            </a:solidFill>
            <a:prstDash val="solid"/>
          </a:ln>
        </p:spPr>
      </p:sp>
      <p:sp>
        <p:nvSpPr>
          <p:cNvPr id="12" name="Shape 7"/>
          <p:cNvSpPr/>
          <p:nvPr/>
        </p:nvSpPr>
        <p:spPr>
          <a:xfrm>
            <a:off x="1143000" y="1676995"/>
            <a:ext cx="3228975" cy="128588"/>
          </a:xfrm>
          <a:prstGeom prst="rect">
            <a:avLst/>
          </a:prstGeom>
          <a:solidFill>
            <a:srgbClr val="333333"/>
          </a:solidFill>
          <a:ln w="18288">
            <a:solidFill>
              <a:srgbClr val="00CED1"/>
            </a:solidFill>
            <a:prstDash val="solid"/>
          </a:ln>
        </p:spPr>
      </p:sp>
      <p:sp>
        <p:nvSpPr>
          <p:cNvPr id="13" name="Text 8"/>
          <p:cNvSpPr/>
          <p:nvPr/>
        </p:nvSpPr>
        <p:spPr>
          <a:xfrm>
            <a:off x="542925" y="2009180"/>
            <a:ext cx="3871913" cy="385763"/>
          </a:xfrm>
          <a:prstGeom prst="rect">
            <a:avLst/>
          </a:prstGeom>
          <a:noFill/>
          <a:ln/>
        </p:spPr>
        <p:txBody>
          <a:bodyPr wrap="square" lIns="0" tIns="0" rIns="0" bIns="0" rtlCol="0" anchor="t">
            <a:spAutoFit/>
          </a:bodyPr>
          <a:lstStyle/>
          <a:p>
            <a:pPr marL="0" indent="0" algn="l">
              <a:lnSpc>
                <a:spcPts val="1500"/>
              </a:lnSpc>
              <a:buNone/>
            </a:pPr>
            <a:r>
              <a:rPr lang="en-US" sz="885" b="1" dirty="0">
                <a:solidFill>
                  <a:srgbClr val="FFD700"/>
                </a:solidFill>
              </a:rPr>
              <a:t>주인공 생명력 및 자아 마모도:</a:t>
            </a:r>
            <a:r>
              <a:rPr lang="en-US" sz="942" dirty="0">
                <a:solidFill>
                  <a:srgbClr val="E0E0E0"/>
                </a:solidFill>
              </a:rPr>
              <a:t> 현재 체력과 마모 상태를 직관적으로 표시합니다.</a:t>
            </a:r>
            <a:endParaRPr lang="en-US" sz="885" dirty="0"/>
          </a:p>
        </p:txBody>
      </p:sp>
      <p:sp>
        <p:nvSpPr>
          <p:cNvPr id="14" name="Shape 9"/>
          <p:cNvSpPr/>
          <p:nvPr/>
        </p:nvSpPr>
        <p:spPr>
          <a:xfrm>
            <a:off x="4614863" y="844748"/>
            <a:ext cx="4100513" cy="1664494"/>
          </a:xfrm>
          <a:prstGeom prst="rect">
            <a:avLst/>
          </a:prstGeom>
          <a:solidFill>
            <a:srgbClr val="FFFFFF">
              <a:alpha val="5000"/>
            </a:srgbClr>
          </a:solidFill>
          <a:ln w="27432">
            <a:solidFill>
              <a:srgbClr val="FF69B4"/>
            </a:solidFill>
            <a:prstDash val="solid"/>
          </a:ln>
        </p:spPr>
      </p:sp>
      <p:pic>
        <p:nvPicPr>
          <p:cNvPr id="15" name="Image 3" descr="preencoded.png"/>
          <p:cNvPicPr>
            <a:picLocks noChangeAspect="1"/>
          </p:cNvPicPr>
          <p:nvPr/>
        </p:nvPicPr>
        <p:blipFill>
          <a:blip r:embed="rId6"/>
          <a:stretch>
            <a:fillRect/>
          </a:stretch>
        </p:blipFill>
        <p:spPr>
          <a:xfrm>
            <a:off x="4729163" y="998339"/>
            <a:ext cx="171450" cy="171450"/>
          </a:xfrm>
          <a:prstGeom prst="rect">
            <a:avLst/>
          </a:prstGeom>
        </p:spPr>
      </p:pic>
      <p:sp>
        <p:nvSpPr>
          <p:cNvPr id="16" name="Text 10"/>
          <p:cNvSpPr/>
          <p:nvPr/>
        </p:nvSpPr>
        <p:spPr>
          <a:xfrm>
            <a:off x="4972050" y="959048"/>
            <a:ext cx="1035565"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69B4"/>
                </a:solidFill>
              </a:rPr>
              <a:t>보스 정보 영역</a:t>
            </a:r>
            <a:endParaRPr lang="en-US" sz="1269" dirty="0"/>
          </a:p>
        </p:txBody>
      </p:sp>
      <p:sp>
        <p:nvSpPr>
          <p:cNvPr id="17" name="Shape 11"/>
          <p:cNvSpPr/>
          <p:nvPr/>
        </p:nvSpPr>
        <p:spPr>
          <a:xfrm>
            <a:off x="4729163" y="1337667"/>
            <a:ext cx="3871913" cy="600075"/>
          </a:xfrm>
          <a:prstGeom prst="rect">
            <a:avLst/>
          </a:prstGeom>
          <a:solidFill>
            <a:srgbClr val="000000"/>
          </a:solidFill>
          <a:ln w="18288">
            <a:solidFill>
              <a:srgbClr val="FFFFFF"/>
            </a:solidFill>
            <a:prstDash val="solid"/>
          </a:ln>
        </p:spPr>
      </p:sp>
      <p:sp>
        <p:nvSpPr>
          <p:cNvPr id="18" name="Shape 12"/>
          <p:cNvSpPr/>
          <p:nvPr/>
        </p:nvSpPr>
        <p:spPr>
          <a:xfrm>
            <a:off x="4814888" y="1423392"/>
            <a:ext cx="3743325" cy="214313"/>
          </a:xfrm>
          <a:prstGeom prst="rect">
            <a:avLst/>
          </a:prstGeom>
          <a:solidFill>
            <a:srgbClr val="333333"/>
          </a:solidFill>
          <a:ln w="18288">
            <a:solidFill>
              <a:srgbClr val="FF69B4"/>
            </a:solidFill>
            <a:prstDash val="solid"/>
          </a:ln>
        </p:spPr>
      </p:sp>
      <p:pic>
        <p:nvPicPr>
          <p:cNvPr id="19" name="Image 4" descr="preencoded.png"/>
          <p:cNvPicPr>
            <a:picLocks noChangeAspect="1"/>
          </p:cNvPicPr>
          <p:nvPr/>
        </p:nvPicPr>
        <p:blipFill>
          <a:blip r:embed="rId7"/>
          <a:stretch>
            <a:fillRect/>
          </a:stretch>
        </p:blipFill>
        <p:spPr>
          <a:xfrm>
            <a:off x="4814888" y="1694855"/>
            <a:ext cx="85725" cy="85725"/>
          </a:xfrm>
          <a:prstGeom prst="rect">
            <a:avLst/>
          </a:prstGeom>
        </p:spPr>
      </p:pic>
      <p:pic>
        <p:nvPicPr>
          <p:cNvPr id="20" name="Image 5" descr="preencoded.png"/>
          <p:cNvPicPr>
            <a:picLocks noChangeAspect="1"/>
          </p:cNvPicPr>
          <p:nvPr/>
        </p:nvPicPr>
        <p:blipFill>
          <a:blip r:embed="rId7"/>
          <a:stretch>
            <a:fillRect/>
          </a:stretch>
        </p:blipFill>
        <p:spPr>
          <a:xfrm>
            <a:off x="4943475" y="1694855"/>
            <a:ext cx="85725" cy="85725"/>
          </a:xfrm>
          <a:prstGeom prst="rect">
            <a:avLst/>
          </a:prstGeom>
        </p:spPr>
      </p:pic>
      <p:pic>
        <p:nvPicPr>
          <p:cNvPr id="21" name="Image 6" descr="preencoded.png"/>
          <p:cNvPicPr>
            <a:picLocks noChangeAspect="1"/>
          </p:cNvPicPr>
          <p:nvPr/>
        </p:nvPicPr>
        <p:blipFill>
          <a:blip r:embed="rId8"/>
          <a:stretch>
            <a:fillRect/>
          </a:stretch>
        </p:blipFill>
        <p:spPr>
          <a:xfrm>
            <a:off x="5072063" y="1694855"/>
            <a:ext cx="85725" cy="85725"/>
          </a:xfrm>
          <a:prstGeom prst="rect">
            <a:avLst/>
          </a:prstGeom>
        </p:spPr>
      </p:pic>
      <p:sp>
        <p:nvSpPr>
          <p:cNvPr id="22" name="Text 13"/>
          <p:cNvSpPr/>
          <p:nvPr/>
        </p:nvSpPr>
        <p:spPr>
          <a:xfrm>
            <a:off x="4729163" y="1937742"/>
            <a:ext cx="3871913"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D700"/>
                </a:solidFill>
              </a:rPr>
              <a:t>보스 생명력 및 페이즈:</a:t>
            </a:r>
            <a:r>
              <a:rPr lang="en-US" sz="942" dirty="0">
                <a:solidFill>
                  <a:srgbClr val="E0E0E0"/>
                </a:solidFill>
              </a:rPr>
              <a:t> 남은 체력과 페이즈를 아이콘으로 표시합니다.</a:t>
            </a:r>
            <a:endParaRPr lang="en-US" sz="885" dirty="0"/>
          </a:p>
        </p:txBody>
      </p:sp>
      <p:sp>
        <p:nvSpPr>
          <p:cNvPr id="23" name="Shape 14"/>
          <p:cNvSpPr/>
          <p:nvPr/>
        </p:nvSpPr>
        <p:spPr>
          <a:xfrm>
            <a:off x="428625" y="2594967"/>
            <a:ext cx="4100513" cy="1928813"/>
          </a:xfrm>
          <a:prstGeom prst="rect">
            <a:avLst/>
          </a:prstGeom>
          <a:solidFill>
            <a:srgbClr val="FFFFFF">
              <a:alpha val="5000"/>
            </a:srgbClr>
          </a:solidFill>
          <a:ln w="27432">
            <a:solidFill>
              <a:srgbClr val="FFD700"/>
            </a:solidFill>
            <a:prstDash val="solid"/>
          </a:ln>
        </p:spPr>
      </p:sp>
      <p:pic>
        <p:nvPicPr>
          <p:cNvPr id="24" name="Image 7" descr="preencoded.png"/>
          <p:cNvPicPr>
            <a:picLocks noChangeAspect="1"/>
          </p:cNvPicPr>
          <p:nvPr/>
        </p:nvPicPr>
        <p:blipFill>
          <a:blip r:embed="rId9"/>
          <a:stretch>
            <a:fillRect/>
          </a:stretch>
        </p:blipFill>
        <p:spPr>
          <a:xfrm>
            <a:off x="542925" y="2748558"/>
            <a:ext cx="171450" cy="171450"/>
          </a:xfrm>
          <a:prstGeom prst="rect">
            <a:avLst/>
          </a:prstGeom>
        </p:spPr>
      </p:pic>
      <p:sp>
        <p:nvSpPr>
          <p:cNvPr id="25" name="Text 15"/>
          <p:cNvSpPr/>
          <p:nvPr/>
        </p:nvSpPr>
        <p:spPr>
          <a:xfrm>
            <a:off x="785813" y="2709267"/>
            <a:ext cx="1193313"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D700"/>
                </a:solidFill>
              </a:rPr>
              <a:t>퀵슬롯 및 소모품</a:t>
            </a:r>
            <a:endParaRPr lang="en-US" sz="1269" dirty="0"/>
          </a:p>
        </p:txBody>
      </p:sp>
      <p:sp>
        <p:nvSpPr>
          <p:cNvPr id="26" name="Shape 16"/>
          <p:cNvSpPr/>
          <p:nvPr/>
        </p:nvSpPr>
        <p:spPr>
          <a:xfrm>
            <a:off x="542925" y="3087886"/>
            <a:ext cx="3871913" cy="600075"/>
          </a:xfrm>
          <a:prstGeom prst="rect">
            <a:avLst/>
          </a:prstGeom>
          <a:solidFill>
            <a:srgbClr val="000000"/>
          </a:solidFill>
          <a:ln w="18288">
            <a:solidFill>
              <a:srgbClr val="FFFFFF"/>
            </a:solidFill>
            <a:prstDash val="solid"/>
          </a:ln>
        </p:spPr>
      </p:sp>
      <p:sp>
        <p:nvSpPr>
          <p:cNvPr id="27" name="Shape 17"/>
          <p:cNvSpPr/>
          <p:nvPr/>
        </p:nvSpPr>
        <p:spPr>
          <a:xfrm>
            <a:off x="628650" y="3173611"/>
            <a:ext cx="400050" cy="400050"/>
          </a:xfrm>
          <a:prstGeom prst="rect">
            <a:avLst/>
          </a:prstGeom>
          <a:solidFill>
            <a:srgbClr val="222222"/>
          </a:solidFill>
          <a:ln w="18288">
            <a:solidFill>
              <a:srgbClr val="FFD700"/>
            </a:solidFill>
            <a:prstDash val="solid"/>
          </a:ln>
        </p:spPr>
      </p:sp>
      <p:sp>
        <p:nvSpPr>
          <p:cNvPr id="28" name="Shape 18"/>
          <p:cNvSpPr/>
          <p:nvPr/>
        </p:nvSpPr>
        <p:spPr>
          <a:xfrm>
            <a:off x="1057275" y="3173611"/>
            <a:ext cx="400050" cy="400050"/>
          </a:xfrm>
          <a:prstGeom prst="rect">
            <a:avLst/>
          </a:prstGeom>
          <a:solidFill>
            <a:srgbClr val="222222"/>
          </a:solidFill>
          <a:ln w="18288">
            <a:solidFill>
              <a:srgbClr val="FFFFFF"/>
            </a:solidFill>
            <a:prstDash val="solid"/>
          </a:ln>
        </p:spPr>
      </p:sp>
      <p:pic>
        <p:nvPicPr>
          <p:cNvPr id="29" name="Image 8" descr="preencoded.png"/>
          <p:cNvPicPr>
            <a:picLocks noChangeAspect="1"/>
          </p:cNvPicPr>
          <p:nvPr/>
        </p:nvPicPr>
        <p:blipFill>
          <a:blip r:embed="rId10"/>
          <a:stretch>
            <a:fillRect/>
          </a:stretch>
        </p:blipFill>
        <p:spPr>
          <a:xfrm>
            <a:off x="1160859" y="3266480"/>
            <a:ext cx="150019" cy="171450"/>
          </a:xfrm>
          <a:prstGeom prst="rect">
            <a:avLst/>
          </a:prstGeom>
        </p:spPr>
      </p:pic>
      <p:sp>
        <p:nvSpPr>
          <p:cNvPr id="30" name="Shape 19"/>
          <p:cNvSpPr/>
          <p:nvPr/>
        </p:nvSpPr>
        <p:spPr>
          <a:xfrm>
            <a:off x="1485900" y="3173611"/>
            <a:ext cx="400050" cy="400050"/>
          </a:xfrm>
          <a:prstGeom prst="rect">
            <a:avLst/>
          </a:prstGeom>
          <a:solidFill>
            <a:srgbClr val="222222"/>
          </a:solidFill>
          <a:ln w="18288">
            <a:solidFill>
              <a:srgbClr val="FFFFFF"/>
            </a:solidFill>
            <a:prstDash val="solid"/>
          </a:ln>
        </p:spPr>
      </p:sp>
      <p:pic>
        <p:nvPicPr>
          <p:cNvPr id="31" name="Image 9" descr="preencoded.png"/>
          <p:cNvPicPr>
            <a:picLocks noChangeAspect="1"/>
          </p:cNvPicPr>
          <p:nvPr/>
        </p:nvPicPr>
        <p:blipFill>
          <a:blip r:embed="rId11"/>
          <a:stretch>
            <a:fillRect/>
          </a:stretch>
        </p:blipFill>
        <p:spPr>
          <a:xfrm>
            <a:off x="1578769" y="3266480"/>
            <a:ext cx="171450" cy="171450"/>
          </a:xfrm>
          <a:prstGeom prst="rect">
            <a:avLst/>
          </a:prstGeom>
        </p:spPr>
      </p:pic>
      <p:sp>
        <p:nvSpPr>
          <p:cNvPr id="32" name="Shape 20"/>
          <p:cNvSpPr/>
          <p:nvPr/>
        </p:nvSpPr>
        <p:spPr>
          <a:xfrm>
            <a:off x="1914525" y="3173611"/>
            <a:ext cx="400050" cy="400050"/>
          </a:xfrm>
          <a:prstGeom prst="rect">
            <a:avLst/>
          </a:prstGeom>
          <a:solidFill>
            <a:srgbClr val="222222"/>
          </a:solidFill>
          <a:ln w="18288">
            <a:solidFill>
              <a:srgbClr val="FFFFFF"/>
            </a:solidFill>
            <a:prstDash val="solid"/>
          </a:ln>
        </p:spPr>
      </p:sp>
      <p:pic>
        <p:nvPicPr>
          <p:cNvPr id="33" name="Image 10" descr="preencoded.png"/>
          <p:cNvPicPr>
            <a:picLocks noChangeAspect="1"/>
          </p:cNvPicPr>
          <p:nvPr/>
        </p:nvPicPr>
        <p:blipFill>
          <a:blip r:embed="rId12"/>
          <a:stretch>
            <a:fillRect/>
          </a:stretch>
        </p:blipFill>
        <p:spPr>
          <a:xfrm>
            <a:off x="2028825" y="3266480"/>
            <a:ext cx="128588" cy="171450"/>
          </a:xfrm>
          <a:prstGeom prst="rect">
            <a:avLst/>
          </a:prstGeom>
        </p:spPr>
      </p:pic>
      <p:sp>
        <p:nvSpPr>
          <p:cNvPr id="34" name="Text 21"/>
          <p:cNvSpPr/>
          <p:nvPr/>
        </p:nvSpPr>
        <p:spPr>
          <a:xfrm>
            <a:off x="542925" y="3687961"/>
            <a:ext cx="3871913"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D700"/>
                </a:solidFill>
              </a:rPr>
              <a:t>무기 및 아이템 단축바:</a:t>
            </a:r>
            <a:r>
              <a:rPr lang="en-US" sz="942" dirty="0">
                <a:solidFill>
                  <a:srgbClr val="E0E0E0"/>
                </a:solidFill>
              </a:rPr>
              <a:t> 장착 아이템을 빠르게 확인하고 사용합니다.</a:t>
            </a:r>
            <a:endParaRPr lang="en-US" sz="885" dirty="0"/>
          </a:p>
        </p:txBody>
      </p:sp>
      <p:sp>
        <p:nvSpPr>
          <p:cNvPr id="35" name="Shape 22"/>
          <p:cNvSpPr/>
          <p:nvPr/>
        </p:nvSpPr>
        <p:spPr>
          <a:xfrm>
            <a:off x="4614863" y="2594967"/>
            <a:ext cx="4100513" cy="1928813"/>
          </a:xfrm>
          <a:prstGeom prst="rect">
            <a:avLst/>
          </a:prstGeom>
          <a:solidFill>
            <a:srgbClr val="FFFFFF">
              <a:alpha val="5000"/>
            </a:srgbClr>
          </a:solidFill>
          <a:ln w="27432">
            <a:solidFill>
              <a:srgbClr val="00CED1"/>
            </a:solidFill>
            <a:prstDash val="solid"/>
          </a:ln>
        </p:spPr>
      </p:sp>
      <p:pic>
        <p:nvPicPr>
          <p:cNvPr id="36" name="Image 11" descr="preencoded.png"/>
          <p:cNvPicPr>
            <a:picLocks noChangeAspect="1"/>
          </p:cNvPicPr>
          <p:nvPr/>
        </p:nvPicPr>
        <p:blipFill>
          <a:blip r:embed="rId13"/>
          <a:stretch>
            <a:fillRect/>
          </a:stretch>
        </p:blipFill>
        <p:spPr>
          <a:xfrm>
            <a:off x="4729163" y="2748558"/>
            <a:ext cx="171450" cy="171450"/>
          </a:xfrm>
          <a:prstGeom prst="rect">
            <a:avLst/>
          </a:prstGeom>
        </p:spPr>
      </p:pic>
      <p:sp>
        <p:nvSpPr>
          <p:cNvPr id="37" name="Text 23"/>
          <p:cNvSpPr/>
          <p:nvPr/>
        </p:nvSpPr>
        <p:spPr>
          <a:xfrm>
            <a:off x="4972050" y="2709267"/>
            <a:ext cx="1395626" cy="250031"/>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D700"/>
                </a:solidFill>
              </a:rPr>
              <a:t>상태 이상 및 퀘스트</a:t>
            </a:r>
            <a:endParaRPr lang="en-US" sz="1269" dirty="0"/>
          </a:p>
        </p:txBody>
      </p:sp>
      <p:sp>
        <p:nvSpPr>
          <p:cNvPr id="38" name="Shape 24"/>
          <p:cNvSpPr/>
          <p:nvPr/>
        </p:nvSpPr>
        <p:spPr>
          <a:xfrm>
            <a:off x="4729163" y="3087886"/>
            <a:ext cx="3871913" cy="807244"/>
          </a:xfrm>
          <a:prstGeom prst="rect">
            <a:avLst/>
          </a:prstGeom>
          <a:solidFill>
            <a:srgbClr val="000000"/>
          </a:solidFill>
          <a:ln w="18288">
            <a:solidFill>
              <a:srgbClr val="FFFFFF"/>
            </a:solidFill>
            <a:prstDash val="solid"/>
          </a:ln>
        </p:spPr>
      </p:sp>
      <p:sp>
        <p:nvSpPr>
          <p:cNvPr id="39" name="Shape 25"/>
          <p:cNvSpPr/>
          <p:nvPr/>
        </p:nvSpPr>
        <p:spPr>
          <a:xfrm>
            <a:off x="4814888" y="3173611"/>
            <a:ext cx="328613" cy="328613"/>
          </a:xfrm>
          <a:prstGeom prst="rect">
            <a:avLst/>
          </a:prstGeom>
          <a:solidFill>
            <a:srgbClr val="222222"/>
          </a:solidFill>
          <a:ln w="18288">
            <a:solidFill>
              <a:srgbClr val="FF69B4"/>
            </a:solidFill>
            <a:prstDash val="solid"/>
          </a:ln>
        </p:spPr>
      </p:sp>
      <p:pic>
        <p:nvPicPr>
          <p:cNvPr id="40" name="Image 12" descr="preencoded.png"/>
          <p:cNvPicPr>
            <a:picLocks noChangeAspect="1"/>
          </p:cNvPicPr>
          <p:nvPr/>
        </p:nvPicPr>
        <p:blipFill>
          <a:blip r:embed="rId14"/>
          <a:stretch>
            <a:fillRect/>
          </a:stretch>
        </p:blipFill>
        <p:spPr>
          <a:xfrm>
            <a:off x="4885432" y="3252192"/>
            <a:ext cx="144661" cy="128588"/>
          </a:xfrm>
          <a:prstGeom prst="rect">
            <a:avLst/>
          </a:prstGeom>
        </p:spPr>
      </p:pic>
      <p:sp>
        <p:nvSpPr>
          <p:cNvPr id="41" name="Text 26"/>
          <p:cNvSpPr/>
          <p:nvPr/>
        </p:nvSpPr>
        <p:spPr>
          <a:xfrm>
            <a:off x="5172075" y="3248620"/>
            <a:ext cx="255640"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FF69B4"/>
                </a:solidFill>
              </a:rPr>
              <a:t>00:45</a:t>
            </a:r>
            <a:endParaRPr lang="en-US" sz="727" dirty="0"/>
          </a:p>
        </p:txBody>
      </p:sp>
      <p:sp>
        <p:nvSpPr>
          <p:cNvPr id="42" name="Text 27"/>
          <p:cNvSpPr/>
          <p:nvPr/>
        </p:nvSpPr>
        <p:spPr>
          <a:xfrm>
            <a:off x="4814888" y="3573661"/>
            <a:ext cx="3700463" cy="164306"/>
          </a:xfrm>
          <a:prstGeom prst="rect">
            <a:avLst/>
          </a:prstGeom>
          <a:noFill/>
          <a:ln/>
        </p:spPr>
        <p:txBody>
          <a:bodyPr wrap="none" lIns="0" tIns="0" rIns="0" bIns="0" rtlCol="0" anchor="t">
            <a:spAutoFit/>
          </a:bodyPr>
          <a:lstStyle/>
          <a:p>
            <a:pPr marL="0" indent="0" algn="l">
              <a:lnSpc>
                <a:spcPts val="1100"/>
              </a:lnSpc>
              <a:buNone/>
            </a:pPr>
            <a:r>
              <a:rPr lang="en-US" sz="834" dirty="0">
                <a:solidFill>
                  <a:srgbClr val="00CED1"/>
                </a:solidFill>
              </a:rPr>
              <a:t>[퀘스트] 도시 외곽으로 이동</a:t>
            </a:r>
            <a:endParaRPr lang="en-US" sz="834" dirty="0"/>
          </a:p>
        </p:txBody>
      </p:sp>
      <p:sp>
        <p:nvSpPr>
          <p:cNvPr id="43" name="Text 28"/>
          <p:cNvSpPr/>
          <p:nvPr/>
        </p:nvSpPr>
        <p:spPr>
          <a:xfrm>
            <a:off x="4729163" y="3895130"/>
            <a:ext cx="3871913"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FFD700"/>
                </a:solidFill>
              </a:rPr>
              <a:t>상태 이상 타이머 및 퀘스트:</a:t>
            </a:r>
            <a:r>
              <a:rPr lang="en-US" sz="942" dirty="0">
                <a:solidFill>
                  <a:srgbClr val="E0E0E0"/>
                </a:solidFill>
              </a:rPr>
              <a:t> 효과 시간과 현재 목표를 간결히 표시합니다.</a:t>
            </a:r>
            <a:endParaRPr lang="en-US" sz="88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045568" cy="544711"/>
          </a:xfrm>
          <a:prstGeom prst="rect">
            <a:avLst/>
          </a:prstGeom>
          <a:solidFill>
            <a:srgbClr val="FFFFFF"/>
          </a:solidFill>
          <a:ln w="27432">
            <a:solidFill>
              <a:srgbClr val="000000"/>
            </a:solidFill>
            <a:prstDash val="solid"/>
          </a:ln>
        </p:spPr>
      </p:sp>
      <p:sp>
        <p:nvSpPr>
          <p:cNvPr id="4" name="Text 1"/>
          <p:cNvSpPr/>
          <p:nvPr/>
        </p:nvSpPr>
        <p:spPr>
          <a:xfrm>
            <a:off x="642938" y="342900"/>
            <a:ext cx="1559793"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시스템: 정보창</a:t>
            </a:r>
            <a:endParaRPr lang="en-US" sz="1808" dirty="0"/>
          </a:p>
        </p:txBody>
      </p:sp>
      <p:sp>
        <p:nvSpPr>
          <p:cNvPr id="5" name="Shape 2"/>
          <p:cNvSpPr/>
          <p:nvPr/>
        </p:nvSpPr>
        <p:spPr>
          <a:xfrm>
            <a:off x="1000125" y="901898"/>
            <a:ext cx="973838" cy="392906"/>
          </a:xfrm>
          <a:prstGeom prst="rect">
            <a:avLst/>
          </a:prstGeom>
          <a:solidFill>
            <a:srgbClr val="00CED1"/>
          </a:solidFill>
          <a:ln/>
        </p:spPr>
      </p:sp>
      <p:sp>
        <p:nvSpPr>
          <p:cNvPr id="6" name="Shape 3"/>
          <p:cNvSpPr/>
          <p:nvPr/>
        </p:nvSpPr>
        <p:spPr>
          <a:xfrm>
            <a:off x="1000125" y="901898"/>
            <a:ext cx="973838" cy="28575"/>
          </a:xfrm>
          <a:prstGeom prst="rect">
            <a:avLst/>
          </a:prstGeom>
          <a:solidFill>
            <a:srgbClr val="000000"/>
          </a:solidFill>
          <a:ln/>
        </p:spPr>
      </p:sp>
      <p:sp>
        <p:nvSpPr>
          <p:cNvPr id="7" name="Shape 4"/>
          <p:cNvSpPr/>
          <p:nvPr/>
        </p:nvSpPr>
        <p:spPr>
          <a:xfrm>
            <a:off x="1945388" y="901898"/>
            <a:ext cx="28575" cy="392906"/>
          </a:xfrm>
          <a:prstGeom prst="rect">
            <a:avLst/>
          </a:prstGeom>
          <a:solidFill>
            <a:srgbClr val="000000"/>
          </a:solidFill>
          <a:ln/>
        </p:spPr>
      </p:sp>
      <p:sp>
        <p:nvSpPr>
          <p:cNvPr id="8" name="Shape 5"/>
          <p:cNvSpPr/>
          <p:nvPr/>
        </p:nvSpPr>
        <p:spPr>
          <a:xfrm>
            <a:off x="1000125" y="901898"/>
            <a:ext cx="28575" cy="392906"/>
          </a:xfrm>
          <a:prstGeom prst="rect">
            <a:avLst/>
          </a:prstGeom>
          <a:solidFill>
            <a:srgbClr val="000000"/>
          </a:solidFill>
          <a:ln/>
        </p:spPr>
      </p:sp>
      <p:sp>
        <p:nvSpPr>
          <p:cNvPr id="9" name="Text 6"/>
          <p:cNvSpPr/>
          <p:nvPr/>
        </p:nvSpPr>
        <p:spPr>
          <a:xfrm>
            <a:off x="1000125" y="901898"/>
            <a:ext cx="973838" cy="392906"/>
          </a:xfrm>
          <a:prstGeom prst="rect">
            <a:avLst/>
          </a:prstGeom>
          <a:noFill/>
          <a:ln/>
        </p:spPr>
        <p:txBody>
          <a:bodyPr wrap="square" lIns="170053" tIns="68072" rIns="170053" bIns="68072" rtlCol="0" anchor="t">
            <a:spAutoFit/>
          </a:bodyPr>
          <a:lstStyle/>
          <a:p>
            <a:pPr marL="0" indent="0" algn="l">
              <a:lnSpc>
                <a:spcPts val="1600"/>
              </a:lnSpc>
              <a:buNone/>
            </a:pPr>
            <a:r>
              <a:rPr lang="en-US" sz="1269" dirty="0">
                <a:solidFill>
                  <a:srgbClr val="1A0D2E"/>
                </a:solidFill>
              </a:rPr>
              <a:t>인벤토리</a:t>
            </a:r>
            <a:endParaRPr lang="en-US" sz="1269" dirty="0"/>
          </a:p>
        </p:txBody>
      </p:sp>
      <p:sp>
        <p:nvSpPr>
          <p:cNvPr id="10" name="Shape 7"/>
          <p:cNvSpPr/>
          <p:nvPr/>
        </p:nvSpPr>
        <p:spPr>
          <a:xfrm>
            <a:off x="1988251" y="901898"/>
            <a:ext cx="1176151" cy="392906"/>
          </a:xfrm>
          <a:prstGeom prst="rect">
            <a:avLst/>
          </a:prstGeom>
          <a:solidFill>
            <a:srgbClr val="333333"/>
          </a:solidFill>
          <a:ln/>
        </p:spPr>
      </p:sp>
      <p:sp>
        <p:nvSpPr>
          <p:cNvPr id="11" name="Shape 8"/>
          <p:cNvSpPr/>
          <p:nvPr/>
        </p:nvSpPr>
        <p:spPr>
          <a:xfrm>
            <a:off x="1988251" y="901898"/>
            <a:ext cx="1176151" cy="28575"/>
          </a:xfrm>
          <a:prstGeom prst="rect">
            <a:avLst/>
          </a:prstGeom>
          <a:solidFill>
            <a:srgbClr val="000000"/>
          </a:solidFill>
          <a:ln/>
        </p:spPr>
      </p:sp>
      <p:sp>
        <p:nvSpPr>
          <p:cNvPr id="12" name="Shape 9"/>
          <p:cNvSpPr/>
          <p:nvPr/>
        </p:nvSpPr>
        <p:spPr>
          <a:xfrm>
            <a:off x="3135827" y="901898"/>
            <a:ext cx="28575" cy="392906"/>
          </a:xfrm>
          <a:prstGeom prst="rect">
            <a:avLst/>
          </a:prstGeom>
          <a:solidFill>
            <a:srgbClr val="000000"/>
          </a:solidFill>
          <a:ln/>
        </p:spPr>
      </p:sp>
      <p:sp>
        <p:nvSpPr>
          <p:cNvPr id="13" name="Shape 10"/>
          <p:cNvSpPr/>
          <p:nvPr/>
        </p:nvSpPr>
        <p:spPr>
          <a:xfrm>
            <a:off x="1988251" y="901898"/>
            <a:ext cx="28575" cy="392906"/>
          </a:xfrm>
          <a:prstGeom prst="rect">
            <a:avLst/>
          </a:prstGeom>
          <a:solidFill>
            <a:srgbClr val="000000"/>
          </a:solidFill>
          <a:ln/>
        </p:spPr>
      </p:sp>
      <p:sp>
        <p:nvSpPr>
          <p:cNvPr id="14" name="Text 11"/>
          <p:cNvSpPr/>
          <p:nvPr/>
        </p:nvSpPr>
        <p:spPr>
          <a:xfrm>
            <a:off x="1988251" y="901898"/>
            <a:ext cx="1176151" cy="392906"/>
          </a:xfrm>
          <a:prstGeom prst="rect">
            <a:avLst/>
          </a:prstGeom>
          <a:noFill/>
          <a:ln/>
        </p:spPr>
        <p:txBody>
          <a:bodyPr wrap="square" lIns="170053" tIns="68072" rIns="170053" bIns="68072" rtlCol="0" anchor="t">
            <a:spAutoFit/>
          </a:bodyPr>
          <a:lstStyle/>
          <a:p>
            <a:pPr marL="0" indent="0" algn="l">
              <a:lnSpc>
                <a:spcPts val="1600"/>
              </a:lnSpc>
              <a:buNone/>
            </a:pPr>
            <a:r>
              <a:rPr lang="en-US" sz="1269" dirty="0">
                <a:solidFill>
                  <a:srgbClr val="888888"/>
                </a:solidFill>
              </a:rPr>
              <a:t>캐릭터 정보</a:t>
            </a:r>
            <a:endParaRPr lang="en-US" sz="1269" dirty="0"/>
          </a:p>
        </p:txBody>
      </p:sp>
      <p:sp>
        <p:nvSpPr>
          <p:cNvPr id="15" name="Shape 12"/>
          <p:cNvSpPr/>
          <p:nvPr/>
        </p:nvSpPr>
        <p:spPr>
          <a:xfrm>
            <a:off x="3178690" y="901898"/>
            <a:ext cx="1176151" cy="392906"/>
          </a:xfrm>
          <a:prstGeom prst="rect">
            <a:avLst/>
          </a:prstGeom>
          <a:solidFill>
            <a:srgbClr val="333333"/>
          </a:solidFill>
          <a:ln/>
        </p:spPr>
      </p:sp>
      <p:sp>
        <p:nvSpPr>
          <p:cNvPr id="16" name="Shape 13"/>
          <p:cNvSpPr/>
          <p:nvPr/>
        </p:nvSpPr>
        <p:spPr>
          <a:xfrm>
            <a:off x="3178690" y="901898"/>
            <a:ext cx="1176151" cy="28575"/>
          </a:xfrm>
          <a:prstGeom prst="rect">
            <a:avLst/>
          </a:prstGeom>
          <a:solidFill>
            <a:srgbClr val="000000"/>
          </a:solidFill>
          <a:ln/>
        </p:spPr>
      </p:sp>
      <p:sp>
        <p:nvSpPr>
          <p:cNvPr id="17" name="Shape 14"/>
          <p:cNvSpPr/>
          <p:nvPr/>
        </p:nvSpPr>
        <p:spPr>
          <a:xfrm>
            <a:off x="4326266" y="901898"/>
            <a:ext cx="28575" cy="392906"/>
          </a:xfrm>
          <a:prstGeom prst="rect">
            <a:avLst/>
          </a:prstGeom>
          <a:solidFill>
            <a:srgbClr val="000000"/>
          </a:solidFill>
          <a:ln/>
        </p:spPr>
      </p:sp>
      <p:sp>
        <p:nvSpPr>
          <p:cNvPr id="18" name="Shape 15"/>
          <p:cNvSpPr/>
          <p:nvPr/>
        </p:nvSpPr>
        <p:spPr>
          <a:xfrm>
            <a:off x="3178690" y="901898"/>
            <a:ext cx="28575" cy="392906"/>
          </a:xfrm>
          <a:prstGeom prst="rect">
            <a:avLst/>
          </a:prstGeom>
          <a:solidFill>
            <a:srgbClr val="000000"/>
          </a:solidFill>
          <a:ln/>
        </p:spPr>
      </p:sp>
      <p:sp>
        <p:nvSpPr>
          <p:cNvPr id="19" name="Text 16"/>
          <p:cNvSpPr/>
          <p:nvPr/>
        </p:nvSpPr>
        <p:spPr>
          <a:xfrm>
            <a:off x="3178690" y="901898"/>
            <a:ext cx="1176151" cy="392906"/>
          </a:xfrm>
          <a:prstGeom prst="rect">
            <a:avLst/>
          </a:prstGeom>
          <a:noFill/>
          <a:ln/>
        </p:spPr>
        <p:txBody>
          <a:bodyPr wrap="square" lIns="170053" tIns="68072" rIns="170053" bIns="68072" rtlCol="0" anchor="t">
            <a:spAutoFit/>
          </a:bodyPr>
          <a:lstStyle/>
          <a:p>
            <a:pPr marL="0" indent="0" algn="l">
              <a:lnSpc>
                <a:spcPts val="1600"/>
              </a:lnSpc>
              <a:buNone/>
            </a:pPr>
            <a:r>
              <a:rPr lang="en-US" sz="1269" dirty="0">
                <a:solidFill>
                  <a:srgbClr val="888888"/>
                </a:solidFill>
              </a:rPr>
              <a:t>단축키 설정</a:t>
            </a:r>
            <a:endParaRPr lang="en-US" sz="1269" dirty="0"/>
          </a:p>
        </p:txBody>
      </p:sp>
      <p:sp>
        <p:nvSpPr>
          <p:cNvPr id="20" name="Shape 17"/>
          <p:cNvSpPr/>
          <p:nvPr/>
        </p:nvSpPr>
        <p:spPr>
          <a:xfrm>
            <a:off x="842963" y="1237655"/>
            <a:ext cx="7458075" cy="2743200"/>
          </a:xfrm>
          <a:prstGeom prst="rect">
            <a:avLst/>
          </a:prstGeom>
          <a:solidFill>
            <a:srgbClr val="000000">
              <a:alpha val="80000"/>
            </a:srgbClr>
          </a:solidFill>
          <a:ln w="45720">
            <a:solidFill>
              <a:srgbClr val="00CED1"/>
            </a:solidFill>
            <a:prstDash val="solid"/>
          </a:ln>
        </p:spPr>
      </p:sp>
      <p:sp>
        <p:nvSpPr>
          <p:cNvPr id="21" name="Text 18"/>
          <p:cNvSpPr/>
          <p:nvPr/>
        </p:nvSpPr>
        <p:spPr>
          <a:xfrm>
            <a:off x="1000125" y="1351955"/>
            <a:ext cx="4500563" cy="250031"/>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00CED1"/>
                </a:solidFill>
              </a:rPr>
              <a:t>[ 아이템 목록 ]</a:t>
            </a:r>
            <a:endParaRPr lang="en-US" sz="1193" dirty="0"/>
          </a:p>
        </p:txBody>
      </p:sp>
      <p:sp>
        <p:nvSpPr>
          <p:cNvPr id="22" name="Shape 19"/>
          <p:cNvSpPr/>
          <p:nvPr/>
        </p:nvSpPr>
        <p:spPr>
          <a:xfrm>
            <a:off x="1000125" y="1701998"/>
            <a:ext cx="471488" cy="471488"/>
          </a:xfrm>
          <a:prstGeom prst="rect">
            <a:avLst/>
          </a:prstGeom>
          <a:solidFill>
            <a:srgbClr val="FFD700">
              <a:alpha val="10000"/>
            </a:srgbClr>
          </a:solidFill>
          <a:ln w="18288">
            <a:solidFill>
              <a:srgbClr val="FFD700"/>
            </a:solidFill>
            <a:prstDash val="solid"/>
          </a:ln>
        </p:spPr>
      </p:sp>
      <p:pic>
        <p:nvPicPr>
          <p:cNvPr id="23" name="Image 1" descr="preencoded.png"/>
          <p:cNvPicPr>
            <a:picLocks noChangeAspect="1"/>
          </p:cNvPicPr>
          <p:nvPr/>
        </p:nvPicPr>
        <p:blipFill>
          <a:blip r:embed="rId4"/>
          <a:stretch>
            <a:fillRect/>
          </a:stretch>
        </p:blipFill>
        <p:spPr>
          <a:xfrm>
            <a:off x="1107281" y="1809155"/>
            <a:ext cx="214313" cy="214313"/>
          </a:xfrm>
          <a:prstGeom prst="rect">
            <a:avLst/>
          </a:prstGeom>
        </p:spPr>
      </p:pic>
      <p:sp>
        <p:nvSpPr>
          <p:cNvPr id="24" name="Shape 20"/>
          <p:cNvSpPr/>
          <p:nvPr/>
        </p:nvSpPr>
        <p:spPr>
          <a:xfrm>
            <a:off x="1911651" y="1701998"/>
            <a:ext cx="471488" cy="471488"/>
          </a:xfrm>
          <a:prstGeom prst="rect">
            <a:avLst/>
          </a:prstGeom>
          <a:solidFill>
            <a:srgbClr val="FFD700">
              <a:alpha val="10000"/>
            </a:srgbClr>
          </a:solidFill>
          <a:ln w="18288">
            <a:solidFill>
              <a:srgbClr val="FFD700"/>
            </a:solidFill>
            <a:prstDash val="solid"/>
          </a:ln>
        </p:spPr>
      </p:sp>
      <p:pic>
        <p:nvPicPr>
          <p:cNvPr id="25" name="Image 2" descr="preencoded.png"/>
          <p:cNvPicPr>
            <a:picLocks noChangeAspect="1"/>
          </p:cNvPicPr>
          <p:nvPr/>
        </p:nvPicPr>
        <p:blipFill>
          <a:blip r:embed="rId5"/>
          <a:stretch>
            <a:fillRect/>
          </a:stretch>
        </p:blipFill>
        <p:spPr>
          <a:xfrm>
            <a:off x="2032202" y="1809155"/>
            <a:ext cx="187523" cy="214313"/>
          </a:xfrm>
          <a:prstGeom prst="rect">
            <a:avLst/>
          </a:prstGeom>
        </p:spPr>
      </p:pic>
      <p:sp>
        <p:nvSpPr>
          <p:cNvPr id="26" name="Shape 21"/>
          <p:cNvSpPr/>
          <p:nvPr/>
        </p:nvSpPr>
        <p:spPr>
          <a:xfrm>
            <a:off x="2823204" y="1701998"/>
            <a:ext cx="471488" cy="471488"/>
          </a:xfrm>
          <a:prstGeom prst="rect">
            <a:avLst/>
          </a:prstGeom>
          <a:solidFill>
            <a:srgbClr val="FFD700">
              <a:alpha val="10000"/>
            </a:srgbClr>
          </a:solidFill>
          <a:ln w="18288">
            <a:solidFill>
              <a:srgbClr val="FFD700"/>
            </a:solidFill>
            <a:prstDash val="solid"/>
          </a:ln>
        </p:spPr>
      </p:sp>
      <p:pic>
        <p:nvPicPr>
          <p:cNvPr id="27" name="Image 3" descr="preencoded.png"/>
          <p:cNvPicPr>
            <a:picLocks noChangeAspect="1"/>
          </p:cNvPicPr>
          <p:nvPr/>
        </p:nvPicPr>
        <p:blipFill>
          <a:blip r:embed="rId6"/>
          <a:stretch>
            <a:fillRect/>
          </a:stretch>
        </p:blipFill>
        <p:spPr>
          <a:xfrm>
            <a:off x="2930361" y="1809155"/>
            <a:ext cx="214313" cy="214313"/>
          </a:xfrm>
          <a:prstGeom prst="rect">
            <a:avLst/>
          </a:prstGeom>
        </p:spPr>
      </p:pic>
      <p:sp>
        <p:nvSpPr>
          <p:cNvPr id="28" name="Shape 22"/>
          <p:cNvSpPr/>
          <p:nvPr/>
        </p:nvSpPr>
        <p:spPr>
          <a:xfrm>
            <a:off x="3734730" y="1701998"/>
            <a:ext cx="471488" cy="471488"/>
          </a:xfrm>
          <a:prstGeom prst="rect">
            <a:avLst/>
          </a:prstGeom>
          <a:solidFill>
            <a:srgbClr val="FFFFFF">
              <a:alpha val="10000"/>
            </a:srgbClr>
          </a:solidFill>
          <a:ln w="18288">
            <a:solidFill>
              <a:srgbClr val="444444"/>
            </a:solidFill>
            <a:prstDash val="solid"/>
          </a:ln>
        </p:spPr>
      </p:sp>
      <p:pic>
        <p:nvPicPr>
          <p:cNvPr id="29" name="Image 4" descr="preencoded.png"/>
          <p:cNvPicPr>
            <a:picLocks noChangeAspect="1"/>
          </p:cNvPicPr>
          <p:nvPr/>
        </p:nvPicPr>
        <p:blipFill>
          <a:blip r:embed="rId7"/>
          <a:stretch>
            <a:fillRect/>
          </a:stretch>
        </p:blipFill>
        <p:spPr>
          <a:xfrm>
            <a:off x="3881177" y="1809155"/>
            <a:ext cx="135731" cy="214313"/>
          </a:xfrm>
          <a:prstGeom prst="rect">
            <a:avLst/>
          </a:prstGeom>
        </p:spPr>
      </p:pic>
      <p:sp>
        <p:nvSpPr>
          <p:cNvPr id="30" name="Shape 23"/>
          <p:cNvSpPr/>
          <p:nvPr/>
        </p:nvSpPr>
        <p:spPr>
          <a:xfrm>
            <a:off x="4646284" y="1701998"/>
            <a:ext cx="471488" cy="471488"/>
          </a:xfrm>
          <a:prstGeom prst="rect">
            <a:avLst/>
          </a:prstGeom>
          <a:solidFill>
            <a:srgbClr val="FFFFFF">
              <a:alpha val="10000"/>
            </a:srgbClr>
          </a:solidFill>
          <a:ln w="18288">
            <a:solidFill>
              <a:srgbClr val="444444"/>
            </a:solidFill>
            <a:prstDash val="solid"/>
          </a:ln>
        </p:spPr>
      </p:sp>
      <p:pic>
        <p:nvPicPr>
          <p:cNvPr id="31" name="Image 5" descr="preencoded.png"/>
          <p:cNvPicPr>
            <a:picLocks noChangeAspect="1"/>
          </p:cNvPicPr>
          <p:nvPr/>
        </p:nvPicPr>
        <p:blipFill>
          <a:blip r:embed="rId8"/>
          <a:stretch>
            <a:fillRect/>
          </a:stretch>
        </p:blipFill>
        <p:spPr>
          <a:xfrm>
            <a:off x="4792731" y="1809155"/>
            <a:ext cx="135731" cy="214313"/>
          </a:xfrm>
          <a:prstGeom prst="rect">
            <a:avLst/>
          </a:prstGeom>
        </p:spPr>
      </p:pic>
      <p:sp>
        <p:nvSpPr>
          <p:cNvPr id="32" name="Shape 24"/>
          <p:cNvSpPr/>
          <p:nvPr/>
        </p:nvSpPr>
        <p:spPr>
          <a:xfrm>
            <a:off x="1000125" y="2187773"/>
            <a:ext cx="471488" cy="471488"/>
          </a:xfrm>
          <a:prstGeom prst="rect">
            <a:avLst/>
          </a:prstGeom>
          <a:solidFill>
            <a:srgbClr val="FFFFFF">
              <a:alpha val="10000"/>
            </a:srgbClr>
          </a:solidFill>
          <a:ln w="18288">
            <a:solidFill>
              <a:srgbClr val="444444"/>
            </a:solidFill>
            <a:prstDash val="solid"/>
          </a:ln>
        </p:spPr>
      </p:sp>
      <p:pic>
        <p:nvPicPr>
          <p:cNvPr id="33" name="Image 6" descr="preencoded.png"/>
          <p:cNvPicPr>
            <a:picLocks noChangeAspect="1"/>
          </p:cNvPicPr>
          <p:nvPr/>
        </p:nvPicPr>
        <p:blipFill>
          <a:blip r:embed="rId9"/>
          <a:stretch>
            <a:fillRect/>
          </a:stretch>
        </p:blipFill>
        <p:spPr>
          <a:xfrm>
            <a:off x="1146572" y="2294930"/>
            <a:ext cx="135731" cy="214313"/>
          </a:xfrm>
          <a:prstGeom prst="rect">
            <a:avLst/>
          </a:prstGeom>
        </p:spPr>
      </p:pic>
      <p:sp>
        <p:nvSpPr>
          <p:cNvPr id="34" name="Shape 25"/>
          <p:cNvSpPr/>
          <p:nvPr/>
        </p:nvSpPr>
        <p:spPr>
          <a:xfrm>
            <a:off x="1911651" y="2187773"/>
            <a:ext cx="471488" cy="471488"/>
          </a:xfrm>
          <a:prstGeom prst="rect">
            <a:avLst/>
          </a:prstGeom>
          <a:solidFill>
            <a:srgbClr val="FFFFFF">
              <a:alpha val="10000"/>
            </a:srgbClr>
          </a:solidFill>
          <a:ln w="18288">
            <a:solidFill>
              <a:srgbClr val="444444"/>
            </a:solidFill>
            <a:prstDash val="solid"/>
          </a:ln>
        </p:spPr>
      </p:sp>
      <p:pic>
        <p:nvPicPr>
          <p:cNvPr id="35" name="Image 7" descr="preencoded.png"/>
          <p:cNvPicPr>
            <a:picLocks noChangeAspect="1"/>
          </p:cNvPicPr>
          <p:nvPr/>
        </p:nvPicPr>
        <p:blipFill>
          <a:blip r:embed="rId10"/>
          <a:stretch>
            <a:fillRect/>
          </a:stretch>
        </p:blipFill>
        <p:spPr>
          <a:xfrm>
            <a:off x="2058098" y="2294930"/>
            <a:ext cx="135731" cy="214313"/>
          </a:xfrm>
          <a:prstGeom prst="rect">
            <a:avLst/>
          </a:prstGeom>
        </p:spPr>
      </p:pic>
      <p:sp>
        <p:nvSpPr>
          <p:cNvPr id="36" name="Shape 26"/>
          <p:cNvSpPr/>
          <p:nvPr/>
        </p:nvSpPr>
        <p:spPr>
          <a:xfrm>
            <a:off x="2823204" y="2187773"/>
            <a:ext cx="471488" cy="471488"/>
          </a:xfrm>
          <a:prstGeom prst="rect">
            <a:avLst/>
          </a:prstGeom>
          <a:solidFill>
            <a:srgbClr val="FFFFFF">
              <a:alpha val="10000"/>
            </a:srgbClr>
          </a:solidFill>
          <a:ln w="18288">
            <a:solidFill>
              <a:srgbClr val="444444"/>
            </a:solidFill>
            <a:prstDash val="solid"/>
          </a:ln>
        </p:spPr>
      </p:sp>
      <p:pic>
        <p:nvPicPr>
          <p:cNvPr id="37" name="Image 8" descr="preencoded.png"/>
          <p:cNvPicPr>
            <a:picLocks noChangeAspect="1"/>
          </p:cNvPicPr>
          <p:nvPr/>
        </p:nvPicPr>
        <p:blipFill>
          <a:blip r:embed="rId11"/>
          <a:stretch>
            <a:fillRect/>
          </a:stretch>
        </p:blipFill>
        <p:spPr>
          <a:xfrm>
            <a:off x="2969651" y="2294930"/>
            <a:ext cx="135731" cy="214313"/>
          </a:xfrm>
          <a:prstGeom prst="rect">
            <a:avLst/>
          </a:prstGeom>
        </p:spPr>
      </p:pic>
      <p:sp>
        <p:nvSpPr>
          <p:cNvPr id="38" name="Shape 27"/>
          <p:cNvSpPr/>
          <p:nvPr/>
        </p:nvSpPr>
        <p:spPr>
          <a:xfrm>
            <a:off x="3734730" y="2187773"/>
            <a:ext cx="471488" cy="471488"/>
          </a:xfrm>
          <a:prstGeom prst="rect">
            <a:avLst/>
          </a:prstGeom>
          <a:solidFill>
            <a:srgbClr val="FFFFFF">
              <a:alpha val="10000"/>
            </a:srgbClr>
          </a:solidFill>
          <a:ln w="18288">
            <a:solidFill>
              <a:srgbClr val="444444"/>
            </a:solidFill>
            <a:prstDash val="solid"/>
          </a:ln>
        </p:spPr>
      </p:sp>
      <p:pic>
        <p:nvPicPr>
          <p:cNvPr id="39" name="Image 9" descr="preencoded.png"/>
          <p:cNvPicPr>
            <a:picLocks noChangeAspect="1"/>
          </p:cNvPicPr>
          <p:nvPr/>
        </p:nvPicPr>
        <p:blipFill>
          <a:blip r:embed="rId7"/>
          <a:stretch>
            <a:fillRect/>
          </a:stretch>
        </p:blipFill>
        <p:spPr>
          <a:xfrm>
            <a:off x="3881177" y="2294930"/>
            <a:ext cx="135731" cy="214313"/>
          </a:xfrm>
          <a:prstGeom prst="rect">
            <a:avLst/>
          </a:prstGeom>
        </p:spPr>
      </p:pic>
      <p:sp>
        <p:nvSpPr>
          <p:cNvPr id="40" name="Shape 28"/>
          <p:cNvSpPr/>
          <p:nvPr/>
        </p:nvSpPr>
        <p:spPr>
          <a:xfrm>
            <a:off x="4646284" y="2187773"/>
            <a:ext cx="471488" cy="471488"/>
          </a:xfrm>
          <a:prstGeom prst="rect">
            <a:avLst/>
          </a:prstGeom>
          <a:solidFill>
            <a:srgbClr val="FFFFFF">
              <a:alpha val="10000"/>
            </a:srgbClr>
          </a:solidFill>
          <a:ln w="18288">
            <a:solidFill>
              <a:srgbClr val="444444"/>
            </a:solidFill>
            <a:prstDash val="solid"/>
          </a:ln>
        </p:spPr>
      </p:sp>
      <p:pic>
        <p:nvPicPr>
          <p:cNvPr id="41" name="Image 10" descr="preencoded.png"/>
          <p:cNvPicPr>
            <a:picLocks noChangeAspect="1"/>
          </p:cNvPicPr>
          <p:nvPr/>
        </p:nvPicPr>
        <p:blipFill>
          <a:blip r:embed="rId8"/>
          <a:stretch>
            <a:fillRect/>
          </a:stretch>
        </p:blipFill>
        <p:spPr>
          <a:xfrm>
            <a:off x="4792731" y="2294930"/>
            <a:ext cx="135731" cy="214313"/>
          </a:xfrm>
          <a:prstGeom prst="rect">
            <a:avLst/>
          </a:prstGeom>
        </p:spPr>
      </p:pic>
      <p:sp>
        <p:nvSpPr>
          <p:cNvPr id="42" name="Shape 29"/>
          <p:cNvSpPr/>
          <p:nvPr/>
        </p:nvSpPr>
        <p:spPr>
          <a:xfrm>
            <a:off x="1000125" y="2673548"/>
            <a:ext cx="471488" cy="471488"/>
          </a:xfrm>
          <a:prstGeom prst="rect">
            <a:avLst/>
          </a:prstGeom>
          <a:solidFill>
            <a:srgbClr val="FFFFFF">
              <a:alpha val="10000"/>
            </a:srgbClr>
          </a:solidFill>
          <a:ln w="18288">
            <a:solidFill>
              <a:srgbClr val="444444"/>
            </a:solidFill>
            <a:prstDash val="solid"/>
          </a:ln>
        </p:spPr>
      </p:sp>
      <p:pic>
        <p:nvPicPr>
          <p:cNvPr id="43" name="Image 11" descr="preencoded.png"/>
          <p:cNvPicPr>
            <a:picLocks noChangeAspect="1"/>
          </p:cNvPicPr>
          <p:nvPr/>
        </p:nvPicPr>
        <p:blipFill>
          <a:blip r:embed="rId9"/>
          <a:stretch>
            <a:fillRect/>
          </a:stretch>
        </p:blipFill>
        <p:spPr>
          <a:xfrm>
            <a:off x="1146572" y="2780705"/>
            <a:ext cx="135731" cy="214313"/>
          </a:xfrm>
          <a:prstGeom prst="rect">
            <a:avLst/>
          </a:prstGeom>
        </p:spPr>
      </p:pic>
      <p:sp>
        <p:nvSpPr>
          <p:cNvPr id="44" name="Shape 30"/>
          <p:cNvSpPr/>
          <p:nvPr/>
        </p:nvSpPr>
        <p:spPr>
          <a:xfrm>
            <a:off x="1911651" y="2673548"/>
            <a:ext cx="471488" cy="471488"/>
          </a:xfrm>
          <a:prstGeom prst="rect">
            <a:avLst/>
          </a:prstGeom>
          <a:solidFill>
            <a:srgbClr val="FFFFFF">
              <a:alpha val="10000"/>
            </a:srgbClr>
          </a:solidFill>
          <a:ln w="18288">
            <a:solidFill>
              <a:srgbClr val="444444"/>
            </a:solidFill>
            <a:prstDash val="solid"/>
          </a:ln>
        </p:spPr>
      </p:sp>
      <p:pic>
        <p:nvPicPr>
          <p:cNvPr id="45" name="Image 12" descr="preencoded.png"/>
          <p:cNvPicPr>
            <a:picLocks noChangeAspect="1"/>
          </p:cNvPicPr>
          <p:nvPr/>
        </p:nvPicPr>
        <p:blipFill>
          <a:blip r:embed="rId10"/>
          <a:stretch>
            <a:fillRect/>
          </a:stretch>
        </p:blipFill>
        <p:spPr>
          <a:xfrm>
            <a:off x="2058098" y="2780705"/>
            <a:ext cx="135731" cy="214313"/>
          </a:xfrm>
          <a:prstGeom prst="rect">
            <a:avLst/>
          </a:prstGeom>
        </p:spPr>
      </p:pic>
      <p:sp>
        <p:nvSpPr>
          <p:cNvPr id="46" name="Shape 31"/>
          <p:cNvSpPr/>
          <p:nvPr/>
        </p:nvSpPr>
        <p:spPr>
          <a:xfrm>
            <a:off x="2823204" y="2673548"/>
            <a:ext cx="471488" cy="471488"/>
          </a:xfrm>
          <a:prstGeom prst="rect">
            <a:avLst/>
          </a:prstGeom>
          <a:solidFill>
            <a:srgbClr val="FFFFFF">
              <a:alpha val="10000"/>
            </a:srgbClr>
          </a:solidFill>
          <a:ln w="18288">
            <a:solidFill>
              <a:srgbClr val="444444"/>
            </a:solidFill>
            <a:prstDash val="solid"/>
          </a:ln>
        </p:spPr>
      </p:sp>
      <p:pic>
        <p:nvPicPr>
          <p:cNvPr id="47" name="Image 13" descr="preencoded.png"/>
          <p:cNvPicPr>
            <a:picLocks noChangeAspect="1"/>
          </p:cNvPicPr>
          <p:nvPr/>
        </p:nvPicPr>
        <p:blipFill>
          <a:blip r:embed="rId11"/>
          <a:stretch>
            <a:fillRect/>
          </a:stretch>
        </p:blipFill>
        <p:spPr>
          <a:xfrm>
            <a:off x="2969651" y="2780705"/>
            <a:ext cx="135731" cy="214313"/>
          </a:xfrm>
          <a:prstGeom prst="rect">
            <a:avLst/>
          </a:prstGeom>
        </p:spPr>
      </p:pic>
      <p:sp>
        <p:nvSpPr>
          <p:cNvPr id="48" name="Shape 32"/>
          <p:cNvSpPr/>
          <p:nvPr/>
        </p:nvSpPr>
        <p:spPr>
          <a:xfrm>
            <a:off x="3734730" y="2673548"/>
            <a:ext cx="471488" cy="471488"/>
          </a:xfrm>
          <a:prstGeom prst="rect">
            <a:avLst/>
          </a:prstGeom>
          <a:solidFill>
            <a:srgbClr val="FFFFFF">
              <a:alpha val="10000"/>
            </a:srgbClr>
          </a:solidFill>
          <a:ln w="18288">
            <a:solidFill>
              <a:srgbClr val="444444"/>
            </a:solidFill>
            <a:prstDash val="solid"/>
          </a:ln>
        </p:spPr>
      </p:sp>
      <p:pic>
        <p:nvPicPr>
          <p:cNvPr id="49" name="Image 14" descr="preencoded.png"/>
          <p:cNvPicPr>
            <a:picLocks noChangeAspect="1"/>
          </p:cNvPicPr>
          <p:nvPr/>
        </p:nvPicPr>
        <p:blipFill>
          <a:blip r:embed="rId7"/>
          <a:stretch>
            <a:fillRect/>
          </a:stretch>
        </p:blipFill>
        <p:spPr>
          <a:xfrm>
            <a:off x="3881177" y="2780705"/>
            <a:ext cx="135731" cy="214313"/>
          </a:xfrm>
          <a:prstGeom prst="rect">
            <a:avLst/>
          </a:prstGeom>
        </p:spPr>
      </p:pic>
      <p:sp>
        <p:nvSpPr>
          <p:cNvPr id="50" name="Shape 33"/>
          <p:cNvSpPr/>
          <p:nvPr/>
        </p:nvSpPr>
        <p:spPr>
          <a:xfrm>
            <a:off x="4646284" y="2673548"/>
            <a:ext cx="471488" cy="471488"/>
          </a:xfrm>
          <a:prstGeom prst="rect">
            <a:avLst/>
          </a:prstGeom>
          <a:solidFill>
            <a:srgbClr val="FFFFFF">
              <a:alpha val="10000"/>
            </a:srgbClr>
          </a:solidFill>
          <a:ln w="18288">
            <a:solidFill>
              <a:srgbClr val="444444"/>
            </a:solidFill>
            <a:prstDash val="solid"/>
          </a:ln>
        </p:spPr>
      </p:sp>
      <p:pic>
        <p:nvPicPr>
          <p:cNvPr id="51" name="Image 15" descr="preencoded.png"/>
          <p:cNvPicPr>
            <a:picLocks noChangeAspect="1"/>
          </p:cNvPicPr>
          <p:nvPr/>
        </p:nvPicPr>
        <p:blipFill>
          <a:blip r:embed="rId8"/>
          <a:stretch>
            <a:fillRect/>
          </a:stretch>
        </p:blipFill>
        <p:spPr>
          <a:xfrm>
            <a:off x="4792731" y="2780705"/>
            <a:ext cx="135731" cy="214313"/>
          </a:xfrm>
          <a:prstGeom prst="rect">
            <a:avLst/>
          </a:prstGeom>
        </p:spPr>
      </p:pic>
      <p:sp>
        <p:nvSpPr>
          <p:cNvPr id="52" name="Shape 34"/>
          <p:cNvSpPr/>
          <p:nvPr/>
        </p:nvSpPr>
        <p:spPr>
          <a:xfrm>
            <a:off x="6615113" y="1351955"/>
            <a:ext cx="771525" cy="771525"/>
          </a:xfrm>
          <a:prstGeom prst="rect">
            <a:avLst/>
          </a:prstGeom>
          <a:solidFill>
            <a:srgbClr val="222222"/>
          </a:solidFill>
          <a:ln w="27432">
            <a:solidFill>
              <a:srgbClr val="FFD700"/>
            </a:solidFill>
            <a:prstDash val="solid"/>
          </a:ln>
        </p:spPr>
      </p:sp>
      <p:pic>
        <p:nvPicPr>
          <p:cNvPr id="53" name="Image 16" descr="preencoded.png"/>
          <p:cNvPicPr>
            <a:picLocks noChangeAspect="1"/>
          </p:cNvPicPr>
          <p:nvPr/>
        </p:nvPicPr>
        <p:blipFill>
          <a:blip r:embed="rId12"/>
          <a:stretch>
            <a:fillRect/>
          </a:stretch>
        </p:blipFill>
        <p:spPr>
          <a:xfrm>
            <a:off x="6786563" y="1494830"/>
            <a:ext cx="428625" cy="428625"/>
          </a:xfrm>
          <a:prstGeom prst="rect">
            <a:avLst/>
          </a:prstGeom>
        </p:spPr>
      </p:pic>
      <p:sp>
        <p:nvSpPr>
          <p:cNvPr id="54" name="Text 35"/>
          <p:cNvSpPr/>
          <p:nvPr/>
        </p:nvSpPr>
        <p:spPr>
          <a:xfrm>
            <a:off x="5857875" y="2152055"/>
            <a:ext cx="262896"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00CED1"/>
                </a:solidFill>
              </a:rPr>
              <a:t>이름</a:t>
            </a:r>
            <a:endParaRPr lang="en-US" sz="1050" dirty="0"/>
          </a:p>
        </p:txBody>
      </p:sp>
      <p:sp>
        <p:nvSpPr>
          <p:cNvPr id="55" name="Text 36"/>
          <p:cNvSpPr/>
          <p:nvPr/>
        </p:nvSpPr>
        <p:spPr>
          <a:xfrm>
            <a:off x="7749518" y="2152055"/>
            <a:ext cx="394357"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D700"/>
                </a:solidFill>
              </a:rPr>
              <a:t>차한해</a:t>
            </a:r>
            <a:endParaRPr lang="en-US" sz="1050" dirty="0"/>
          </a:p>
        </p:txBody>
      </p:sp>
      <p:sp>
        <p:nvSpPr>
          <p:cNvPr id="56" name="Text 37"/>
          <p:cNvSpPr/>
          <p:nvPr/>
        </p:nvSpPr>
        <p:spPr>
          <a:xfrm>
            <a:off x="5857875" y="2444948"/>
            <a:ext cx="262896"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00CED1"/>
                </a:solidFill>
              </a:rPr>
              <a:t>레벨</a:t>
            </a:r>
            <a:endParaRPr lang="en-US" sz="1050" dirty="0"/>
          </a:p>
        </p:txBody>
      </p:sp>
      <p:sp>
        <p:nvSpPr>
          <p:cNvPr id="57" name="Text 38"/>
          <p:cNvSpPr/>
          <p:nvPr/>
        </p:nvSpPr>
        <p:spPr>
          <a:xfrm>
            <a:off x="7754373" y="2444948"/>
            <a:ext cx="389502"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D700"/>
                </a:solidFill>
              </a:rPr>
              <a:t>LV. 15</a:t>
            </a:r>
            <a:endParaRPr lang="en-US" sz="1050" dirty="0"/>
          </a:p>
        </p:txBody>
      </p:sp>
      <p:sp>
        <p:nvSpPr>
          <p:cNvPr id="58" name="Text 39"/>
          <p:cNvSpPr/>
          <p:nvPr/>
        </p:nvSpPr>
        <p:spPr>
          <a:xfrm>
            <a:off x="5857875" y="2737842"/>
            <a:ext cx="394357"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00CED1"/>
                </a:solidFill>
              </a:rPr>
              <a:t>생명력</a:t>
            </a:r>
            <a:endParaRPr lang="en-US" sz="1050" dirty="0"/>
          </a:p>
        </p:txBody>
      </p:sp>
      <p:sp>
        <p:nvSpPr>
          <p:cNvPr id="59" name="Text 40"/>
          <p:cNvSpPr/>
          <p:nvPr/>
        </p:nvSpPr>
        <p:spPr>
          <a:xfrm>
            <a:off x="7607787" y="2737842"/>
            <a:ext cx="536088"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D700"/>
                </a:solidFill>
              </a:rPr>
              <a:t>80 / 100</a:t>
            </a:r>
            <a:endParaRPr lang="en-US" sz="1050" dirty="0"/>
          </a:p>
        </p:txBody>
      </p:sp>
      <p:sp>
        <p:nvSpPr>
          <p:cNvPr id="60" name="Text 41"/>
          <p:cNvSpPr/>
          <p:nvPr/>
        </p:nvSpPr>
        <p:spPr>
          <a:xfrm>
            <a:off x="5857875" y="3030736"/>
            <a:ext cx="694395"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00CED1"/>
                </a:solidFill>
              </a:rPr>
              <a:t>자아 마모도</a:t>
            </a:r>
            <a:endParaRPr lang="en-US" sz="1050" dirty="0"/>
          </a:p>
        </p:txBody>
      </p:sp>
      <p:sp>
        <p:nvSpPr>
          <p:cNvPr id="61" name="Text 42"/>
          <p:cNvSpPr/>
          <p:nvPr/>
        </p:nvSpPr>
        <p:spPr>
          <a:xfrm>
            <a:off x="7861697" y="3030736"/>
            <a:ext cx="282178"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D700"/>
                </a:solidFill>
              </a:rPr>
              <a:t>42%</a:t>
            </a:r>
            <a:endParaRPr lang="en-US" sz="1050" dirty="0"/>
          </a:p>
        </p:txBody>
      </p:sp>
      <p:sp>
        <p:nvSpPr>
          <p:cNvPr id="62" name="Text 43"/>
          <p:cNvSpPr/>
          <p:nvPr/>
        </p:nvSpPr>
        <p:spPr>
          <a:xfrm>
            <a:off x="5857875" y="3323630"/>
            <a:ext cx="562933"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00CED1"/>
                </a:solidFill>
              </a:rPr>
              <a:t>장착 무기</a:t>
            </a:r>
            <a:endParaRPr lang="en-US" sz="1050" dirty="0"/>
          </a:p>
        </p:txBody>
      </p:sp>
      <p:sp>
        <p:nvSpPr>
          <p:cNvPr id="63" name="Text 44"/>
          <p:cNvSpPr/>
          <p:nvPr/>
        </p:nvSpPr>
        <p:spPr>
          <a:xfrm>
            <a:off x="7580942" y="3323630"/>
            <a:ext cx="562933"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D700"/>
                </a:solidFill>
              </a:rPr>
              <a:t>기본 단검</a:t>
            </a:r>
            <a:endParaRPr lang="en-US" sz="1050" dirty="0"/>
          </a:p>
        </p:txBody>
      </p:sp>
      <p:sp>
        <p:nvSpPr>
          <p:cNvPr id="64" name="Shape 45"/>
          <p:cNvSpPr/>
          <p:nvPr/>
        </p:nvSpPr>
        <p:spPr>
          <a:xfrm>
            <a:off x="1000125" y="4009430"/>
            <a:ext cx="2324091" cy="692944"/>
          </a:xfrm>
          <a:prstGeom prst="rect">
            <a:avLst/>
          </a:prstGeom>
          <a:solidFill>
            <a:srgbClr val="FFFFFF">
              <a:alpha val="5000"/>
            </a:srgbClr>
          </a:solidFill>
          <a:ln/>
        </p:spPr>
      </p:sp>
      <p:sp>
        <p:nvSpPr>
          <p:cNvPr id="65" name="Shape 46"/>
          <p:cNvSpPr/>
          <p:nvPr/>
        </p:nvSpPr>
        <p:spPr>
          <a:xfrm>
            <a:off x="1000125" y="4009430"/>
            <a:ext cx="28575" cy="692944"/>
          </a:xfrm>
          <a:prstGeom prst="rect">
            <a:avLst/>
          </a:prstGeom>
          <a:solidFill>
            <a:srgbClr val="FFD700"/>
          </a:solidFill>
          <a:ln/>
        </p:spPr>
      </p:sp>
      <p:sp>
        <p:nvSpPr>
          <p:cNvPr id="66" name="Text 47"/>
          <p:cNvSpPr/>
          <p:nvPr/>
        </p:nvSpPr>
        <p:spPr>
          <a:xfrm>
            <a:off x="1085850" y="4066580"/>
            <a:ext cx="2152641" cy="207169"/>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700"/>
                </a:solidFill>
              </a:rPr>
              <a:t>인벤토리</a:t>
            </a:r>
            <a:endParaRPr lang="en-US" sz="987" dirty="0"/>
          </a:p>
        </p:txBody>
      </p:sp>
      <p:sp>
        <p:nvSpPr>
          <p:cNvPr id="67" name="Text 48"/>
          <p:cNvSpPr/>
          <p:nvPr/>
        </p:nvSpPr>
        <p:spPr>
          <a:xfrm>
            <a:off x="1085850" y="4316611"/>
            <a:ext cx="2152641" cy="328613"/>
          </a:xfrm>
          <a:prstGeom prst="rect">
            <a:avLst/>
          </a:prstGeom>
          <a:noFill/>
          <a:ln/>
        </p:spPr>
        <p:txBody>
          <a:bodyPr wrap="square" lIns="0" tIns="0" rIns="0" bIns="0" rtlCol="0" anchor="t">
            <a:spAutoFit/>
          </a:bodyPr>
          <a:lstStyle/>
          <a:p>
            <a:pPr marL="0" indent="0" algn="l">
              <a:lnSpc>
                <a:spcPts val="1100"/>
              </a:lnSpc>
              <a:buNone/>
            </a:pPr>
            <a:r>
              <a:rPr lang="en-US" sz="834" dirty="0">
                <a:solidFill>
                  <a:srgbClr val="CCCCCC"/>
                </a:solidFill>
              </a:rPr>
              <a:t>습득한 아이템을 확인하고 사용하거나 장착할 수 있는 그리드 시스템입니다.</a:t>
            </a:r>
            <a:endParaRPr lang="en-US" sz="834" dirty="0"/>
          </a:p>
        </p:txBody>
      </p:sp>
      <p:sp>
        <p:nvSpPr>
          <p:cNvPr id="68" name="Shape 49"/>
          <p:cNvSpPr/>
          <p:nvPr/>
        </p:nvSpPr>
        <p:spPr>
          <a:xfrm>
            <a:off x="3409941" y="4009430"/>
            <a:ext cx="2324091" cy="692944"/>
          </a:xfrm>
          <a:prstGeom prst="rect">
            <a:avLst/>
          </a:prstGeom>
          <a:solidFill>
            <a:srgbClr val="FFFFFF">
              <a:alpha val="5000"/>
            </a:srgbClr>
          </a:solidFill>
          <a:ln/>
        </p:spPr>
      </p:sp>
      <p:sp>
        <p:nvSpPr>
          <p:cNvPr id="69" name="Shape 50"/>
          <p:cNvSpPr/>
          <p:nvPr/>
        </p:nvSpPr>
        <p:spPr>
          <a:xfrm>
            <a:off x="3409941" y="4009430"/>
            <a:ext cx="28575" cy="692944"/>
          </a:xfrm>
          <a:prstGeom prst="rect">
            <a:avLst/>
          </a:prstGeom>
          <a:solidFill>
            <a:srgbClr val="FFD700"/>
          </a:solidFill>
          <a:ln/>
        </p:spPr>
      </p:sp>
      <p:sp>
        <p:nvSpPr>
          <p:cNvPr id="70" name="Text 51"/>
          <p:cNvSpPr/>
          <p:nvPr/>
        </p:nvSpPr>
        <p:spPr>
          <a:xfrm>
            <a:off x="3495666" y="4066580"/>
            <a:ext cx="2152641" cy="207169"/>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700"/>
                </a:solidFill>
              </a:rPr>
              <a:t>캐릭터 정보</a:t>
            </a:r>
            <a:endParaRPr lang="en-US" sz="987" dirty="0"/>
          </a:p>
        </p:txBody>
      </p:sp>
      <p:sp>
        <p:nvSpPr>
          <p:cNvPr id="71" name="Text 52"/>
          <p:cNvSpPr/>
          <p:nvPr/>
        </p:nvSpPr>
        <p:spPr>
          <a:xfrm>
            <a:off x="3495666" y="4316611"/>
            <a:ext cx="2152641" cy="328613"/>
          </a:xfrm>
          <a:prstGeom prst="rect">
            <a:avLst/>
          </a:prstGeom>
          <a:noFill/>
          <a:ln/>
        </p:spPr>
        <p:txBody>
          <a:bodyPr wrap="square" lIns="0" tIns="0" rIns="0" bIns="0" rtlCol="0" anchor="t">
            <a:spAutoFit/>
          </a:bodyPr>
          <a:lstStyle/>
          <a:p>
            <a:pPr marL="0" indent="0" algn="l">
              <a:lnSpc>
                <a:spcPts val="1100"/>
              </a:lnSpc>
              <a:buNone/>
            </a:pPr>
            <a:r>
              <a:rPr lang="en-US" sz="834" dirty="0">
                <a:solidFill>
                  <a:srgbClr val="CCCCCC"/>
                </a:solidFill>
              </a:rPr>
              <a:t>주인공의 현재 스탯과 자아 마모도 수치를 실시간으로 모니터링합니다.</a:t>
            </a:r>
            <a:endParaRPr lang="en-US" sz="834" dirty="0"/>
          </a:p>
        </p:txBody>
      </p:sp>
      <p:sp>
        <p:nvSpPr>
          <p:cNvPr id="72" name="Shape 53"/>
          <p:cNvSpPr/>
          <p:nvPr/>
        </p:nvSpPr>
        <p:spPr>
          <a:xfrm>
            <a:off x="5819756" y="4009430"/>
            <a:ext cx="2324119" cy="692944"/>
          </a:xfrm>
          <a:prstGeom prst="rect">
            <a:avLst/>
          </a:prstGeom>
          <a:solidFill>
            <a:srgbClr val="FFFFFF">
              <a:alpha val="5000"/>
            </a:srgbClr>
          </a:solidFill>
          <a:ln/>
        </p:spPr>
      </p:sp>
      <p:sp>
        <p:nvSpPr>
          <p:cNvPr id="73" name="Shape 54"/>
          <p:cNvSpPr/>
          <p:nvPr/>
        </p:nvSpPr>
        <p:spPr>
          <a:xfrm>
            <a:off x="5819756" y="4009430"/>
            <a:ext cx="28575" cy="692944"/>
          </a:xfrm>
          <a:prstGeom prst="rect">
            <a:avLst/>
          </a:prstGeom>
          <a:solidFill>
            <a:srgbClr val="FFD700"/>
          </a:solidFill>
          <a:ln/>
        </p:spPr>
      </p:sp>
      <p:sp>
        <p:nvSpPr>
          <p:cNvPr id="74" name="Text 55"/>
          <p:cNvSpPr/>
          <p:nvPr/>
        </p:nvSpPr>
        <p:spPr>
          <a:xfrm>
            <a:off x="5905481" y="4066580"/>
            <a:ext cx="2152669" cy="207169"/>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D700"/>
                </a:solidFill>
              </a:rPr>
              <a:t>단축키 설정</a:t>
            </a:r>
            <a:endParaRPr lang="en-US" sz="987" dirty="0"/>
          </a:p>
        </p:txBody>
      </p:sp>
      <p:sp>
        <p:nvSpPr>
          <p:cNvPr id="75" name="Text 56"/>
          <p:cNvSpPr/>
          <p:nvPr/>
        </p:nvSpPr>
        <p:spPr>
          <a:xfrm>
            <a:off x="5905481" y="4316611"/>
            <a:ext cx="2152669" cy="328613"/>
          </a:xfrm>
          <a:prstGeom prst="rect">
            <a:avLst/>
          </a:prstGeom>
          <a:noFill/>
          <a:ln/>
        </p:spPr>
        <p:txBody>
          <a:bodyPr wrap="square" lIns="0" tIns="0" rIns="0" bIns="0" rtlCol="0" anchor="t">
            <a:spAutoFit/>
          </a:bodyPr>
          <a:lstStyle/>
          <a:p>
            <a:pPr marL="0" indent="0" algn="l">
              <a:lnSpc>
                <a:spcPts val="1100"/>
              </a:lnSpc>
              <a:buNone/>
            </a:pPr>
            <a:r>
              <a:rPr lang="en-US" sz="834" dirty="0">
                <a:solidFill>
                  <a:srgbClr val="CCCCCC"/>
                </a:solidFill>
              </a:rPr>
              <a:t>사용자 편의에 맞춰 조작키를 커스터마이징하여 최적의 플레이 환경을 구축합니다.</a:t>
            </a:r>
            <a:endParaRPr lang="en-US" sz="834" dirty="0"/>
          </a:p>
        </p:txBody>
      </p:sp>
      <p:pic>
        <p:nvPicPr>
          <p:cNvPr id="76" name="Image 1" descr="preencoded.png">
            <a:extLst>
              <a:ext uri="{FF2B5EF4-FFF2-40B4-BE49-F238E27FC236}">
                <a16:creationId xmlns:a16="http://schemas.microsoft.com/office/drawing/2014/main" id="{F1761BBD-566C-C14E-B958-D8E0B865DADF}"/>
              </a:ext>
            </a:extLst>
          </p:cNvPr>
          <p:cNvPicPr>
            <a:picLocks noChangeAspect="1"/>
          </p:cNvPicPr>
          <p:nvPr/>
        </p:nvPicPr>
        <p:blipFill>
          <a:blip r:embed="rId13"/>
          <a:stretch>
            <a:fillRect/>
          </a:stretch>
        </p:blipFill>
        <p:spPr>
          <a:xfrm>
            <a:off x="542925" y="998339"/>
            <a:ext cx="171450" cy="171450"/>
          </a:xfrm>
          <a:prstGeom prst="rect">
            <a:avLst/>
          </a:prstGeom>
        </p:spPr>
      </p:pic>
      <p:pic>
        <p:nvPicPr>
          <p:cNvPr id="77" name="Image 2" descr="preencoded.png">
            <a:extLst>
              <a:ext uri="{FF2B5EF4-FFF2-40B4-BE49-F238E27FC236}">
                <a16:creationId xmlns:a16="http://schemas.microsoft.com/office/drawing/2014/main" id="{74FA7843-B3F3-BC20-1F75-10378FD01B62}"/>
              </a:ext>
            </a:extLst>
          </p:cNvPr>
          <p:cNvPicPr>
            <a:picLocks noChangeAspect="1"/>
          </p:cNvPicPr>
          <p:nvPr/>
        </p:nvPicPr>
        <p:blipFill>
          <a:blip r:embed="rId14"/>
          <a:stretch>
            <a:fillRect/>
          </a:stretch>
        </p:blipFill>
        <p:spPr>
          <a:xfrm>
            <a:off x="757238" y="1551980"/>
            <a:ext cx="171450" cy="171450"/>
          </a:xfrm>
          <a:prstGeom prst="rect">
            <a:avLst/>
          </a:prstGeom>
        </p:spPr>
      </p:pic>
      <p:pic>
        <p:nvPicPr>
          <p:cNvPr id="78" name="Image 8" descr="preencoded.png">
            <a:extLst>
              <a:ext uri="{FF2B5EF4-FFF2-40B4-BE49-F238E27FC236}">
                <a16:creationId xmlns:a16="http://schemas.microsoft.com/office/drawing/2014/main" id="{52865C9F-37DF-D315-DA24-46D23F708086}"/>
              </a:ext>
            </a:extLst>
          </p:cNvPr>
          <p:cNvPicPr>
            <a:picLocks noChangeAspect="1"/>
          </p:cNvPicPr>
          <p:nvPr/>
        </p:nvPicPr>
        <p:blipFill>
          <a:blip r:embed="rId15"/>
          <a:stretch>
            <a:fillRect/>
          </a:stretch>
        </p:blipFill>
        <p:spPr>
          <a:xfrm>
            <a:off x="1160859" y="3266480"/>
            <a:ext cx="150019" cy="171450"/>
          </a:xfrm>
          <a:prstGeom prst="rect">
            <a:avLst/>
          </a:prstGeom>
        </p:spPr>
      </p:pic>
      <p:pic>
        <p:nvPicPr>
          <p:cNvPr id="79" name="Image 9" descr="preencoded.png">
            <a:extLst>
              <a:ext uri="{FF2B5EF4-FFF2-40B4-BE49-F238E27FC236}">
                <a16:creationId xmlns:a16="http://schemas.microsoft.com/office/drawing/2014/main" id="{EE69D668-68D3-CE7B-CEF6-8CFFFFD37811}"/>
              </a:ext>
            </a:extLst>
          </p:cNvPr>
          <p:cNvPicPr>
            <a:picLocks noChangeAspect="1"/>
          </p:cNvPicPr>
          <p:nvPr/>
        </p:nvPicPr>
        <p:blipFill>
          <a:blip r:embed="rId16"/>
          <a:stretch>
            <a:fillRect/>
          </a:stretch>
        </p:blipFill>
        <p:spPr>
          <a:xfrm>
            <a:off x="1578769" y="3266480"/>
            <a:ext cx="171450" cy="171450"/>
          </a:xfrm>
          <a:prstGeom prst="rect">
            <a:avLst/>
          </a:prstGeom>
        </p:spPr>
      </p:pic>
      <p:pic>
        <p:nvPicPr>
          <p:cNvPr id="80" name="Image 10" descr="preencoded.png">
            <a:extLst>
              <a:ext uri="{FF2B5EF4-FFF2-40B4-BE49-F238E27FC236}">
                <a16:creationId xmlns:a16="http://schemas.microsoft.com/office/drawing/2014/main" id="{E8DA3C44-80A4-2DF9-E2AE-B6B36C7347AD}"/>
              </a:ext>
            </a:extLst>
          </p:cNvPr>
          <p:cNvPicPr>
            <a:picLocks noChangeAspect="1"/>
          </p:cNvPicPr>
          <p:nvPr/>
        </p:nvPicPr>
        <p:blipFill>
          <a:blip r:embed="rId17"/>
          <a:stretch>
            <a:fillRect/>
          </a:stretch>
        </p:blipFill>
        <p:spPr>
          <a:xfrm>
            <a:off x="2028825" y="3266480"/>
            <a:ext cx="128588" cy="1714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3250434" cy="544711"/>
          </a:xfrm>
          <a:prstGeom prst="rect">
            <a:avLst/>
          </a:prstGeom>
          <a:solidFill>
            <a:srgbClr val="FFFFFF"/>
          </a:solidFill>
          <a:ln w="27432">
            <a:solidFill>
              <a:srgbClr val="000000"/>
            </a:solidFill>
            <a:prstDash val="solid"/>
          </a:ln>
        </p:spPr>
      </p:sp>
      <p:sp>
        <p:nvSpPr>
          <p:cNvPr id="4" name="Text 1"/>
          <p:cNvSpPr/>
          <p:nvPr/>
        </p:nvSpPr>
        <p:spPr>
          <a:xfrm>
            <a:off x="642938" y="342900"/>
            <a:ext cx="2764659"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시스템: UI 설정 영역 상세</a:t>
            </a:r>
            <a:endParaRPr lang="en-US" sz="1808" dirty="0"/>
          </a:p>
        </p:txBody>
      </p:sp>
      <p:sp>
        <p:nvSpPr>
          <p:cNvPr id="5" name="Shape 2"/>
          <p:cNvSpPr/>
          <p:nvPr/>
        </p:nvSpPr>
        <p:spPr>
          <a:xfrm>
            <a:off x="428625" y="987623"/>
            <a:ext cx="4000500" cy="4071547"/>
          </a:xfrm>
          <a:prstGeom prst="rect">
            <a:avLst/>
          </a:prstGeom>
          <a:solidFill>
            <a:srgbClr val="00CED1">
              <a:alpha val="5000"/>
            </a:srgbClr>
          </a:solidFill>
          <a:ln w="27432">
            <a:solidFill>
              <a:srgbClr val="00CED1"/>
            </a:solidFill>
            <a:prstDash val="solid"/>
          </a:ln>
        </p:spPr>
      </p:sp>
      <p:sp>
        <p:nvSpPr>
          <p:cNvPr id="6" name="Shape 3"/>
          <p:cNvSpPr/>
          <p:nvPr/>
        </p:nvSpPr>
        <p:spPr>
          <a:xfrm>
            <a:off x="571500" y="880467"/>
            <a:ext cx="1368754" cy="264319"/>
          </a:xfrm>
          <a:prstGeom prst="rect">
            <a:avLst/>
          </a:prstGeom>
          <a:solidFill>
            <a:srgbClr val="00CED1"/>
          </a:solidFill>
          <a:ln w="18288">
            <a:solidFill>
              <a:srgbClr val="000000"/>
            </a:solidFill>
            <a:prstDash val="solid"/>
          </a:ln>
        </p:spPr>
      </p:sp>
      <p:sp>
        <p:nvSpPr>
          <p:cNvPr id="7" name="Text 4"/>
          <p:cNvSpPr/>
          <p:nvPr/>
        </p:nvSpPr>
        <p:spPr>
          <a:xfrm>
            <a:off x="571500" y="880467"/>
            <a:ext cx="1368754" cy="264319"/>
          </a:xfrm>
          <a:prstGeom prst="rect">
            <a:avLst/>
          </a:prstGeom>
          <a:noFill/>
          <a:ln/>
        </p:spPr>
        <p:txBody>
          <a:bodyPr wrap="square" lIns="127508" tIns="17018" rIns="127508" bIns="17018" rtlCol="0" anchor="t">
            <a:spAutoFit/>
          </a:bodyPr>
          <a:lstStyle/>
          <a:p>
            <a:pPr marL="0" indent="0" algn="l">
              <a:lnSpc>
                <a:spcPts val="1400"/>
              </a:lnSpc>
              <a:buNone/>
            </a:pPr>
            <a:r>
              <a:rPr lang="en-US" sz="1050" dirty="0">
                <a:solidFill>
                  <a:srgbClr val="1A0D2E"/>
                </a:solidFill>
              </a:rPr>
              <a:t>인벤토리 영역 상세</a:t>
            </a:r>
            <a:endParaRPr lang="en-US" sz="1050" dirty="0"/>
          </a:p>
        </p:txBody>
      </p:sp>
      <p:sp>
        <p:nvSpPr>
          <p:cNvPr id="8" name="Shape 5"/>
          <p:cNvSpPr/>
          <p:nvPr/>
        </p:nvSpPr>
        <p:spPr>
          <a:xfrm>
            <a:off x="571500" y="1237655"/>
            <a:ext cx="3743325" cy="2200275"/>
          </a:xfrm>
          <a:prstGeom prst="rect">
            <a:avLst/>
          </a:prstGeom>
          <a:solidFill>
            <a:srgbClr val="000000"/>
          </a:solidFill>
          <a:ln w="27432">
            <a:solidFill>
              <a:srgbClr val="FFFFFF"/>
            </a:solidFill>
            <a:prstDash val="solid"/>
          </a:ln>
        </p:spPr>
      </p:sp>
      <p:sp>
        <p:nvSpPr>
          <p:cNvPr id="9" name="Shape 6"/>
          <p:cNvSpPr/>
          <p:nvPr/>
        </p:nvSpPr>
        <p:spPr>
          <a:xfrm>
            <a:off x="2721769" y="1794867"/>
            <a:ext cx="1243013" cy="1028700"/>
          </a:xfrm>
          <a:prstGeom prst="rect">
            <a:avLst/>
          </a:prstGeom>
          <a:solidFill>
            <a:srgbClr val="FFD700">
              <a:alpha val="10000"/>
            </a:srgbClr>
          </a:solidFill>
          <a:ln w="18288">
            <a:solidFill>
              <a:srgbClr val="FFD700"/>
            </a:solidFill>
            <a:prstDash val="solid"/>
          </a:ln>
        </p:spPr>
      </p:sp>
      <p:sp>
        <p:nvSpPr>
          <p:cNvPr id="10" name="Text 7"/>
          <p:cNvSpPr/>
          <p:nvPr/>
        </p:nvSpPr>
        <p:spPr>
          <a:xfrm>
            <a:off x="2807494" y="1880592"/>
            <a:ext cx="1071563" cy="126802"/>
          </a:xfrm>
          <a:prstGeom prst="rect">
            <a:avLst/>
          </a:prstGeom>
          <a:noFill/>
          <a:ln/>
        </p:spPr>
        <p:txBody>
          <a:bodyPr wrap="none" lIns="0" tIns="0" rIns="0" bIns="0" rtlCol="0" anchor="t">
            <a:spAutoFit/>
          </a:bodyPr>
          <a:lstStyle/>
          <a:p>
            <a:pPr marL="0" indent="0" algn="l">
              <a:lnSpc>
                <a:spcPts val="800"/>
              </a:lnSpc>
              <a:buNone/>
            </a:pPr>
            <a:r>
              <a:rPr lang="en-US" sz="621" dirty="0">
                <a:solidFill>
                  <a:srgbClr val="FFD700"/>
                </a:solidFill>
              </a:rPr>
              <a:t>아이템 이름</a:t>
            </a:r>
            <a:endParaRPr lang="en-US" sz="621" dirty="0"/>
          </a:p>
        </p:txBody>
      </p:sp>
      <p:sp>
        <p:nvSpPr>
          <p:cNvPr id="11" name="Text 8"/>
          <p:cNvSpPr/>
          <p:nvPr/>
        </p:nvSpPr>
        <p:spPr>
          <a:xfrm>
            <a:off x="2807494" y="2043113"/>
            <a:ext cx="1071563" cy="126802"/>
          </a:xfrm>
          <a:prstGeom prst="rect">
            <a:avLst/>
          </a:prstGeom>
          <a:noFill/>
          <a:ln/>
        </p:spPr>
        <p:txBody>
          <a:bodyPr wrap="none" lIns="0" tIns="0" rIns="0" bIns="0" rtlCol="0" anchor="t">
            <a:spAutoFit/>
          </a:bodyPr>
          <a:lstStyle/>
          <a:p>
            <a:pPr marL="0" indent="0" algn="l">
              <a:lnSpc>
                <a:spcPts val="800"/>
              </a:lnSpc>
              <a:buNone/>
            </a:pPr>
            <a:r>
              <a:rPr lang="en-US" sz="621" dirty="0">
                <a:solidFill>
                  <a:srgbClr val="FFFFFF"/>
                </a:solidFill>
              </a:rPr>
              <a:t>상세 설명 텍스트 영역...</a:t>
            </a:r>
            <a:endParaRPr lang="en-US" sz="621" dirty="0"/>
          </a:p>
        </p:txBody>
      </p:sp>
      <p:sp>
        <p:nvSpPr>
          <p:cNvPr id="12" name="Shape 9"/>
          <p:cNvSpPr/>
          <p:nvPr/>
        </p:nvSpPr>
        <p:spPr>
          <a:xfrm>
            <a:off x="4014788" y="1309092"/>
            <a:ext cx="171450" cy="171450"/>
          </a:xfrm>
          <a:prstGeom prst="rect">
            <a:avLst/>
          </a:prstGeom>
          <a:solidFill>
            <a:srgbClr val="FF69B4"/>
          </a:solidFill>
          <a:ln w="18288">
            <a:solidFill>
              <a:srgbClr val="000000"/>
            </a:solidFill>
            <a:prstDash val="solid"/>
          </a:ln>
        </p:spPr>
      </p:sp>
      <p:sp>
        <p:nvSpPr>
          <p:cNvPr id="13" name="Text 10"/>
          <p:cNvSpPr/>
          <p:nvPr/>
        </p:nvSpPr>
        <p:spPr>
          <a:xfrm>
            <a:off x="4014788" y="1309092"/>
            <a:ext cx="171450" cy="171450"/>
          </a:xfrm>
          <a:prstGeom prst="rect">
            <a:avLst/>
          </a:prstGeom>
          <a:noFill/>
          <a:ln/>
        </p:spPr>
        <p:txBody>
          <a:bodyPr wrap="square" lIns="0" tIns="0" rIns="0" bIns="0" rtlCol="0" anchor="ctr">
            <a:spAutoFit/>
          </a:bodyPr>
          <a:lstStyle/>
          <a:p>
            <a:pPr marL="0" indent="0" algn="ctr">
              <a:lnSpc>
                <a:spcPts val="800"/>
              </a:lnSpc>
              <a:buNone/>
            </a:pPr>
            <a:r>
              <a:rPr lang="en-US" sz="621" dirty="0">
                <a:solidFill>
                  <a:srgbClr val="FFFFFF"/>
                </a:solidFill>
              </a:rPr>
              <a:t>X</a:t>
            </a:r>
            <a:endParaRPr lang="en-US" sz="621" dirty="0"/>
          </a:p>
        </p:txBody>
      </p:sp>
      <p:pic>
        <p:nvPicPr>
          <p:cNvPr id="14" name="Image 1" descr="preencoded.png"/>
          <p:cNvPicPr>
            <a:picLocks noChangeAspect="1"/>
          </p:cNvPicPr>
          <p:nvPr/>
        </p:nvPicPr>
        <p:blipFill>
          <a:blip r:embed="rId4"/>
          <a:stretch>
            <a:fillRect/>
          </a:stretch>
        </p:blipFill>
        <p:spPr>
          <a:xfrm>
            <a:off x="571500" y="3523655"/>
            <a:ext cx="100013" cy="128588"/>
          </a:xfrm>
          <a:prstGeom prst="rect">
            <a:avLst/>
          </a:prstGeom>
        </p:spPr>
      </p:pic>
      <p:sp>
        <p:nvSpPr>
          <p:cNvPr id="15" name="Text 11"/>
          <p:cNvSpPr/>
          <p:nvPr/>
        </p:nvSpPr>
        <p:spPr>
          <a:xfrm>
            <a:off x="742950" y="3523655"/>
            <a:ext cx="3514725" cy="368964"/>
          </a:xfrm>
          <a:prstGeom prst="rect">
            <a:avLst/>
          </a:prstGeom>
          <a:noFill/>
          <a:ln/>
        </p:spPr>
        <p:txBody>
          <a:bodyPr wrap="square" lIns="0" tIns="0" rIns="0" bIns="0" rtlCol="0" anchor="t">
            <a:spAutoFit/>
          </a:bodyPr>
          <a:lstStyle/>
          <a:p>
            <a:pPr marL="0" indent="0" algn="l">
              <a:lnSpc>
                <a:spcPts val="1400"/>
              </a:lnSpc>
              <a:buNone/>
            </a:pPr>
            <a:r>
              <a:rPr lang="en-US" sz="885" b="1" dirty="0">
                <a:solidFill>
                  <a:srgbClr val="FFD700"/>
                </a:solidFill>
              </a:rPr>
              <a:t>아이템 그리드:</a:t>
            </a:r>
            <a:r>
              <a:rPr lang="en-US" sz="942" dirty="0">
                <a:solidFill>
                  <a:srgbClr val="FFFFFF"/>
                </a:solidFill>
              </a:rPr>
              <a:t> 픽셀 스타일의 슬롯 구성. 선택된 아이템은 황금색 테두리로 강조됩니다.</a:t>
            </a:r>
            <a:endParaRPr lang="en-US" sz="885" dirty="0"/>
          </a:p>
        </p:txBody>
      </p:sp>
      <p:pic>
        <p:nvPicPr>
          <p:cNvPr id="16" name="Image 2" descr="preencoded.png"/>
          <p:cNvPicPr>
            <a:picLocks noChangeAspect="1"/>
          </p:cNvPicPr>
          <p:nvPr/>
        </p:nvPicPr>
        <p:blipFill>
          <a:blip r:embed="rId5"/>
          <a:stretch>
            <a:fillRect/>
          </a:stretch>
        </p:blipFill>
        <p:spPr>
          <a:xfrm>
            <a:off x="571500" y="3978343"/>
            <a:ext cx="100013" cy="128588"/>
          </a:xfrm>
          <a:prstGeom prst="rect">
            <a:avLst/>
          </a:prstGeom>
        </p:spPr>
      </p:pic>
      <p:sp>
        <p:nvSpPr>
          <p:cNvPr id="17" name="Text 12"/>
          <p:cNvSpPr/>
          <p:nvPr/>
        </p:nvSpPr>
        <p:spPr>
          <a:xfrm>
            <a:off x="742950" y="3978343"/>
            <a:ext cx="3514725" cy="368964"/>
          </a:xfrm>
          <a:prstGeom prst="rect">
            <a:avLst/>
          </a:prstGeom>
          <a:noFill/>
          <a:ln/>
        </p:spPr>
        <p:txBody>
          <a:bodyPr wrap="square" lIns="0" tIns="0" rIns="0" bIns="0" rtlCol="0" anchor="t">
            <a:spAutoFit/>
          </a:bodyPr>
          <a:lstStyle/>
          <a:p>
            <a:pPr marL="0" indent="0" algn="l">
              <a:lnSpc>
                <a:spcPts val="1400"/>
              </a:lnSpc>
              <a:buNone/>
            </a:pPr>
            <a:r>
              <a:rPr lang="en-US" sz="885" b="1" dirty="0">
                <a:solidFill>
                  <a:srgbClr val="FFD700"/>
                </a:solidFill>
              </a:rPr>
              <a:t>상세 설명창:</a:t>
            </a:r>
            <a:r>
              <a:rPr lang="en-US" sz="942" dirty="0">
                <a:solidFill>
                  <a:srgbClr val="FFFFFF"/>
                </a:solidFill>
              </a:rPr>
              <a:t> 아이템의 효과, 배경 스토리, 사용법 등을 직관적으로 노출합니다.</a:t>
            </a:r>
            <a:endParaRPr lang="en-US" sz="885" dirty="0"/>
          </a:p>
        </p:txBody>
      </p:sp>
      <p:pic>
        <p:nvPicPr>
          <p:cNvPr id="18" name="Image 3" descr="preencoded.png"/>
          <p:cNvPicPr>
            <a:picLocks noChangeAspect="1"/>
          </p:cNvPicPr>
          <p:nvPr/>
        </p:nvPicPr>
        <p:blipFill>
          <a:blip r:embed="rId6"/>
          <a:stretch>
            <a:fillRect/>
          </a:stretch>
        </p:blipFill>
        <p:spPr>
          <a:xfrm>
            <a:off x="571500" y="4433032"/>
            <a:ext cx="100013" cy="128588"/>
          </a:xfrm>
          <a:prstGeom prst="rect">
            <a:avLst/>
          </a:prstGeom>
        </p:spPr>
      </p:pic>
      <p:sp>
        <p:nvSpPr>
          <p:cNvPr id="19" name="Text 13"/>
          <p:cNvSpPr/>
          <p:nvPr/>
        </p:nvSpPr>
        <p:spPr>
          <a:xfrm>
            <a:off x="742950" y="4433032"/>
            <a:ext cx="3514725" cy="368964"/>
          </a:xfrm>
          <a:prstGeom prst="rect">
            <a:avLst/>
          </a:prstGeom>
          <a:noFill/>
          <a:ln/>
        </p:spPr>
        <p:txBody>
          <a:bodyPr wrap="square" lIns="0" tIns="0" rIns="0" bIns="0" rtlCol="0" anchor="t">
            <a:spAutoFit/>
          </a:bodyPr>
          <a:lstStyle/>
          <a:p>
            <a:pPr marL="0" indent="0" algn="l">
              <a:lnSpc>
                <a:spcPts val="1400"/>
              </a:lnSpc>
              <a:buNone/>
            </a:pPr>
            <a:r>
              <a:rPr lang="en-US" sz="885" b="1" dirty="0">
                <a:solidFill>
                  <a:srgbClr val="FFD700"/>
                </a:solidFill>
              </a:rPr>
              <a:t>닫기 버튼:</a:t>
            </a:r>
            <a:r>
              <a:rPr lang="en-US" sz="942" dirty="0">
                <a:solidFill>
                  <a:srgbClr val="FFFFFF"/>
                </a:solidFill>
              </a:rPr>
              <a:t> 우측 상단에 배치하여 빠른 창 닫기 기능을 제공합니다.</a:t>
            </a:r>
            <a:endParaRPr lang="en-US" sz="885" dirty="0"/>
          </a:p>
        </p:txBody>
      </p:sp>
      <p:sp>
        <p:nvSpPr>
          <p:cNvPr id="20" name="Shape 14"/>
          <p:cNvSpPr/>
          <p:nvPr/>
        </p:nvSpPr>
        <p:spPr>
          <a:xfrm>
            <a:off x="4686300" y="987623"/>
            <a:ext cx="4029075" cy="4071547"/>
          </a:xfrm>
          <a:prstGeom prst="rect">
            <a:avLst/>
          </a:prstGeom>
          <a:solidFill>
            <a:srgbClr val="FFD700">
              <a:alpha val="5000"/>
            </a:srgbClr>
          </a:solidFill>
          <a:ln w="27432">
            <a:solidFill>
              <a:srgbClr val="FFD700"/>
            </a:solidFill>
            <a:prstDash val="solid"/>
          </a:ln>
        </p:spPr>
      </p:sp>
      <p:sp>
        <p:nvSpPr>
          <p:cNvPr id="21" name="Shape 15"/>
          <p:cNvSpPr/>
          <p:nvPr/>
        </p:nvSpPr>
        <p:spPr>
          <a:xfrm>
            <a:off x="4857750" y="880467"/>
            <a:ext cx="1537357" cy="264319"/>
          </a:xfrm>
          <a:prstGeom prst="rect">
            <a:avLst/>
          </a:prstGeom>
          <a:solidFill>
            <a:srgbClr val="FFD700"/>
          </a:solidFill>
          <a:ln w="18288">
            <a:solidFill>
              <a:srgbClr val="000000"/>
            </a:solidFill>
            <a:prstDash val="solid"/>
          </a:ln>
        </p:spPr>
      </p:sp>
      <p:sp>
        <p:nvSpPr>
          <p:cNvPr id="22" name="Text 16"/>
          <p:cNvSpPr/>
          <p:nvPr/>
        </p:nvSpPr>
        <p:spPr>
          <a:xfrm>
            <a:off x="4857750" y="880467"/>
            <a:ext cx="1537357" cy="264319"/>
          </a:xfrm>
          <a:prstGeom prst="rect">
            <a:avLst/>
          </a:prstGeom>
          <a:noFill/>
          <a:ln/>
        </p:spPr>
        <p:txBody>
          <a:bodyPr wrap="square" lIns="127508" tIns="17018" rIns="127508" bIns="17018" rtlCol="0" anchor="t">
            <a:spAutoFit/>
          </a:bodyPr>
          <a:lstStyle/>
          <a:p>
            <a:pPr marL="0" indent="0" algn="l">
              <a:lnSpc>
                <a:spcPts val="1400"/>
              </a:lnSpc>
              <a:buNone/>
            </a:pPr>
            <a:r>
              <a:rPr lang="en-US" sz="1050" dirty="0">
                <a:solidFill>
                  <a:srgbClr val="1A0D2E"/>
                </a:solidFill>
              </a:rPr>
              <a:t>캐릭터 정보 영역 상세</a:t>
            </a:r>
            <a:endParaRPr lang="en-US" sz="1050" dirty="0"/>
          </a:p>
        </p:txBody>
      </p:sp>
      <p:sp>
        <p:nvSpPr>
          <p:cNvPr id="23" name="Shape 17"/>
          <p:cNvSpPr/>
          <p:nvPr/>
        </p:nvSpPr>
        <p:spPr>
          <a:xfrm>
            <a:off x="4857750" y="1237655"/>
            <a:ext cx="3771900" cy="2200275"/>
          </a:xfrm>
          <a:prstGeom prst="rect">
            <a:avLst/>
          </a:prstGeom>
          <a:solidFill>
            <a:srgbClr val="000000"/>
          </a:solidFill>
          <a:ln w="27432">
            <a:solidFill>
              <a:srgbClr val="FFD700"/>
            </a:solidFill>
            <a:prstDash val="solid"/>
          </a:ln>
        </p:spPr>
      </p:sp>
      <p:sp>
        <p:nvSpPr>
          <p:cNvPr id="24" name="Shape 18"/>
          <p:cNvSpPr/>
          <p:nvPr/>
        </p:nvSpPr>
        <p:spPr>
          <a:xfrm>
            <a:off x="5879306" y="1784152"/>
            <a:ext cx="471488" cy="471488"/>
          </a:xfrm>
          <a:prstGeom prst="rect">
            <a:avLst/>
          </a:prstGeom>
          <a:solidFill>
            <a:srgbClr val="00CED1">
              <a:alpha val="10000"/>
            </a:srgbClr>
          </a:solidFill>
          <a:ln w="18288">
            <a:solidFill>
              <a:srgbClr val="00CED1"/>
            </a:solidFill>
            <a:prstDash val="solid"/>
          </a:ln>
        </p:spPr>
      </p:sp>
      <p:pic>
        <p:nvPicPr>
          <p:cNvPr id="25" name="Image 4" descr="preencoded.png"/>
          <p:cNvPicPr>
            <a:picLocks noChangeAspect="1"/>
          </p:cNvPicPr>
          <p:nvPr/>
        </p:nvPicPr>
        <p:blipFill>
          <a:blip r:embed="rId7"/>
          <a:stretch>
            <a:fillRect/>
          </a:stretch>
        </p:blipFill>
        <p:spPr>
          <a:xfrm>
            <a:off x="5986463" y="1934170"/>
            <a:ext cx="214313" cy="171450"/>
          </a:xfrm>
          <a:prstGeom prst="rect">
            <a:avLst/>
          </a:prstGeom>
        </p:spPr>
      </p:pic>
      <p:sp>
        <p:nvSpPr>
          <p:cNvPr id="26" name="Shape 19"/>
          <p:cNvSpPr/>
          <p:nvPr/>
        </p:nvSpPr>
        <p:spPr>
          <a:xfrm>
            <a:off x="5879306" y="2341364"/>
            <a:ext cx="471488" cy="471488"/>
          </a:xfrm>
          <a:prstGeom prst="rect">
            <a:avLst/>
          </a:prstGeom>
          <a:solidFill>
            <a:srgbClr val="00CED1">
              <a:alpha val="10000"/>
            </a:srgbClr>
          </a:solidFill>
          <a:ln w="18288">
            <a:solidFill>
              <a:srgbClr val="00CED1"/>
            </a:solidFill>
            <a:prstDash val="solid"/>
          </a:ln>
        </p:spPr>
      </p:sp>
      <p:pic>
        <p:nvPicPr>
          <p:cNvPr id="27" name="Image 5" descr="preencoded.png"/>
          <p:cNvPicPr>
            <a:picLocks noChangeAspect="1"/>
          </p:cNvPicPr>
          <p:nvPr/>
        </p:nvPicPr>
        <p:blipFill>
          <a:blip r:embed="rId8"/>
          <a:stretch>
            <a:fillRect/>
          </a:stretch>
        </p:blipFill>
        <p:spPr>
          <a:xfrm>
            <a:off x="6786563" y="2023467"/>
            <a:ext cx="571500" cy="571500"/>
          </a:xfrm>
          <a:prstGeom prst="rect">
            <a:avLst/>
          </a:prstGeom>
        </p:spPr>
      </p:pic>
      <p:pic>
        <p:nvPicPr>
          <p:cNvPr id="28" name="Image 6" descr="preencoded.png"/>
          <p:cNvPicPr>
            <a:picLocks noChangeAspect="1"/>
          </p:cNvPicPr>
          <p:nvPr/>
        </p:nvPicPr>
        <p:blipFill>
          <a:blip r:embed="rId9"/>
          <a:stretch>
            <a:fillRect/>
          </a:stretch>
        </p:blipFill>
        <p:spPr>
          <a:xfrm>
            <a:off x="4857750" y="3523655"/>
            <a:ext cx="100013" cy="128588"/>
          </a:xfrm>
          <a:prstGeom prst="rect">
            <a:avLst/>
          </a:prstGeom>
        </p:spPr>
      </p:pic>
      <p:sp>
        <p:nvSpPr>
          <p:cNvPr id="29" name="Text 20"/>
          <p:cNvSpPr/>
          <p:nvPr/>
        </p:nvSpPr>
        <p:spPr>
          <a:xfrm>
            <a:off x="5029200" y="3523655"/>
            <a:ext cx="3543300" cy="368964"/>
          </a:xfrm>
          <a:prstGeom prst="rect">
            <a:avLst/>
          </a:prstGeom>
          <a:noFill/>
          <a:ln/>
        </p:spPr>
        <p:txBody>
          <a:bodyPr wrap="square" lIns="0" tIns="0" rIns="0" bIns="0" rtlCol="0" anchor="t">
            <a:spAutoFit/>
          </a:bodyPr>
          <a:lstStyle/>
          <a:p>
            <a:pPr marL="0" indent="0" algn="l">
              <a:lnSpc>
                <a:spcPts val="1400"/>
              </a:lnSpc>
              <a:buNone/>
            </a:pPr>
            <a:r>
              <a:rPr lang="en-US" sz="885" b="1" dirty="0">
                <a:solidFill>
                  <a:srgbClr val="FFD700"/>
                </a:solidFill>
              </a:rPr>
              <a:t>장착 슬롯:</a:t>
            </a:r>
            <a:r>
              <a:rPr lang="en-US" sz="942" dirty="0">
                <a:solidFill>
                  <a:srgbClr val="FFFFFF"/>
                </a:solidFill>
              </a:rPr>
              <a:t> 코스튬(의상)과 무기 슬롯을 구분하여 현재 장착 상태를 시각화합니다.</a:t>
            </a:r>
            <a:endParaRPr lang="en-US" sz="885" dirty="0"/>
          </a:p>
        </p:txBody>
      </p:sp>
      <p:pic>
        <p:nvPicPr>
          <p:cNvPr id="30" name="Image 7" descr="preencoded.png"/>
          <p:cNvPicPr>
            <a:picLocks noChangeAspect="1"/>
          </p:cNvPicPr>
          <p:nvPr/>
        </p:nvPicPr>
        <p:blipFill>
          <a:blip r:embed="rId10"/>
          <a:stretch>
            <a:fillRect/>
          </a:stretch>
        </p:blipFill>
        <p:spPr>
          <a:xfrm>
            <a:off x="4857750" y="3978343"/>
            <a:ext cx="100013" cy="128588"/>
          </a:xfrm>
          <a:prstGeom prst="rect">
            <a:avLst/>
          </a:prstGeom>
        </p:spPr>
      </p:pic>
      <p:sp>
        <p:nvSpPr>
          <p:cNvPr id="31" name="Text 21"/>
          <p:cNvSpPr/>
          <p:nvPr/>
        </p:nvSpPr>
        <p:spPr>
          <a:xfrm>
            <a:off x="5029200" y="3978343"/>
            <a:ext cx="3543300" cy="368964"/>
          </a:xfrm>
          <a:prstGeom prst="rect">
            <a:avLst/>
          </a:prstGeom>
          <a:noFill/>
          <a:ln/>
        </p:spPr>
        <p:txBody>
          <a:bodyPr wrap="square" lIns="0" tIns="0" rIns="0" bIns="0" rtlCol="0" anchor="t">
            <a:spAutoFit/>
          </a:bodyPr>
          <a:lstStyle/>
          <a:p>
            <a:pPr marL="0" indent="0" algn="l">
              <a:lnSpc>
                <a:spcPts val="1400"/>
              </a:lnSpc>
              <a:buNone/>
            </a:pPr>
            <a:r>
              <a:rPr lang="en-US" sz="885" b="1" dirty="0">
                <a:solidFill>
                  <a:srgbClr val="FFD700"/>
                </a:solidFill>
              </a:rPr>
              <a:t>캐릭터 미리보기:</a:t>
            </a:r>
            <a:r>
              <a:rPr lang="en-US" sz="942" dirty="0">
                <a:solidFill>
                  <a:srgbClr val="FFFFFF"/>
                </a:solidFill>
              </a:rPr>
              <a:t> 장착한 아이템이 적용된 주인공의 픽셀 모델을 실시간으로 확인합니다.</a:t>
            </a:r>
            <a:endParaRPr lang="en-US" sz="885" dirty="0"/>
          </a:p>
        </p:txBody>
      </p:sp>
      <p:pic>
        <p:nvPicPr>
          <p:cNvPr id="32" name="Image 8" descr="preencoded.png"/>
          <p:cNvPicPr>
            <a:picLocks noChangeAspect="1"/>
          </p:cNvPicPr>
          <p:nvPr/>
        </p:nvPicPr>
        <p:blipFill>
          <a:blip r:embed="rId11"/>
          <a:stretch>
            <a:fillRect/>
          </a:stretch>
        </p:blipFill>
        <p:spPr>
          <a:xfrm>
            <a:off x="4857750" y="4433032"/>
            <a:ext cx="100013" cy="128588"/>
          </a:xfrm>
          <a:prstGeom prst="rect">
            <a:avLst/>
          </a:prstGeom>
        </p:spPr>
      </p:pic>
      <p:sp>
        <p:nvSpPr>
          <p:cNvPr id="33" name="Text 22"/>
          <p:cNvSpPr/>
          <p:nvPr/>
        </p:nvSpPr>
        <p:spPr>
          <a:xfrm>
            <a:off x="5029200" y="4433032"/>
            <a:ext cx="3543300" cy="368964"/>
          </a:xfrm>
          <a:prstGeom prst="rect">
            <a:avLst/>
          </a:prstGeom>
          <a:noFill/>
          <a:ln/>
        </p:spPr>
        <p:txBody>
          <a:bodyPr wrap="square" lIns="0" tIns="0" rIns="0" bIns="0" rtlCol="0" anchor="t">
            <a:spAutoFit/>
          </a:bodyPr>
          <a:lstStyle/>
          <a:p>
            <a:pPr marL="0" indent="0" algn="l">
              <a:lnSpc>
                <a:spcPts val="1400"/>
              </a:lnSpc>
              <a:buNone/>
            </a:pPr>
            <a:r>
              <a:rPr lang="en-US" sz="885" b="1" dirty="0">
                <a:solidFill>
                  <a:srgbClr val="FFD700"/>
                </a:solidFill>
              </a:rPr>
              <a:t>스탯 정보:</a:t>
            </a:r>
            <a:r>
              <a:rPr lang="en-US" sz="942" dirty="0">
                <a:solidFill>
                  <a:srgbClr val="FFFFFF"/>
                </a:solidFill>
              </a:rPr>
              <a:t> 공격력, 방어력, 자아 마모도 저항력 등 핵심 수치를 하단에 배치합니다.</a:t>
            </a:r>
            <a:endParaRPr lang="en-US" sz="88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822228" cy="544711"/>
          </a:xfrm>
          <a:prstGeom prst="rect">
            <a:avLst/>
          </a:prstGeom>
          <a:solidFill>
            <a:srgbClr val="FFFFFF"/>
          </a:solidFill>
          <a:ln w="27432">
            <a:solidFill>
              <a:srgbClr val="000000"/>
            </a:solidFill>
            <a:prstDash val="solid"/>
          </a:ln>
        </p:spPr>
      </p:sp>
      <p:sp>
        <p:nvSpPr>
          <p:cNvPr id="4" name="Text 1"/>
          <p:cNvSpPr/>
          <p:nvPr/>
        </p:nvSpPr>
        <p:spPr>
          <a:xfrm>
            <a:off x="642938" y="342900"/>
            <a:ext cx="2336453"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시스템: 플레이 흐름도</a:t>
            </a:r>
            <a:endParaRPr lang="en-US" sz="1808" dirty="0"/>
          </a:p>
        </p:txBody>
      </p:sp>
      <p:sp>
        <p:nvSpPr>
          <p:cNvPr id="5" name="Shape 2"/>
          <p:cNvSpPr/>
          <p:nvPr/>
        </p:nvSpPr>
        <p:spPr>
          <a:xfrm>
            <a:off x="285750" y="1344811"/>
            <a:ext cx="2057400" cy="1915920"/>
          </a:xfrm>
          <a:prstGeom prst="rect">
            <a:avLst/>
          </a:prstGeom>
          <a:solidFill>
            <a:srgbClr val="000000"/>
          </a:solidFill>
          <a:ln w="27432">
            <a:solidFill>
              <a:srgbClr val="00CED1"/>
            </a:solidFill>
            <a:prstDash val="solid"/>
          </a:ln>
        </p:spPr>
      </p:sp>
      <p:sp>
        <p:nvSpPr>
          <p:cNvPr id="6" name="Shape 3"/>
          <p:cNvSpPr/>
          <p:nvPr/>
        </p:nvSpPr>
        <p:spPr>
          <a:xfrm>
            <a:off x="978694" y="1516261"/>
            <a:ext cx="614363" cy="614363"/>
          </a:xfrm>
          <a:prstGeom prst="rect">
            <a:avLst/>
          </a:prstGeom>
          <a:solidFill>
            <a:srgbClr val="00CED1">
              <a:alpha val="10000"/>
            </a:srgbClr>
          </a:solidFill>
          <a:ln w="18288">
            <a:solidFill>
              <a:srgbClr val="00CED1"/>
            </a:solidFill>
            <a:prstDash val="solid"/>
          </a:ln>
        </p:spPr>
      </p:sp>
      <p:pic>
        <p:nvPicPr>
          <p:cNvPr id="7" name="Image 1" descr="preencoded.png"/>
          <p:cNvPicPr>
            <a:picLocks noChangeAspect="1"/>
          </p:cNvPicPr>
          <p:nvPr/>
        </p:nvPicPr>
        <p:blipFill>
          <a:blip r:embed="rId4"/>
          <a:stretch>
            <a:fillRect/>
          </a:stretch>
        </p:blipFill>
        <p:spPr>
          <a:xfrm>
            <a:off x="1125141" y="1680567"/>
            <a:ext cx="321469" cy="285750"/>
          </a:xfrm>
          <a:prstGeom prst="rect">
            <a:avLst/>
          </a:prstGeom>
        </p:spPr>
      </p:pic>
      <p:sp>
        <p:nvSpPr>
          <p:cNvPr id="8" name="Text 4"/>
          <p:cNvSpPr/>
          <p:nvPr/>
        </p:nvSpPr>
        <p:spPr>
          <a:xfrm>
            <a:off x="428625" y="2216348"/>
            <a:ext cx="1714500" cy="300038"/>
          </a:xfrm>
          <a:prstGeom prst="rect">
            <a:avLst/>
          </a:prstGeom>
          <a:noFill/>
          <a:ln/>
        </p:spPr>
        <p:txBody>
          <a:bodyPr wrap="none" lIns="0" tIns="0" rIns="0" bIns="42545" rtlCol="0" anchor="t">
            <a:spAutoFit/>
          </a:bodyPr>
          <a:lstStyle/>
          <a:p>
            <a:pPr marL="0" indent="0" algn="ctr">
              <a:lnSpc>
                <a:spcPts val="1600"/>
              </a:lnSpc>
              <a:buNone/>
            </a:pPr>
            <a:r>
              <a:rPr lang="en-US" sz="1193" b="1" dirty="0">
                <a:solidFill>
                  <a:srgbClr val="FFD700"/>
                </a:solidFill>
              </a:rPr>
              <a:t>팔랑 마을</a:t>
            </a:r>
            <a:endParaRPr lang="en-US" sz="1193" dirty="0"/>
          </a:p>
        </p:txBody>
      </p:sp>
      <p:sp>
        <p:nvSpPr>
          <p:cNvPr id="9" name="Text 5"/>
          <p:cNvSpPr/>
          <p:nvPr/>
        </p:nvSpPr>
        <p:spPr>
          <a:xfrm>
            <a:off x="428625" y="2587823"/>
            <a:ext cx="1714500" cy="480027"/>
          </a:xfrm>
          <a:prstGeom prst="rect">
            <a:avLst/>
          </a:prstGeom>
          <a:noFill/>
          <a:ln/>
        </p:spPr>
        <p:txBody>
          <a:bodyPr wrap="square" lIns="0" tIns="0" rIns="0" bIns="0" rtlCol="0" anchor="t">
            <a:spAutoFit/>
          </a:bodyPr>
          <a:lstStyle/>
          <a:p>
            <a:pPr marL="0" indent="0" algn="ctr">
              <a:lnSpc>
                <a:spcPts val="1300"/>
              </a:lnSpc>
              <a:buNone/>
            </a:pPr>
            <a:r>
              <a:rPr lang="en-US" sz="834" dirty="0">
                <a:solidFill>
                  <a:srgbClr val="E0E0E0"/>
                </a:solidFill>
              </a:rPr>
              <a:t>NPC 상호작용 및 퀘스트 수주. '착한 아이'로서의 기대와 압박을 마주하는 단계.</a:t>
            </a:r>
            <a:endParaRPr lang="en-US" sz="834" dirty="0"/>
          </a:p>
        </p:txBody>
      </p:sp>
      <p:sp>
        <p:nvSpPr>
          <p:cNvPr id="10" name="Shape 6"/>
          <p:cNvSpPr/>
          <p:nvPr/>
        </p:nvSpPr>
        <p:spPr>
          <a:xfrm>
            <a:off x="2419331" y="1344811"/>
            <a:ext cx="2057400" cy="1915920"/>
          </a:xfrm>
          <a:prstGeom prst="rect">
            <a:avLst/>
          </a:prstGeom>
          <a:solidFill>
            <a:srgbClr val="000000"/>
          </a:solidFill>
          <a:ln w="27432">
            <a:solidFill>
              <a:srgbClr val="FFD700"/>
            </a:solidFill>
            <a:prstDash val="solid"/>
          </a:ln>
        </p:spPr>
      </p:sp>
      <p:sp>
        <p:nvSpPr>
          <p:cNvPr id="11" name="Shape 7"/>
          <p:cNvSpPr/>
          <p:nvPr/>
        </p:nvSpPr>
        <p:spPr>
          <a:xfrm>
            <a:off x="3131334" y="1516261"/>
            <a:ext cx="614363" cy="614363"/>
          </a:xfrm>
          <a:prstGeom prst="rect">
            <a:avLst/>
          </a:prstGeom>
          <a:solidFill>
            <a:srgbClr val="FFD700">
              <a:alpha val="10000"/>
            </a:srgbClr>
          </a:solidFill>
          <a:ln w="18288">
            <a:solidFill>
              <a:srgbClr val="FFD700"/>
            </a:solidFill>
            <a:prstDash val="solid"/>
          </a:ln>
        </p:spPr>
      </p:sp>
      <p:sp>
        <p:nvSpPr>
          <p:cNvPr id="12" name="Text 8"/>
          <p:cNvSpPr/>
          <p:nvPr/>
        </p:nvSpPr>
        <p:spPr>
          <a:xfrm>
            <a:off x="2581266" y="2216348"/>
            <a:ext cx="1714500" cy="300038"/>
          </a:xfrm>
          <a:prstGeom prst="rect">
            <a:avLst/>
          </a:prstGeom>
          <a:noFill/>
          <a:ln/>
        </p:spPr>
        <p:txBody>
          <a:bodyPr wrap="none" lIns="0" tIns="0" rIns="0" bIns="42545" rtlCol="0" anchor="t">
            <a:spAutoFit/>
          </a:bodyPr>
          <a:lstStyle/>
          <a:p>
            <a:pPr marL="0" indent="0" algn="ctr">
              <a:lnSpc>
                <a:spcPts val="1600"/>
              </a:lnSpc>
              <a:buNone/>
            </a:pPr>
            <a:r>
              <a:rPr lang="en-US" sz="1193" b="1" dirty="0">
                <a:solidFill>
                  <a:srgbClr val="FFD700"/>
                </a:solidFill>
              </a:rPr>
              <a:t>도시 외곽</a:t>
            </a:r>
            <a:endParaRPr lang="en-US" sz="1193" dirty="0"/>
          </a:p>
        </p:txBody>
      </p:sp>
      <p:sp>
        <p:nvSpPr>
          <p:cNvPr id="13" name="Text 9"/>
          <p:cNvSpPr/>
          <p:nvPr/>
        </p:nvSpPr>
        <p:spPr>
          <a:xfrm>
            <a:off x="2581266" y="2587823"/>
            <a:ext cx="1714500" cy="480027"/>
          </a:xfrm>
          <a:prstGeom prst="rect">
            <a:avLst/>
          </a:prstGeom>
          <a:noFill/>
          <a:ln/>
        </p:spPr>
        <p:txBody>
          <a:bodyPr wrap="square" lIns="0" tIns="0" rIns="0" bIns="0" rtlCol="0" anchor="t">
            <a:spAutoFit/>
          </a:bodyPr>
          <a:lstStyle/>
          <a:p>
            <a:pPr marL="0" indent="0" algn="ctr">
              <a:lnSpc>
                <a:spcPts val="1300"/>
              </a:lnSpc>
              <a:buNone/>
            </a:pPr>
            <a:r>
              <a:rPr lang="en-US" sz="834" dirty="0">
                <a:solidFill>
                  <a:srgbClr val="E0E0E0"/>
                </a:solidFill>
              </a:rPr>
              <a:t>필드 탐색, 퍼즐 해결 및 변이체 전투. 자아 마모도가 실시간으로 누적되는 핵심 플레이 구간.</a:t>
            </a:r>
            <a:endParaRPr lang="en-US" sz="834" dirty="0"/>
          </a:p>
        </p:txBody>
      </p:sp>
      <p:sp>
        <p:nvSpPr>
          <p:cNvPr id="14" name="Shape 10"/>
          <p:cNvSpPr/>
          <p:nvPr/>
        </p:nvSpPr>
        <p:spPr>
          <a:xfrm>
            <a:off x="4591031" y="1344811"/>
            <a:ext cx="2057400" cy="1915920"/>
          </a:xfrm>
          <a:prstGeom prst="rect">
            <a:avLst/>
          </a:prstGeom>
          <a:solidFill>
            <a:srgbClr val="000000"/>
          </a:solidFill>
          <a:ln w="27432">
            <a:solidFill>
              <a:srgbClr val="FF69B4"/>
            </a:solidFill>
            <a:prstDash val="solid"/>
          </a:ln>
        </p:spPr>
      </p:sp>
      <p:sp>
        <p:nvSpPr>
          <p:cNvPr id="15" name="Shape 11"/>
          <p:cNvSpPr/>
          <p:nvPr/>
        </p:nvSpPr>
        <p:spPr>
          <a:xfrm>
            <a:off x="5322094" y="1487686"/>
            <a:ext cx="614363" cy="614363"/>
          </a:xfrm>
          <a:prstGeom prst="rect">
            <a:avLst/>
          </a:prstGeom>
          <a:solidFill>
            <a:srgbClr val="FF69B4">
              <a:alpha val="10000"/>
            </a:srgbClr>
          </a:solidFill>
          <a:ln w="18288">
            <a:solidFill>
              <a:srgbClr val="FF69B4"/>
            </a:solidFill>
            <a:prstDash val="solid"/>
          </a:ln>
        </p:spPr>
      </p:sp>
      <p:pic>
        <p:nvPicPr>
          <p:cNvPr id="16" name="Image 2" descr="preencoded.png"/>
          <p:cNvPicPr>
            <a:picLocks noChangeAspect="1"/>
          </p:cNvPicPr>
          <p:nvPr/>
        </p:nvPicPr>
        <p:blipFill>
          <a:blip r:embed="rId5"/>
          <a:stretch>
            <a:fillRect/>
          </a:stretch>
        </p:blipFill>
        <p:spPr>
          <a:xfrm>
            <a:off x="5450681" y="1630561"/>
            <a:ext cx="357188" cy="285750"/>
          </a:xfrm>
          <a:prstGeom prst="rect">
            <a:avLst/>
          </a:prstGeom>
        </p:spPr>
      </p:pic>
      <p:sp>
        <p:nvSpPr>
          <p:cNvPr id="17" name="Text 12"/>
          <p:cNvSpPr/>
          <p:nvPr/>
        </p:nvSpPr>
        <p:spPr>
          <a:xfrm>
            <a:off x="4772025" y="2166342"/>
            <a:ext cx="1714500" cy="300038"/>
          </a:xfrm>
          <a:prstGeom prst="rect">
            <a:avLst/>
          </a:prstGeom>
          <a:noFill/>
          <a:ln/>
        </p:spPr>
        <p:txBody>
          <a:bodyPr wrap="none" lIns="0" tIns="0" rIns="0" bIns="42545" rtlCol="0" anchor="t">
            <a:spAutoFit/>
          </a:bodyPr>
          <a:lstStyle/>
          <a:p>
            <a:pPr marL="0" indent="0" algn="ctr">
              <a:lnSpc>
                <a:spcPts val="1600"/>
              </a:lnSpc>
              <a:buNone/>
            </a:pPr>
            <a:r>
              <a:rPr lang="en-US" sz="1193" b="1" dirty="0">
                <a:solidFill>
                  <a:srgbClr val="FFD700"/>
                </a:solidFill>
              </a:rPr>
              <a:t>은하 병원</a:t>
            </a:r>
            <a:endParaRPr lang="en-US" sz="1193" dirty="0"/>
          </a:p>
        </p:txBody>
      </p:sp>
      <p:sp>
        <p:nvSpPr>
          <p:cNvPr id="18" name="Text 13"/>
          <p:cNvSpPr/>
          <p:nvPr/>
        </p:nvSpPr>
        <p:spPr>
          <a:xfrm>
            <a:off x="4772025" y="2537817"/>
            <a:ext cx="1714500" cy="480027"/>
          </a:xfrm>
          <a:prstGeom prst="rect">
            <a:avLst/>
          </a:prstGeom>
          <a:noFill/>
          <a:ln/>
        </p:spPr>
        <p:txBody>
          <a:bodyPr wrap="square" lIns="0" tIns="0" rIns="0" bIns="0" rtlCol="0" anchor="t">
            <a:spAutoFit/>
          </a:bodyPr>
          <a:lstStyle/>
          <a:p>
            <a:pPr marL="0" indent="0" algn="ctr">
              <a:lnSpc>
                <a:spcPts val="1300"/>
              </a:lnSpc>
              <a:buNone/>
            </a:pPr>
            <a:r>
              <a:rPr lang="en-US" sz="834" dirty="0">
                <a:solidFill>
                  <a:srgbClr val="E0E0E0"/>
                </a:solidFill>
              </a:rPr>
              <a:t>최종 보스 '강성과'와의 대결. 진실을 마주하고 최후의 선택을 내리는 클라이맥스.</a:t>
            </a:r>
            <a:endParaRPr lang="en-US" sz="834" dirty="0"/>
          </a:p>
        </p:txBody>
      </p:sp>
      <p:sp>
        <p:nvSpPr>
          <p:cNvPr id="19" name="Shape 14"/>
          <p:cNvSpPr/>
          <p:nvPr/>
        </p:nvSpPr>
        <p:spPr>
          <a:xfrm>
            <a:off x="6800850" y="1374809"/>
            <a:ext cx="2057400" cy="1755911"/>
          </a:xfrm>
          <a:prstGeom prst="rect">
            <a:avLst/>
          </a:prstGeom>
          <a:solidFill>
            <a:srgbClr val="000000"/>
          </a:solidFill>
          <a:ln w="27432">
            <a:solidFill>
              <a:srgbClr val="FFD700"/>
            </a:solidFill>
            <a:prstDash val="solid"/>
          </a:ln>
        </p:spPr>
      </p:sp>
      <p:sp>
        <p:nvSpPr>
          <p:cNvPr id="20" name="Shape 15"/>
          <p:cNvSpPr/>
          <p:nvPr/>
        </p:nvSpPr>
        <p:spPr>
          <a:xfrm>
            <a:off x="7550888" y="1546259"/>
            <a:ext cx="614363" cy="614363"/>
          </a:xfrm>
          <a:prstGeom prst="rect">
            <a:avLst/>
          </a:prstGeom>
          <a:solidFill>
            <a:srgbClr val="FFD700">
              <a:alpha val="10000"/>
            </a:srgbClr>
          </a:solidFill>
          <a:ln w="18288">
            <a:solidFill>
              <a:srgbClr val="FFD700"/>
            </a:solidFill>
            <a:prstDash val="solid"/>
          </a:ln>
        </p:spPr>
      </p:sp>
      <p:pic>
        <p:nvPicPr>
          <p:cNvPr id="21" name="Image 3" descr="preencoded.png"/>
          <p:cNvPicPr>
            <a:picLocks noChangeAspect="1"/>
          </p:cNvPicPr>
          <p:nvPr/>
        </p:nvPicPr>
        <p:blipFill>
          <a:blip r:embed="rId6"/>
          <a:stretch>
            <a:fillRect/>
          </a:stretch>
        </p:blipFill>
        <p:spPr>
          <a:xfrm>
            <a:off x="7697335" y="1710565"/>
            <a:ext cx="321469" cy="285750"/>
          </a:xfrm>
          <a:prstGeom prst="rect">
            <a:avLst/>
          </a:prstGeom>
        </p:spPr>
      </p:pic>
      <p:sp>
        <p:nvSpPr>
          <p:cNvPr id="22" name="Text 16"/>
          <p:cNvSpPr/>
          <p:nvPr/>
        </p:nvSpPr>
        <p:spPr>
          <a:xfrm>
            <a:off x="7000819" y="2246347"/>
            <a:ext cx="1714500" cy="300038"/>
          </a:xfrm>
          <a:prstGeom prst="rect">
            <a:avLst/>
          </a:prstGeom>
          <a:noFill/>
          <a:ln/>
        </p:spPr>
        <p:txBody>
          <a:bodyPr wrap="none" lIns="0" tIns="0" rIns="0" bIns="42545" rtlCol="0" anchor="t">
            <a:spAutoFit/>
          </a:bodyPr>
          <a:lstStyle/>
          <a:p>
            <a:pPr marL="0" indent="0" algn="ctr">
              <a:lnSpc>
                <a:spcPts val="1600"/>
              </a:lnSpc>
              <a:buNone/>
            </a:pPr>
            <a:r>
              <a:rPr lang="en-US" sz="1193" b="1" dirty="0">
                <a:solidFill>
                  <a:srgbClr val="FFD700"/>
                </a:solidFill>
              </a:rPr>
              <a:t>엔딩 분기</a:t>
            </a:r>
            <a:endParaRPr lang="en-US" sz="1193" dirty="0"/>
          </a:p>
        </p:txBody>
      </p:sp>
      <p:sp>
        <p:nvSpPr>
          <p:cNvPr id="23" name="Text 17"/>
          <p:cNvSpPr/>
          <p:nvPr/>
        </p:nvSpPr>
        <p:spPr>
          <a:xfrm>
            <a:off x="7000819" y="2617822"/>
            <a:ext cx="1714500" cy="320018"/>
          </a:xfrm>
          <a:prstGeom prst="rect">
            <a:avLst/>
          </a:prstGeom>
          <a:noFill/>
          <a:ln/>
        </p:spPr>
        <p:txBody>
          <a:bodyPr wrap="square" lIns="0" tIns="0" rIns="0" bIns="0" rtlCol="0" anchor="t">
            <a:spAutoFit/>
          </a:bodyPr>
          <a:lstStyle/>
          <a:p>
            <a:pPr marL="0" indent="0" algn="ctr">
              <a:lnSpc>
                <a:spcPts val="1300"/>
              </a:lnSpc>
              <a:buNone/>
            </a:pPr>
            <a:r>
              <a:rPr lang="en-US" sz="834" dirty="0">
                <a:solidFill>
                  <a:srgbClr val="E0E0E0"/>
                </a:solidFill>
              </a:rPr>
              <a:t>누적된 자아 마모도와 선택에 따라 결정되는 3가지 멀티 엔딩.</a:t>
            </a:r>
            <a:endParaRPr lang="en-US" sz="834" dirty="0"/>
          </a:p>
        </p:txBody>
      </p:sp>
      <p:sp>
        <p:nvSpPr>
          <p:cNvPr id="24" name="Shape 18"/>
          <p:cNvSpPr/>
          <p:nvPr/>
        </p:nvSpPr>
        <p:spPr>
          <a:xfrm>
            <a:off x="2400300" y="3489331"/>
            <a:ext cx="28575" cy="71438"/>
          </a:xfrm>
          <a:prstGeom prst="rect">
            <a:avLst/>
          </a:prstGeom>
          <a:solidFill>
            <a:srgbClr val="00CED1"/>
          </a:solidFill>
          <a:ln/>
        </p:spPr>
      </p:sp>
      <p:pic>
        <p:nvPicPr>
          <p:cNvPr id="25" name="Image 4" descr="preencoded.png"/>
          <p:cNvPicPr>
            <a:picLocks noChangeAspect="1"/>
          </p:cNvPicPr>
          <p:nvPr/>
        </p:nvPicPr>
        <p:blipFill>
          <a:blip r:embed="rId7"/>
          <a:stretch>
            <a:fillRect/>
          </a:stretch>
        </p:blipFill>
        <p:spPr>
          <a:xfrm>
            <a:off x="3354939" y="3639350"/>
            <a:ext cx="128588" cy="128588"/>
          </a:xfrm>
          <a:prstGeom prst="rect">
            <a:avLst/>
          </a:prstGeom>
        </p:spPr>
      </p:pic>
      <p:sp>
        <p:nvSpPr>
          <p:cNvPr id="26" name="Text 19"/>
          <p:cNvSpPr/>
          <p:nvPr/>
        </p:nvSpPr>
        <p:spPr>
          <a:xfrm>
            <a:off x="3554964" y="3608989"/>
            <a:ext cx="2234096"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00CED1"/>
                </a:solidFill>
              </a:rPr>
              <a:t>핵심 플레이 루프: 탐색 - 전투 - 선택 - 마모</a:t>
            </a:r>
            <a:endParaRPr lang="en-US" sz="942" dirty="0"/>
          </a:p>
        </p:txBody>
      </p:sp>
      <p:sp>
        <p:nvSpPr>
          <p:cNvPr id="27" name="Shape 20"/>
          <p:cNvSpPr/>
          <p:nvPr/>
        </p:nvSpPr>
        <p:spPr>
          <a:xfrm>
            <a:off x="6715125" y="3489331"/>
            <a:ext cx="28575" cy="71438"/>
          </a:xfrm>
          <a:prstGeom prst="rect">
            <a:avLst/>
          </a:prstGeom>
          <a:solidFill>
            <a:srgbClr val="00CED1"/>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349010" cy="544711"/>
          </a:xfrm>
          <a:prstGeom prst="rect">
            <a:avLst/>
          </a:prstGeom>
          <a:solidFill>
            <a:srgbClr val="FFFFFF"/>
          </a:solidFill>
          <a:ln w="27432">
            <a:solidFill>
              <a:srgbClr val="000000"/>
            </a:solidFill>
            <a:prstDash val="solid"/>
          </a:ln>
        </p:spPr>
      </p:sp>
      <p:sp>
        <p:nvSpPr>
          <p:cNvPr id="4" name="Text 1"/>
          <p:cNvSpPr/>
          <p:nvPr/>
        </p:nvSpPr>
        <p:spPr>
          <a:xfrm>
            <a:off x="642938" y="342900"/>
            <a:ext cx="1863235"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시스템: 게임 구성</a:t>
            </a:r>
            <a:endParaRPr lang="en-US" sz="1808" dirty="0"/>
          </a:p>
        </p:txBody>
      </p:sp>
      <p:sp>
        <p:nvSpPr>
          <p:cNvPr id="5" name="Shape 2"/>
          <p:cNvSpPr/>
          <p:nvPr/>
        </p:nvSpPr>
        <p:spPr>
          <a:xfrm>
            <a:off x="1185863" y="987623"/>
            <a:ext cx="6772275" cy="1114425"/>
          </a:xfrm>
          <a:prstGeom prst="rect">
            <a:avLst/>
          </a:prstGeom>
          <a:solidFill>
            <a:srgbClr val="FFFFFF">
              <a:alpha val="5000"/>
            </a:srgbClr>
          </a:solidFill>
          <a:ln w="27432">
            <a:solidFill>
              <a:srgbClr val="00CED1"/>
            </a:solidFill>
            <a:prstDash val="solid"/>
          </a:ln>
        </p:spPr>
      </p:sp>
      <p:sp>
        <p:nvSpPr>
          <p:cNvPr id="6" name="Shape 3"/>
          <p:cNvSpPr/>
          <p:nvPr/>
        </p:nvSpPr>
        <p:spPr>
          <a:xfrm>
            <a:off x="1357313" y="1130498"/>
            <a:ext cx="771525" cy="771525"/>
          </a:xfrm>
          <a:prstGeom prst="rect">
            <a:avLst/>
          </a:prstGeom>
          <a:solidFill>
            <a:srgbClr val="000000"/>
          </a:solidFill>
          <a:ln w="27432">
            <a:solidFill>
              <a:srgbClr val="FFFFFF"/>
            </a:solidFill>
            <a:prstDash val="solid"/>
          </a:ln>
        </p:spPr>
      </p:sp>
      <p:pic>
        <p:nvPicPr>
          <p:cNvPr id="7" name="Image 1" descr="preencoded.png"/>
          <p:cNvPicPr>
            <a:picLocks noChangeAspect="1"/>
          </p:cNvPicPr>
          <p:nvPr/>
        </p:nvPicPr>
        <p:blipFill>
          <a:blip r:embed="rId4"/>
          <a:stretch>
            <a:fillRect/>
          </a:stretch>
        </p:blipFill>
        <p:spPr>
          <a:xfrm>
            <a:off x="1513582" y="1325166"/>
            <a:ext cx="401836" cy="357188"/>
          </a:xfrm>
          <a:prstGeom prst="rect">
            <a:avLst/>
          </a:prstGeom>
        </p:spPr>
      </p:pic>
      <p:sp>
        <p:nvSpPr>
          <p:cNvPr id="8" name="Text 4"/>
          <p:cNvSpPr/>
          <p:nvPr/>
        </p:nvSpPr>
        <p:spPr>
          <a:xfrm>
            <a:off x="2286000" y="1130498"/>
            <a:ext cx="1762246" cy="289322"/>
          </a:xfrm>
          <a:prstGeom prst="rect">
            <a:avLst/>
          </a:prstGeom>
          <a:noFill/>
          <a:ln/>
        </p:spPr>
        <p:txBody>
          <a:bodyPr wrap="none" lIns="0" tIns="0" rIns="0" bIns="0" rtlCol="0" anchor="t">
            <a:spAutoFit/>
          </a:bodyPr>
          <a:lstStyle/>
          <a:p>
            <a:pPr marL="0" indent="0" algn="l">
              <a:lnSpc>
                <a:spcPts val="1900"/>
              </a:lnSpc>
              <a:buNone/>
            </a:pPr>
            <a:r>
              <a:rPr lang="en-US" sz="1486" dirty="0">
                <a:solidFill>
                  <a:srgbClr val="FFD700"/>
                </a:solidFill>
              </a:rPr>
              <a:t>STAGE 01: 팔랑 마을</a:t>
            </a:r>
            <a:endParaRPr lang="en-US" sz="1486" dirty="0"/>
          </a:p>
        </p:txBody>
      </p:sp>
      <p:sp>
        <p:nvSpPr>
          <p:cNvPr id="9" name="Shape 5"/>
          <p:cNvSpPr/>
          <p:nvPr/>
        </p:nvSpPr>
        <p:spPr>
          <a:xfrm>
            <a:off x="7030008" y="1164431"/>
            <a:ext cx="756679" cy="221456"/>
          </a:xfrm>
          <a:prstGeom prst="rect">
            <a:avLst/>
          </a:prstGeom>
          <a:solidFill>
            <a:srgbClr val="FFD700"/>
          </a:solidFill>
          <a:ln w="18288">
            <a:solidFill>
              <a:srgbClr val="000000"/>
            </a:solidFill>
            <a:prstDash val="solid"/>
          </a:ln>
        </p:spPr>
      </p:sp>
      <p:sp>
        <p:nvSpPr>
          <p:cNvPr id="10" name="Text 6"/>
          <p:cNvSpPr/>
          <p:nvPr/>
        </p:nvSpPr>
        <p:spPr>
          <a:xfrm>
            <a:off x="7030008" y="1164431"/>
            <a:ext cx="756679" cy="221456"/>
          </a:xfrm>
          <a:prstGeom prst="rect">
            <a:avLst/>
          </a:prstGeom>
          <a:noFill/>
          <a:ln/>
        </p:spPr>
        <p:txBody>
          <a:bodyPr wrap="square" lIns="85090" tIns="17018" rIns="85090" bIns="17018" rtlCol="0" anchor="t">
            <a:spAutoFit/>
          </a:bodyPr>
          <a:lstStyle/>
          <a:p>
            <a:pPr marL="0" indent="0" algn="l">
              <a:lnSpc>
                <a:spcPts val="1100"/>
              </a:lnSpc>
              <a:buNone/>
            </a:pPr>
            <a:r>
              <a:rPr lang="en-US" sz="834" dirty="0">
                <a:solidFill>
                  <a:srgbClr val="1A0D2E"/>
                </a:solidFill>
              </a:rPr>
              <a:t>도입 및 탐색</a:t>
            </a:r>
            <a:endParaRPr lang="en-US" sz="834" dirty="0"/>
          </a:p>
        </p:txBody>
      </p:sp>
      <p:sp>
        <p:nvSpPr>
          <p:cNvPr id="11" name="Text 7"/>
          <p:cNvSpPr/>
          <p:nvPr/>
        </p:nvSpPr>
        <p:spPr>
          <a:xfrm>
            <a:off x="2286000" y="1491258"/>
            <a:ext cx="5500688"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E0E0E0"/>
                </a:solidFill>
              </a:rPr>
              <a:t>생존자들이 모여 사는 작은 공동체. 평화로워 보이지만 타인의 기대와 부탁이 끊이지 않는 공간입니다. 주인공은 마을 사람들의 요구를 들어주며 '착한 아이'로서의 역할을 수행하기 시작합니다.</a:t>
            </a:r>
            <a:endParaRPr lang="en-US" sz="942" dirty="0"/>
          </a:p>
        </p:txBody>
      </p:sp>
      <p:sp>
        <p:nvSpPr>
          <p:cNvPr id="12" name="Shape 8"/>
          <p:cNvSpPr/>
          <p:nvPr/>
        </p:nvSpPr>
        <p:spPr>
          <a:xfrm>
            <a:off x="1185863" y="2234208"/>
            <a:ext cx="6772275" cy="1114425"/>
          </a:xfrm>
          <a:prstGeom prst="rect">
            <a:avLst/>
          </a:prstGeom>
          <a:solidFill>
            <a:srgbClr val="FFD700">
              <a:alpha val="5000"/>
            </a:srgbClr>
          </a:solidFill>
          <a:ln w="27432">
            <a:solidFill>
              <a:srgbClr val="FFD700"/>
            </a:solidFill>
            <a:prstDash val="solid"/>
          </a:ln>
        </p:spPr>
      </p:sp>
      <p:sp>
        <p:nvSpPr>
          <p:cNvPr id="13" name="Shape 9"/>
          <p:cNvSpPr/>
          <p:nvPr/>
        </p:nvSpPr>
        <p:spPr>
          <a:xfrm>
            <a:off x="1357313" y="2377083"/>
            <a:ext cx="771525" cy="771525"/>
          </a:xfrm>
          <a:prstGeom prst="rect">
            <a:avLst/>
          </a:prstGeom>
          <a:solidFill>
            <a:srgbClr val="000000"/>
          </a:solidFill>
          <a:ln w="27432">
            <a:solidFill>
              <a:srgbClr val="FFD700"/>
            </a:solidFill>
            <a:prstDash val="solid"/>
          </a:ln>
        </p:spPr>
      </p:sp>
      <p:pic>
        <p:nvPicPr>
          <p:cNvPr id="14" name="Image 2" descr="preencoded.png"/>
          <p:cNvPicPr>
            <a:picLocks noChangeAspect="1"/>
          </p:cNvPicPr>
          <p:nvPr/>
        </p:nvPicPr>
        <p:blipFill>
          <a:blip r:embed="rId5"/>
          <a:stretch>
            <a:fillRect/>
          </a:stretch>
        </p:blipFill>
        <p:spPr>
          <a:xfrm>
            <a:off x="1491258" y="2571750"/>
            <a:ext cx="446484" cy="357188"/>
          </a:xfrm>
          <a:prstGeom prst="rect">
            <a:avLst/>
          </a:prstGeom>
        </p:spPr>
      </p:pic>
      <p:sp>
        <p:nvSpPr>
          <p:cNvPr id="15" name="Text 10"/>
          <p:cNvSpPr/>
          <p:nvPr/>
        </p:nvSpPr>
        <p:spPr>
          <a:xfrm>
            <a:off x="2286000" y="2377083"/>
            <a:ext cx="1762246" cy="289322"/>
          </a:xfrm>
          <a:prstGeom prst="rect">
            <a:avLst/>
          </a:prstGeom>
          <a:noFill/>
          <a:ln/>
        </p:spPr>
        <p:txBody>
          <a:bodyPr wrap="none" lIns="0" tIns="0" rIns="0" bIns="0" rtlCol="0" anchor="t">
            <a:spAutoFit/>
          </a:bodyPr>
          <a:lstStyle/>
          <a:p>
            <a:pPr marL="0" indent="0" algn="l">
              <a:lnSpc>
                <a:spcPts val="1900"/>
              </a:lnSpc>
              <a:buNone/>
            </a:pPr>
            <a:r>
              <a:rPr lang="en-US" sz="1486" dirty="0">
                <a:solidFill>
                  <a:srgbClr val="FFD700"/>
                </a:solidFill>
              </a:rPr>
              <a:t>STAGE 02: 은하 병원</a:t>
            </a:r>
            <a:endParaRPr lang="en-US" sz="1486" dirty="0"/>
          </a:p>
        </p:txBody>
      </p:sp>
      <p:sp>
        <p:nvSpPr>
          <p:cNvPr id="16" name="Shape 11"/>
          <p:cNvSpPr/>
          <p:nvPr/>
        </p:nvSpPr>
        <p:spPr>
          <a:xfrm>
            <a:off x="7059727" y="2411016"/>
            <a:ext cx="726960" cy="221456"/>
          </a:xfrm>
          <a:prstGeom prst="rect">
            <a:avLst/>
          </a:prstGeom>
          <a:solidFill>
            <a:srgbClr val="FFD700"/>
          </a:solidFill>
          <a:ln w="18288">
            <a:solidFill>
              <a:srgbClr val="000000"/>
            </a:solidFill>
            <a:prstDash val="solid"/>
          </a:ln>
        </p:spPr>
      </p:sp>
      <p:sp>
        <p:nvSpPr>
          <p:cNvPr id="17" name="Text 12"/>
          <p:cNvSpPr/>
          <p:nvPr/>
        </p:nvSpPr>
        <p:spPr>
          <a:xfrm>
            <a:off x="7059727" y="2411016"/>
            <a:ext cx="726960" cy="221456"/>
          </a:xfrm>
          <a:prstGeom prst="rect">
            <a:avLst/>
          </a:prstGeom>
          <a:noFill/>
          <a:ln/>
        </p:spPr>
        <p:txBody>
          <a:bodyPr wrap="square" lIns="85090" tIns="17018" rIns="85090" bIns="17018" rtlCol="0" anchor="t">
            <a:spAutoFit/>
          </a:bodyPr>
          <a:lstStyle/>
          <a:p>
            <a:pPr marL="0" indent="0" algn="l">
              <a:lnSpc>
                <a:spcPts val="1100"/>
              </a:lnSpc>
              <a:buNone/>
            </a:pPr>
            <a:r>
              <a:rPr lang="en-US" sz="834" dirty="0">
                <a:solidFill>
                  <a:srgbClr val="1A0D2E"/>
                </a:solidFill>
              </a:rPr>
              <a:t>진실과 갈등</a:t>
            </a:r>
            <a:endParaRPr lang="en-US" sz="834" dirty="0"/>
          </a:p>
        </p:txBody>
      </p:sp>
      <p:sp>
        <p:nvSpPr>
          <p:cNvPr id="18" name="Text 13"/>
          <p:cNvSpPr/>
          <p:nvPr/>
        </p:nvSpPr>
        <p:spPr>
          <a:xfrm>
            <a:off x="2286000" y="2737842"/>
            <a:ext cx="5500688"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E0E0E0"/>
                </a:solidFill>
              </a:rPr>
              <a:t>바이러스 사태의 발단이 된 거대 연구 시설. 강성과와의 조우를 통해 세계 붕괴의 진실을 마주합니다. 반복되는 전투와 선택 속에서 주인공의 자아 마모도가 급격히 상승하는 핵심 구간입니다.</a:t>
            </a:r>
            <a:endParaRPr lang="en-US" sz="942" dirty="0"/>
          </a:p>
        </p:txBody>
      </p:sp>
      <p:sp>
        <p:nvSpPr>
          <p:cNvPr id="19" name="Shape 14"/>
          <p:cNvSpPr/>
          <p:nvPr/>
        </p:nvSpPr>
        <p:spPr>
          <a:xfrm>
            <a:off x="1185863" y="3480792"/>
            <a:ext cx="6772275" cy="1114425"/>
          </a:xfrm>
          <a:prstGeom prst="rect">
            <a:avLst/>
          </a:prstGeom>
          <a:solidFill>
            <a:srgbClr val="FFFFFF">
              <a:alpha val="5000"/>
            </a:srgbClr>
          </a:solidFill>
          <a:ln w="27432">
            <a:solidFill>
              <a:srgbClr val="00CED1"/>
            </a:solidFill>
            <a:prstDash val="solid"/>
          </a:ln>
        </p:spPr>
      </p:sp>
      <p:sp>
        <p:nvSpPr>
          <p:cNvPr id="20" name="Shape 15"/>
          <p:cNvSpPr/>
          <p:nvPr/>
        </p:nvSpPr>
        <p:spPr>
          <a:xfrm>
            <a:off x="1357313" y="3623667"/>
            <a:ext cx="771525" cy="771525"/>
          </a:xfrm>
          <a:prstGeom prst="rect">
            <a:avLst/>
          </a:prstGeom>
          <a:solidFill>
            <a:srgbClr val="000000"/>
          </a:solidFill>
          <a:ln w="27432">
            <a:solidFill>
              <a:srgbClr val="FFFFFF"/>
            </a:solidFill>
            <a:prstDash val="solid"/>
          </a:ln>
        </p:spPr>
      </p:sp>
      <p:pic>
        <p:nvPicPr>
          <p:cNvPr id="21" name="Image 3" descr="preencoded.png"/>
          <p:cNvPicPr>
            <a:picLocks noChangeAspect="1"/>
          </p:cNvPicPr>
          <p:nvPr/>
        </p:nvPicPr>
        <p:blipFill>
          <a:blip r:embed="rId6"/>
          <a:stretch>
            <a:fillRect/>
          </a:stretch>
        </p:blipFill>
        <p:spPr>
          <a:xfrm>
            <a:off x="1513582" y="3818334"/>
            <a:ext cx="401836" cy="357188"/>
          </a:xfrm>
          <a:prstGeom prst="rect">
            <a:avLst/>
          </a:prstGeom>
        </p:spPr>
      </p:pic>
      <p:sp>
        <p:nvSpPr>
          <p:cNvPr id="22" name="Text 16"/>
          <p:cNvSpPr/>
          <p:nvPr/>
        </p:nvSpPr>
        <p:spPr>
          <a:xfrm>
            <a:off x="2286000" y="3623667"/>
            <a:ext cx="1526195" cy="289322"/>
          </a:xfrm>
          <a:prstGeom prst="rect">
            <a:avLst/>
          </a:prstGeom>
          <a:noFill/>
          <a:ln/>
        </p:spPr>
        <p:txBody>
          <a:bodyPr wrap="none" lIns="0" tIns="0" rIns="0" bIns="0" rtlCol="0" anchor="t">
            <a:spAutoFit/>
          </a:bodyPr>
          <a:lstStyle/>
          <a:p>
            <a:pPr marL="0" indent="0" algn="l">
              <a:lnSpc>
                <a:spcPts val="1900"/>
              </a:lnSpc>
              <a:buNone/>
            </a:pPr>
            <a:r>
              <a:rPr lang="en-US" sz="1486" dirty="0">
                <a:solidFill>
                  <a:srgbClr val="FFD700"/>
                </a:solidFill>
              </a:rPr>
              <a:t>STAGE 03: 최종장</a:t>
            </a:r>
            <a:endParaRPr lang="en-US" sz="1486" dirty="0"/>
          </a:p>
        </p:txBody>
      </p:sp>
      <p:sp>
        <p:nvSpPr>
          <p:cNvPr id="23" name="Shape 17"/>
          <p:cNvSpPr/>
          <p:nvPr/>
        </p:nvSpPr>
        <p:spPr>
          <a:xfrm>
            <a:off x="7030008" y="3657600"/>
            <a:ext cx="756679" cy="221456"/>
          </a:xfrm>
          <a:prstGeom prst="rect">
            <a:avLst/>
          </a:prstGeom>
          <a:solidFill>
            <a:srgbClr val="FFD700"/>
          </a:solidFill>
          <a:ln w="18288">
            <a:solidFill>
              <a:srgbClr val="000000"/>
            </a:solidFill>
            <a:prstDash val="solid"/>
          </a:ln>
        </p:spPr>
      </p:sp>
      <p:sp>
        <p:nvSpPr>
          <p:cNvPr id="24" name="Text 18"/>
          <p:cNvSpPr/>
          <p:nvPr/>
        </p:nvSpPr>
        <p:spPr>
          <a:xfrm>
            <a:off x="7030008" y="3657600"/>
            <a:ext cx="756679" cy="221456"/>
          </a:xfrm>
          <a:prstGeom prst="rect">
            <a:avLst/>
          </a:prstGeom>
          <a:noFill/>
          <a:ln/>
        </p:spPr>
        <p:txBody>
          <a:bodyPr wrap="square" lIns="85090" tIns="17018" rIns="85090" bIns="17018" rtlCol="0" anchor="t">
            <a:spAutoFit/>
          </a:bodyPr>
          <a:lstStyle/>
          <a:p>
            <a:pPr marL="0" indent="0" algn="l">
              <a:lnSpc>
                <a:spcPts val="1100"/>
              </a:lnSpc>
              <a:buNone/>
            </a:pPr>
            <a:r>
              <a:rPr lang="en-US" sz="834" dirty="0">
                <a:solidFill>
                  <a:srgbClr val="1A0D2E"/>
                </a:solidFill>
              </a:rPr>
              <a:t>결정 및 엔딩</a:t>
            </a:r>
            <a:endParaRPr lang="en-US" sz="834" dirty="0"/>
          </a:p>
        </p:txBody>
      </p:sp>
      <p:sp>
        <p:nvSpPr>
          <p:cNvPr id="25" name="Text 19"/>
          <p:cNvSpPr/>
          <p:nvPr/>
        </p:nvSpPr>
        <p:spPr>
          <a:xfrm>
            <a:off x="2286000" y="3984427"/>
            <a:ext cx="5500688"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E0E0E0"/>
                </a:solidFill>
              </a:rPr>
              <a:t>누적된 선택과 자아 마모도 수치가 결과로 나타나는 공간. 강성과와의 최종 결전을 통해 주인공은 자신과 세계의 운명을 결정짓는 마지막 판정을 내리게 됩니다.</a:t>
            </a:r>
            <a:endParaRPr lang="en-US" sz="942"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349010" cy="544711"/>
          </a:xfrm>
          <a:prstGeom prst="rect">
            <a:avLst/>
          </a:prstGeom>
          <a:solidFill>
            <a:srgbClr val="FFFFFF"/>
          </a:solidFill>
          <a:ln w="27432">
            <a:solidFill>
              <a:srgbClr val="000000"/>
            </a:solidFill>
            <a:prstDash val="solid"/>
          </a:ln>
        </p:spPr>
      </p:sp>
      <p:sp>
        <p:nvSpPr>
          <p:cNvPr id="4" name="Text 1"/>
          <p:cNvSpPr/>
          <p:nvPr/>
        </p:nvSpPr>
        <p:spPr>
          <a:xfrm>
            <a:off x="642938" y="342900"/>
            <a:ext cx="1863235"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설계: 자아 마모도</a:t>
            </a:r>
            <a:endParaRPr lang="en-US" sz="1808" dirty="0"/>
          </a:p>
        </p:txBody>
      </p:sp>
      <p:sp>
        <p:nvSpPr>
          <p:cNvPr id="5" name="Shape 2"/>
          <p:cNvSpPr/>
          <p:nvPr/>
        </p:nvSpPr>
        <p:spPr>
          <a:xfrm>
            <a:off x="828675" y="916186"/>
            <a:ext cx="7486650" cy="1157288"/>
          </a:xfrm>
          <a:prstGeom prst="rect">
            <a:avLst/>
          </a:prstGeom>
          <a:solidFill>
            <a:srgbClr val="00CED1">
              <a:alpha val="10000"/>
            </a:srgbClr>
          </a:solidFill>
          <a:ln w="27432">
            <a:solidFill>
              <a:srgbClr val="00CED1"/>
            </a:solidFill>
            <a:prstDash val="solid"/>
          </a:ln>
        </p:spPr>
      </p:sp>
      <p:sp>
        <p:nvSpPr>
          <p:cNvPr id="6" name="Text 3"/>
          <p:cNvSpPr/>
          <p:nvPr/>
        </p:nvSpPr>
        <p:spPr>
          <a:xfrm>
            <a:off x="1000125" y="1059061"/>
            <a:ext cx="7143750" cy="289322"/>
          </a:xfrm>
          <a:prstGeom prst="rect">
            <a:avLst/>
          </a:prstGeom>
          <a:noFill/>
          <a:ln/>
        </p:spPr>
        <p:txBody>
          <a:bodyPr wrap="none" lIns="0" tIns="0" rIns="0" bIns="0" rtlCol="0" anchor="t">
            <a:spAutoFit/>
          </a:bodyPr>
          <a:lstStyle/>
          <a:p>
            <a:pPr marL="0" indent="0" algn="ctr">
              <a:lnSpc>
                <a:spcPts val="1900"/>
              </a:lnSpc>
              <a:buNone/>
            </a:pPr>
            <a:r>
              <a:rPr lang="en-US" sz="1397" b="1" dirty="0">
                <a:solidFill>
                  <a:srgbClr val="00CED1"/>
                </a:solidFill>
              </a:rPr>
              <a:t>자아 마모도 (Self-Wear System)</a:t>
            </a:r>
            <a:endParaRPr lang="en-US" sz="1397" dirty="0"/>
          </a:p>
        </p:txBody>
      </p:sp>
      <p:sp>
        <p:nvSpPr>
          <p:cNvPr id="7" name="Text 4"/>
          <p:cNvSpPr/>
          <p:nvPr/>
        </p:nvSpPr>
        <p:spPr>
          <a:xfrm>
            <a:off x="1000125" y="1419820"/>
            <a:ext cx="7143750" cy="453628"/>
          </a:xfrm>
          <a:prstGeom prst="rect">
            <a:avLst/>
          </a:prstGeom>
          <a:noFill/>
          <a:ln/>
        </p:spPr>
        <p:txBody>
          <a:bodyPr wrap="square" lIns="0" tIns="0" rIns="0" bIns="0" rtlCol="0" anchor="t">
            <a:spAutoFit/>
          </a:bodyPr>
          <a:lstStyle/>
          <a:p>
            <a:pPr marL="0" indent="0" algn="ctr">
              <a:lnSpc>
                <a:spcPts val="1500"/>
              </a:lnSpc>
              <a:buNone/>
            </a:pPr>
            <a:r>
              <a:rPr lang="en-US" sz="1159" dirty="0">
                <a:solidFill>
                  <a:srgbClr val="FFFFFF"/>
                </a:solidFill>
              </a:rPr>
              <a:t>타인의 기대에 부응하고 '착한 아이'로서 행동할수록 소모되는 주인공의 심리적 에너지를 수치화한 핵심 시스템입니다.</a:t>
            </a:r>
            <a:endParaRPr lang="en-US" sz="1159" dirty="0"/>
          </a:p>
        </p:txBody>
      </p:sp>
      <p:sp>
        <p:nvSpPr>
          <p:cNvPr id="8" name="Shape 5"/>
          <p:cNvSpPr/>
          <p:nvPr/>
        </p:nvSpPr>
        <p:spPr>
          <a:xfrm>
            <a:off x="957263" y="2302073"/>
            <a:ext cx="7229475" cy="514350"/>
          </a:xfrm>
          <a:prstGeom prst="rect">
            <a:avLst/>
          </a:prstGeom>
          <a:solidFill>
            <a:srgbClr val="000000"/>
          </a:solidFill>
          <a:ln w="45720">
            <a:solidFill>
              <a:srgbClr val="FFFFFF"/>
            </a:solidFill>
            <a:prstDash val="solid"/>
          </a:ln>
        </p:spPr>
      </p:sp>
      <p:sp>
        <p:nvSpPr>
          <p:cNvPr id="9" name="Shape 6"/>
          <p:cNvSpPr/>
          <p:nvPr/>
        </p:nvSpPr>
        <p:spPr>
          <a:xfrm>
            <a:off x="1000125" y="2302073"/>
            <a:ext cx="4643438" cy="428625"/>
          </a:xfrm>
          <a:prstGeom prst="rect">
            <a:avLst/>
          </a:prstGeom>
          <a:solidFill>
            <a:srgbClr val="00CED1"/>
          </a:solidFill>
          <a:ln/>
        </p:spPr>
      </p:sp>
      <p:sp>
        <p:nvSpPr>
          <p:cNvPr id="10" name="Text 7"/>
          <p:cNvSpPr/>
          <p:nvPr/>
        </p:nvSpPr>
        <p:spPr>
          <a:xfrm>
            <a:off x="5286375" y="2016323"/>
            <a:ext cx="714375" cy="364331"/>
          </a:xfrm>
          <a:prstGeom prst="rect">
            <a:avLst/>
          </a:prstGeom>
          <a:noFill/>
          <a:ln/>
        </p:spPr>
        <p:txBody>
          <a:bodyPr wrap="square" lIns="0" tIns="0" rIns="0" bIns="0" rtlCol="0" anchor="t">
            <a:spAutoFit/>
          </a:bodyPr>
          <a:lstStyle/>
          <a:p>
            <a:pPr marL="0" indent="0" algn="ctr">
              <a:lnSpc>
                <a:spcPts val="1200"/>
              </a:lnSpc>
              <a:buNone/>
            </a:pPr>
            <a:r>
              <a:rPr lang="en-US" sz="942" dirty="0">
                <a:solidFill>
                  <a:srgbClr val="FFD700"/>
                </a:solidFill>
              </a:rPr>
              <a:t>현재 마모도: 65%</a:t>
            </a:r>
            <a:endParaRPr lang="en-US" sz="942" dirty="0"/>
          </a:p>
        </p:txBody>
      </p:sp>
      <p:sp>
        <p:nvSpPr>
          <p:cNvPr id="11" name="Text 8"/>
          <p:cNvSpPr/>
          <p:nvPr/>
        </p:nvSpPr>
        <p:spPr>
          <a:xfrm>
            <a:off x="1000125" y="2816423"/>
            <a:ext cx="468976" cy="164306"/>
          </a:xfrm>
          <a:prstGeom prst="rect">
            <a:avLst/>
          </a:prstGeom>
          <a:noFill/>
          <a:ln/>
        </p:spPr>
        <p:txBody>
          <a:bodyPr wrap="none" lIns="0" tIns="0" rIns="0" bIns="0" rtlCol="0" anchor="t">
            <a:spAutoFit/>
          </a:bodyPr>
          <a:lstStyle/>
          <a:p>
            <a:pPr marL="0" indent="0" algn="l">
              <a:lnSpc>
                <a:spcPts val="1100"/>
              </a:lnSpc>
              <a:buNone/>
            </a:pPr>
            <a:r>
              <a:rPr lang="en-US" sz="834" dirty="0">
                <a:solidFill>
                  <a:srgbClr val="888888"/>
                </a:solidFill>
              </a:rPr>
              <a:t>0% (안정)</a:t>
            </a:r>
            <a:endParaRPr lang="en-US" sz="834" dirty="0"/>
          </a:p>
        </p:txBody>
      </p:sp>
      <p:sp>
        <p:nvSpPr>
          <p:cNvPr id="12" name="Text 9"/>
          <p:cNvSpPr/>
          <p:nvPr/>
        </p:nvSpPr>
        <p:spPr>
          <a:xfrm>
            <a:off x="3143250" y="2816423"/>
            <a:ext cx="534358" cy="164306"/>
          </a:xfrm>
          <a:prstGeom prst="rect">
            <a:avLst/>
          </a:prstGeom>
          <a:noFill/>
          <a:ln/>
        </p:spPr>
        <p:txBody>
          <a:bodyPr wrap="none" lIns="0" tIns="0" rIns="0" bIns="0" rtlCol="0" anchor="t">
            <a:spAutoFit/>
          </a:bodyPr>
          <a:lstStyle/>
          <a:p>
            <a:pPr marL="0" indent="0" algn="l">
              <a:lnSpc>
                <a:spcPts val="1100"/>
              </a:lnSpc>
              <a:buNone/>
            </a:pPr>
            <a:r>
              <a:rPr lang="en-US" sz="834" dirty="0">
                <a:solidFill>
                  <a:srgbClr val="888888"/>
                </a:solidFill>
              </a:rPr>
              <a:t>30% (불안)</a:t>
            </a:r>
            <a:endParaRPr lang="en-US" sz="834" dirty="0"/>
          </a:p>
        </p:txBody>
      </p:sp>
      <p:sp>
        <p:nvSpPr>
          <p:cNvPr id="13" name="Text 10"/>
          <p:cNvSpPr/>
          <p:nvPr/>
        </p:nvSpPr>
        <p:spPr>
          <a:xfrm>
            <a:off x="6000750" y="2816423"/>
            <a:ext cx="534358" cy="164306"/>
          </a:xfrm>
          <a:prstGeom prst="rect">
            <a:avLst/>
          </a:prstGeom>
          <a:noFill/>
          <a:ln/>
        </p:spPr>
        <p:txBody>
          <a:bodyPr wrap="none" lIns="0" tIns="0" rIns="0" bIns="0" rtlCol="0" anchor="t">
            <a:spAutoFit/>
          </a:bodyPr>
          <a:lstStyle/>
          <a:p>
            <a:pPr marL="0" indent="0" algn="l">
              <a:lnSpc>
                <a:spcPts val="1100"/>
              </a:lnSpc>
              <a:buNone/>
            </a:pPr>
            <a:r>
              <a:rPr lang="en-US" sz="834" dirty="0">
                <a:solidFill>
                  <a:srgbClr val="888888"/>
                </a:solidFill>
              </a:rPr>
              <a:t>70% (위험)</a:t>
            </a:r>
            <a:endParaRPr lang="en-US" sz="834" dirty="0"/>
          </a:p>
        </p:txBody>
      </p:sp>
      <p:sp>
        <p:nvSpPr>
          <p:cNvPr id="14" name="Text 11"/>
          <p:cNvSpPr/>
          <p:nvPr/>
        </p:nvSpPr>
        <p:spPr>
          <a:xfrm>
            <a:off x="7544135" y="2816423"/>
            <a:ext cx="599740" cy="164306"/>
          </a:xfrm>
          <a:prstGeom prst="rect">
            <a:avLst/>
          </a:prstGeom>
          <a:noFill/>
          <a:ln/>
        </p:spPr>
        <p:txBody>
          <a:bodyPr wrap="none" lIns="0" tIns="0" rIns="0" bIns="0" rtlCol="0" anchor="t">
            <a:spAutoFit/>
          </a:bodyPr>
          <a:lstStyle/>
          <a:p>
            <a:pPr marL="0" indent="0" algn="l">
              <a:lnSpc>
                <a:spcPts val="1100"/>
              </a:lnSpc>
              <a:buNone/>
            </a:pPr>
            <a:r>
              <a:rPr lang="en-US" sz="834" dirty="0">
                <a:solidFill>
                  <a:srgbClr val="888888"/>
                </a:solidFill>
              </a:rPr>
              <a:t>100% (붕괴)</a:t>
            </a:r>
            <a:endParaRPr lang="en-US" sz="834" dirty="0"/>
          </a:p>
        </p:txBody>
      </p:sp>
      <p:sp>
        <p:nvSpPr>
          <p:cNvPr id="15" name="Shape 12"/>
          <p:cNvSpPr/>
          <p:nvPr/>
        </p:nvSpPr>
        <p:spPr>
          <a:xfrm>
            <a:off x="642938" y="3159323"/>
            <a:ext cx="2476509" cy="1754125"/>
          </a:xfrm>
          <a:prstGeom prst="rect">
            <a:avLst/>
          </a:prstGeom>
          <a:solidFill>
            <a:srgbClr val="FFFFFF">
              <a:alpha val="5000"/>
            </a:srgbClr>
          </a:solidFill>
          <a:ln w="27432">
            <a:solidFill>
              <a:srgbClr val="FFD700"/>
            </a:solidFill>
            <a:prstDash val="solid"/>
          </a:ln>
        </p:spPr>
      </p:sp>
      <p:pic>
        <p:nvPicPr>
          <p:cNvPr id="16" name="Image 1" descr="preencoded.png"/>
          <p:cNvPicPr>
            <a:picLocks noChangeAspect="1"/>
          </p:cNvPicPr>
          <p:nvPr/>
        </p:nvPicPr>
        <p:blipFill>
          <a:blip r:embed="rId4"/>
          <a:stretch>
            <a:fillRect/>
          </a:stretch>
        </p:blipFill>
        <p:spPr>
          <a:xfrm>
            <a:off x="785813" y="3337024"/>
            <a:ext cx="157163" cy="157163"/>
          </a:xfrm>
          <a:prstGeom prst="rect">
            <a:avLst/>
          </a:prstGeom>
        </p:spPr>
      </p:pic>
      <p:sp>
        <p:nvSpPr>
          <p:cNvPr id="17" name="Text 13"/>
          <p:cNvSpPr/>
          <p:nvPr/>
        </p:nvSpPr>
        <p:spPr>
          <a:xfrm>
            <a:off x="1014413" y="3302198"/>
            <a:ext cx="619246" cy="226814"/>
          </a:xfrm>
          <a:prstGeom prst="rect">
            <a:avLst/>
          </a:prstGeom>
          <a:noFill/>
          <a:ln/>
        </p:spPr>
        <p:txBody>
          <a:bodyPr wrap="none" lIns="0" tIns="0" rIns="0" bIns="0" rtlCol="0" anchor="t">
            <a:spAutoFit/>
          </a:bodyPr>
          <a:lstStyle/>
          <a:p>
            <a:pPr marL="0" indent="0" algn="l">
              <a:lnSpc>
                <a:spcPts val="1500"/>
              </a:lnSpc>
              <a:buNone/>
            </a:pPr>
            <a:r>
              <a:rPr lang="en-US" sz="1159" dirty="0">
                <a:solidFill>
                  <a:srgbClr val="FFD700"/>
                </a:solidFill>
              </a:rPr>
              <a:t>마모 원인</a:t>
            </a:r>
            <a:endParaRPr lang="en-US" sz="1159" dirty="0"/>
          </a:p>
        </p:txBody>
      </p:sp>
      <p:sp>
        <p:nvSpPr>
          <p:cNvPr id="18" name="Text 14"/>
          <p:cNvSpPr/>
          <p:nvPr/>
        </p:nvSpPr>
        <p:spPr>
          <a:xfrm>
            <a:off x="785813" y="3707606"/>
            <a:ext cx="100013"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00CED1"/>
                </a:solidFill>
              </a:rPr>
              <a:t>▶</a:t>
            </a:r>
            <a:endParaRPr lang="en-US" sz="727" dirty="0"/>
          </a:p>
        </p:txBody>
      </p:sp>
      <p:sp>
        <p:nvSpPr>
          <p:cNvPr id="19" name="Text 15"/>
          <p:cNvSpPr/>
          <p:nvPr/>
        </p:nvSpPr>
        <p:spPr>
          <a:xfrm>
            <a:off x="928688" y="3709392"/>
            <a:ext cx="1671665" cy="175022"/>
          </a:xfrm>
          <a:prstGeom prst="rect">
            <a:avLst/>
          </a:prstGeom>
          <a:noFill/>
          <a:ln/>
        </p:spPr>
        <p:txBody>
          <a:bodyPr wrap="none" lIns="0" tIns="0" rIns="0" bIns="0" rtlCol="0" anchor="t">
            <a:spAutoFit/>
          </a:bodyPr>
          <a:lstStyle/>
          <a:p>
            <a:pPr marL="0" indent="0" algn="l">
              <a:lnSpc>
                <a:spcPts val="1400"/>
              </a:lnSpc>
              <a:buNone/>
            </a:pPr>
            <a:r>
              <a:rPr lang="en-US" sz="942" dirty="0">
                <a:solidFill>
                  <a:srgbClr val="FFFFFF"/>
                </a:solidFill>
              </a:rPr>
              <a:t>마을 사람들의 무리한 부탁 수락</a:t>
            </a:r>
            <a:endParaRPr lang="en-US" sz="942" dirty="0"/>
          </a:p>
        </p:txBody>
      </p:sp>
      <p:sp>
        <p:nvSpPr>
          <p:cNvPr id="20" name="Text 16"/>
          <p:cNvSpPr/>
          <p:nvPr/>
        </p:nvSpPr>
        <p:spPr>
          <a:xfrm>
            <a:off x="785813" y="3959061"/>
            <a:ext cx="100013"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00CED1"/>
                </a:solidFill>
              </a:rPr>
              <a:t>▶</a:t>
            </a:r>
            <a:endParaRPr lang="en-US" sz="727" dirty="0"/>
          </a:p>
        </p:txBody>
      </p:sp>
      <p:sp>
        <p:nvSpPr>
          <p:cNvPr id="21" name="Text 17"/>
          <p:cNvSpPr/>
          <p:nvPr/>
        </p:nvSpPr>
        <p:spPr>
          <a:xfrm>
            <a:off x="928688" y="3960847"/>
            <a:ext cx="1908246" cy="175022"/>
          </a:xfrm>
          <a:prstGeom prst="rect">
            <a:avLst/>
          </a:prstGeom>
          <a:noFill/>
          <a:ln/>
        </p:spPr>
        <p:txBody>
          <a:bodyPr wrap="none" lIns="0" tIns="0" rIns="0" bIns="0" rtlCol="0" anchor="t">
            <a:spAutoFit/>
          </a:bodyPr>
          <a:lstStyle/>
          <a:p>
            <a:pPr marL="0" indent="0" algn="l">
              <a:lnSpc>
                <a:spcPts val="1400"/>
              </a:lnSpc>
              <a:buNone/>
            </a:pPr>
            <a:r>
              <a:rPr lang="en-US" sz="942" dirty="0">
                <a:solidFill>
                  <a:srgbClr val="FFFFFF"/>
                </a:solidFill>
              </a:rPr>
              <a:t>자신의 감정을 숨기고 타인에게 맞춤</a:t>
            </a:r>
            <a:endParaRPr lang="en-US" sz="942" dirty="0"/>
          </a:p>
        </p:txBody>
      </p:sp>
      <p:sp>
        <p:nvSpPr>
          <p:cNvPr id="22" name="Text 18"/>
          <p:cNvSpPr/>
          <p:nvPr/>
        </p:nvSpPr>
        <p:spPr>
          <a:xfrm>
            <a:off x="785813" y="4210515"/>
            <a:ext cx="100013"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00CED1"/>
                </a:solidFill>
              </a:rPr>
              <a:t>▶</a:t>
            </a:r>
            <a:endParaRPr lang="en-US" sz="727" dirty="0"/>
          </a:p>
        </p:txBody>
      </p:sp>
      <p:sp>
        <p:nvSpPr>
          <p:cNvPr id="23" name="Text 19"/>
          <p:cNvSpPr/>
          <p:nvPr/>
        </p:nvSpPr>
        <p:spPr>
          <a:xfrm>
            <a:off x="928688" y="4212301"/>
            <a:ext cx="1908246" cy="175022"/>
          </a:xfrm>
          <a:prstGeom prst="rect">
            <a:avLst/>
          </a:prstGeom>
          <a:noFill/>
          <a:ln/>
        </p:spPr>
        <p:txBody>
          <a:bodyPr wrap="none" lIns="0" tIns="0" rIns="0" bIns="0" rtlCol="0" anchor="t">
            <a:spAutoFit/>
          </a:bodyPr>
          <a:lstStyle/>
          <a:p>
            <a:pPr marL="0" indent="0" algn="l">
              <a:lnSpc>
                <a:spcPts val="1400"/>
              </a:lnSpc>
              <a:buNone/>
            </a:pPr>
            <a:r>
              <a:rPr lang="en-US" sz="942" dirty="0">
                <a:solidFill>
                  <a:srgbClr val="FFFFFF"/>
                </a:solidFill>
              </a:rPr>
              <a:t>사회적 기대에 부응하는 선택지 선택</a:t>
            </a:r>
            <a:endParaRPr lang="en-US" sz="942" dirty="0"/>
          </a:p>
        </p:txBody>
      </p:sp>
      <p:sp>
        <p:nvSpPr>
          <p:cNvPr id="24" name="Text 20"/>
          <p:cNvSpPr/>
          <p:nvPr/>
        </p:nvSpPr>
        <p:spPr>
          <a:xfrm>
            <a:off x="785813" y="4461970"/>
            <a:ext cx="100013"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00CED1"/>
                </a:solidFill>
              </a:rPr>
              <a:t>▶</a:t>
            </a:r>
            <a:endParaRPr lang="en-US" sz="727" dirty="0"/>
          </a:p>
        </p:txBody>
      </p:sp>
      <p:sp>
        <p:nvSpPr>
          <p:cNvPr id="25" name="Text 21"/>
          <p:cNvSpPr/>
          <p:nvPr/>
        </p:nvSpPr>
        <p:spPr>
          <a:xfrm>
            <a:off x="928688" y="4463755"/>
            <a:ext cx="1597075" cy="175022"/>
          </a:xfrm>
          <a:prstGeom prst="rect">
            <a:avLst/>
          </a:prstGeom>
          <a:noFill/>
          <a:ln/>
        </p:spPr>
        <p:txBody>
          <a:bodyPr wrap="none" lIns="0" tIns="0" rIns="0" bIns="0" rtlCol="0" anchor="t">
            <a:spAutoFit/>
          </a:bodyPr>
          <a:lstStyle/>
          <a:p>
            <a:pPr marL="0" indent="0" algn="l">
              <a:lnSpc>
                <a:spcPts val="1400"/>
              </a:lnSpc>
              <a:buNone/>
            </a:pPr>
            <a:r>
              <a:rPr lang="en-US" sz="942" dirty="0">
                <a:solidFill>
                  <a:srgbClr val="FFFFFF"/>
                </a:solidFill>
              </a:rPr>
              <a:t>특정 아이템(기대의 증표) 소지</a:t>
            </a:r>
            <a:endParaRPr lang="en-US" sz="942" dirty="0"/>
          </a:p>
        </p:txBody>
      </p:sp>
      <p:sp>
        <p:nvSpPr>
          <p:cNvPr id="26" name="Shape 22"/>
          <p:cNvSpPr/>
          <p:nvPr/>
        </p:nvSpPr>
        <p:spPr>
          <a:xfrm>
            <a:off x="3295641" y="3159323"/>
            <a:ext cx="2495541" cy="1754125"/>
          </a:xfrm>
          <a:prstGeom prst="rect">
            <a:avLst/>
          </a:prstGeom>
          <a:solidFill>
            <a:srgbClr val="FFFFFF">
              <a:alpha val="5000"/>
            </a:srgbClr>
          </a:solidFill>
          <a:ln w="27432">
            <a:solidFill>
              <a:srgbClr val="FFD700"/>
            </a:solidFill>
            <a:prstDash val="solid"/>
          </a:ln>
        </p:spPr>
      </p:sp>
      <p:pic>
        <p:nvPicPr>
          <p:cNvPr id="27" name="Image 2" descr="preencoded.png"/>
          <p:cNvPicPr>
            <a:picLocks noChangeAspect="1"/>
          </p:cNvPicPr>
          <p:nvPr/>
        </p:nvPicPr>
        <p:blipFill>
          <a:blip r:embed="rId5"/>
          <a:stretch>
            <a:fillRect/>
          </a:stretch>
        </p:blipFill>
        <p:spPr>
          <a:xfrm>
            <a:off x="3457575" y="3337024"/>
            <a:ext cx="157163" cy="157163"/>
          </a:xfrm>
          <a:prstGeom prst="rect">
            <a:avLst/>
          </a:prstGeom>
        </p:spPr>
      </p:pic>
      <p:sp>
        <p:nvSpPr>
          <p:cNvPr id="28" name="Text 23"/>
          <p:cNvSpPr/>
          <p:nvPr/>
        </p:nvSpPr>
        <p:spPr>
          <a:xfrm>
            <a:off x="3686175" y="3302198"/>
            <a:ext cx="619246" cy="226814"/>
          </a:xfrm>
          <a:prstGeom prst="rect">
            <a:avLst/>
          </a:prstGeom>
          <a:noFill/>
          <a:ln/>
        </p:spPr>
        <p:txBody>
          <a:bodyPr wrap="none" lIns="0" tIns="0" rIns="0" bIns="0" rtlCol="0" anchor="t">
            <a:spAutoFit/>
          </a:bodyPr>
          <a:lstStyle/>
          <a:p>
            <a:pPr marL="0" indent="0" algn="l">
              <a:lnSpc>
                <a:spcPts val="1500"/>
              </a:lnSpc>
              <a:buNone/>
            </a:pPr>
            <a:r>
              <a:rPr lang="en-US" sz="1159" dirty="0">
                <a:solidFill>
                  <a:srgbClr val="FFD700"/>
                </a:solidFill>
              </a:rPr>
              <a:t>마모 효과</a:t>
            </a:r>
            <a:endParaRPr lang="en-US" sz="1159" dirty="0"/>
          </a:p>
        </p:txBody>
      </p:sp>
      <p:sp>
        <p:nvSpPr>
          <p:cNvPr id="29" name="Text 24"/>
          <p:cNvSpPr/>
          <p:nvPr/>
        </p:nvSpPr>
        <p:spPr>
          <a:xfrm>
            <a:off x="3457575" y="3707606"/>
            <a:ext cx="100013"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00CED1"/>
                </a:solidFill>
              </a:rPr>
              <a:t>▶</a:t>
            </a:r>
            <a:endParaRPr lang="en-US" sz="727" dirty="0"/>
          </a:p>
        </p:txBody>
      </p:sp>
      <p:sp>
        <p:nvSpPr>
          <p:cNvPr id="30" name="Text 25"/>
          <p:cNvSpPr/>
          <p:nvPr/>
        </p:nvSpPr>
        <p:spPr>
          <a:xfrm>
            <a:off x="3600450" y="3709392"/>
            <a:ext cx="1586778" cy="175022"/>
          </a:xfrm>
          <a:prstGeom prst="rect">
            <a:avLst/>
          </a:prstGeom>
          <a:noFill/>
          <a:ln/>
        </p:spPr>
        <p:txBody>
          <a:bodyPr wrap="none" lIns="0" tIns="0" rIns="0" bIns="0" rtlCol="0" anchor="t">
            <a:spAutoFit/>
          </a:bodyPr>
          <a:lstStyle/>
          <a:p>
            <a:pPr marL="0" indent="0" algn="l">
              <a:lnSpc>
                <a:spcPts val="1400"/>
              </a:lnSpc>
              <a:buNone/>
            </a:pPr>
            <a:r>
              <a:rPr lang="en-US" sz="942" dirty="0">
                <a:solidFill>
                  <a:srgbClr val="FFFFFF"/>
                </a:solidFill>
              </a:rPr>
              <a:t>화면 노이즈 및 시야 왜곡 발생</a:t>
            </a:r>
            <a:endParaRPr lang="en-US" sz="942" dirty="0"/>
          </a:p>
        </p:txBody>
      </p:sp>
      <p:sp>
        <p:nvSpPr>
          <p:cNvPr id="31" name="Text 26"/>
          <p:cNvSpPr/>
          <p:nvPr/>
        </p:nvSpPr>
        <p:spPr>
          <a:xfrm>
            <a:off x="3457575" y="3959061"/>
            <a:ext cx="100013"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00CED1"/>
                </a:solidFill>
              </a:rPr>
              <a:t>▶</a:t>
            </a:r>
            <a:endParaRPr lang="en-US" sz="727" dirty="0"/>
          </a:p>
        </p:txBody>
      </p:sp>
      <p:sp>
        <p:nvSpPr>
          <p:cNvPr id="32" name="Text 27"/>
          <p:cNvSpPr/>
          <p:nvPr/>
        </p:nvSpPr>
        <p:spPr>
          <a:xfrm>
            <a:off x="3600450" y="3960847"/>
            <a:ext cx="1756525" cy="175022"/>
          </a:xfrm>
          <a:prstGeom prst="rect">
            <a:avLst/>
          </a:prstGeom>
          <a:noFill/>
          <a:ln/>
        </p:spPr>
        <p:txBody>
          <a:bodyPr wrap="none" lIns="0" tIns="0" rIns="0" bIns="0" rtlCol="0" anchor="t">
            <a:spAutoFit/>
          </a:bodyPr>
          <a:lstStyle/>
          <a:p>
            <a:pPr marL="0" indent="0" algn="l">
              <a:lnSpc>
                <a:spcPts val="1400"/>
              </a:lnSpc>
              <a:buNone/>
            </a:pPr>
            <a:r>
              <a:rPr lang="en-US" sz="942" dirty="0">
                <a:solidFill>
                  <a:srgbClr val="FFFFFF"/>
                </a:solidFill>
              </a:rPr>
              <a:t>주인공의 독백이 냉소적으로 변화</a:t>
            </a:r>
            <a:endParaRPr lang="en-US" sz="942" dirty="0"/>
          </a:p>
        </p:txBody>
      </p:sp>
      <p:sp>
        <p:nvSpPr>
          <p:cNvPr id="33" name="Text 28"/>
          <p:cNvSpPr/>
          <p:nvPr/>
        </p:nvSpPr>
        <p:spPr>
          <a:xfrm>
            <a:off x="3457575" y="4210515"/>
            <a:ext cx="100013"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00CED1"/>
                </a:solidFill>
              </a:rPr>
              <a:t>▶</a:t>
            </a:r>
            <a:endParaRPr lang="en-US" sz="727" dirty="0"/>
          </a:p>
        </p:txBody>
      </p:sp>
      <p:sp>
        <p:nvSpPr>
          <p:cNvPr id="34" name="Text 29"/>
          <p:cNvSpPr/>
          <p:nvPr/>
        </p:nvSpPr>
        <p:spPr>
          <a:xfrm>
            <a:off x="3600450" y="4212301"/>
            <a:ext cx="1519917" cy="175022"/>
          </a:xfrm>
          <a:prstGeom prst="rect">
            <a:avLst/>
          </a:prstGeom>
          <a:noFill/>
          <a:ln/>
        </p:spPr>
        <p:txBody>
          <a:bodyPr wrap="none" lIns="0" tIns="0" rIns="0" bIns="0" rtlCol="0" anchor="t">
            <a:spAutoFit/>
          </a:bodyPr>
          <a:lstStyle/>
          <a:p>
            <a:pPr marL="0" indent="0" algn="l">
              <a:lnSpc>
                <a:spcPts val="1400"/>
              </a:lnSpc>
              <a:buNone/>
            </a:pPr>
            <a:r>
              <a:rPr lang="en-US" sz="942" dirty="0">
                <a:solidFill>
                  <a:srgbClr val="FFFFFF"/>
                </a:solidFill>
              </a:rPr>
              <a:t>일부 선택지가 강제로 고정됨</a:t>
            </a:r>
            <a:endParaRPr lang="en-US" sz="942" dirty="0"/>
          </a:p>
        </p:txBody>
      </p:sp>
      <p:sp>
        <p:nvSpPr>
          <p:cNvPr id="35" name="Text 30"/>
          <p:cNvSpPr/>
          <p:nvPr/>
        </p:nvSpPr>
        <p:spPr>
          <a:xfrm>
            <a:off x="3457575" y="4461970"/>
            <a:ext cx="100013"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00CED1"/>
                </a:solidFill>
              </a:rPr>
              <a:t>▶</a:t>
            </a:r>
            <a:endParaRPr lang="en-US" sz="727" dirty="0"/>
          </a:p>
        </p:txBody>
      </p:sp>
      <p:sp>
        <p:nvSpPr>
          <p:cNvPr id="36" name="Text 31"/>
          <p:cNvSpPr/>
          <p:nvPr/>
        </p:nvSpPr>
        <p:spPr>
          <a:xfrm>
            <a:off x="3600450" y="4463755"/>
            <a:ext cx="1540120" cy="175022"/>
          </a:xfrm>
          <a:prstGeom prst="rect">
            <a:avLst/>
          </a:prstGeom>
          <a:noFill/>
          <a:ln/>
        </p:spPr>
        <p:txBody>
          <a:bodyPr wrap="none" lIns="0" tIns="0" rIns="0" bIns="0" rtlCol="0" anchor="t">
            <a:spAutoFit/>
          </a:bodyPr>
          <a:lstStyle/>
          <a:p>
            <a:pPr marL="0" indent="0" algn="l">
              <a:lnSpc>
                <a:spcPts val="1400"/>
              </a:lnSpc>
              <a:buNone/>
            </a:pPr>
            <a:r>
              <a:rPr lang="en-US" sz="942" dirty="0">
                <a:solidFill>
                  <a:srgbClr val="FFFFFF"/>
                </a:solidFill>
              </a:rPr>
              <a:t>특정 NPC와의 상호작용 차단</a:t>
            </a:r>
            <a:endParaRPr lang="en-US" sz="942" dirty="0"/>
          </a:p>
        </p:txBody>
      </p:sp>
      <p:sp>
        <p:nvSpPr>
          <p:cNvPr id="37" name="Shape 32"/>
          <p:cNvSpPr/>
          <p:nvPr/>
        </p:nvSpPr>
        <p:spPr>
          <a:xfrm>
            <a:off x="5986463" y="3159323"/>
            <a:ext cx="2514600" cy="1754125"/>
          </a:xfrm>
          <a:prstGeom prst="rect">
            <a:avLst/>
          </a:prstGeom>
          <a:solidFill>
            <a:srgbClr val="FFFFFF">
              <a:alpha val="5000"/>
            </a:srgbClr>
          </a:solidFill>
          <a:ln w="27432">
            <a:solidFill>
              <a:srgbClr val="FFD700"/>
            </a:solidFill>
            <a:prstDash val="solid"/>
          </a:ln>
        </p:spPr>
      </p:sp>
      <p:pic>
        <p:nvPicPr>
          <p:cNvPr id="38" name="Image 3" descr="preencoded.png"/>
          <p:cNvPicPr>
            <a:picLocks noChangeAspect="1"/>
          </p:cNvPicPr>
          <p:nvPr/>
        </p:nvPicPr>
        <p:blipFill>
          <a:blip r:embed="rId6"/>
          <a:stretch>
            <a:fillRect/>
          </a:stretch>
        </p:blipFill>
        <p:spPr>
          <a:xfrm>
            <a:off x="6167456" y="3337024"/>
            <a:ext cx="157163" cy="157163"/>
          </a:xfrm>
          <a:prstGeom prst="rect">
            <a:avLst/>
          </a:prstGeom>
        </p:spPr>
      </p:pic>
      <p:sp>
        <p:nvSpPr>
          <p:cNvPr id="39" name="Text 33"/>
          <p:cNvSpPr/>
          <p:nvPr/>
        </p:nvSpPr>
        <p:spPr>
          <a:xfrm>
            <a:off x="6396056" y="3302198"/>
            <a:ext cx="804676" cy="226814"/>
          </a:xfrm>
          <a:prstGeom prst="rect">
            <a:avLst/>
          </a:prstGeom>
          <a:noFill/>
          <a:ln/>
        </p:spPr>
        <p:txBody>
          <a:bodyPr wrap="none" lIns="0" tIns="0" rIns="0" bIns="0" rtlCol="0" anchor="t">
            <a:spAutoFit/>
          </a:bodyPr>
          <a:lstStyle/>
          <a:p>
            <a:pPr marL="0" indent="0" algn="l">
              <a:lnSpc>
                <a:spcPts val="1500"/>
              </a:lnSpc>
              <a:buNone/>
            </a:pPr>
            <a:r>
              <a:rPr lang="en-US" sz="1159" dirty="0">
                <a:solidFill>
                  <a:srgbClr val="FFD700"/>
                </a:solidFill>
              </a:rPr>
              <a:t>회복 및 관리</a:t>
            </a:r>
            <a:endParaRPr lang="en-US" sz="1159" dirty="0"/>
          </a:p>
        </p:txBody>
      </p:sp>
      <p:sp>
        <p:nvSpPr>
          <p:cNvPr id="40" name="Text 34"/>
          <p:cNvSpPr/>
          <p:nvPr/>
        </p:nvSpPr>
        <p:spPr>
          <a:xfrm>
            <a:off x="6167456" y="3707606"/>
            <a:ext cx="100013"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00CED1"/>
                </a:solidFill>
              </a:rPr>
              <a:t>▶</a:t>
            </a:r>
            <a:endParaRPr lang="en-US" sz="727" dirty="0"/>
          </a:p>
        </p:txBody>
      </p:sp>
      <p:sp>
        <p:nvSpPr>
          <p:cNvPr id="41" name="Text 35"/>
          <p:cNvSpPr/>
          <p:nvPr/>
        </p:nvSpPr>
        <p:spPr>
          <a:xfrm>
            <a:off x="6310331" y="3709392"/>
            <a:ext cx="1368196" cy="175022"/>
          </a:xfrm>
          <a:prstGeom prst="rect">
            <a:avLst/>
          </a:prstGeom>
          <a:noFill/>
          <a:ln/>
        </p:spPr>
        <p:txBody>
          <a:bodyPr wrap="none" lIns="0" tIns="0" rIns="0" bIns="0" rtlCol="0" anchor="t">
            <a:spAutoFit/>
          </a:bodyPr>
          <a:lstStyle/>
          <a:p>
            <a:pPr marL="0" indent="0" algn="l">
              <a:lnSpc>
                <a:spcPts val="1400"/>
              </a:lnSpc>
              <a:buNone/>
            </a:pPr>
            <a:r>
              <a:rPr lang="en-US" sz="942" dirty="0">
                <a:solidFill>
                  <a:srgbClr val="FFFFFF"/>
                </a:solidFill>
              </a:rPr>
              <a:t>부탁을 단호하게 거절하기</a:t>
            </a:r>
            <a:endParaRPr lang="en-US" sz="942" dirty="0"/>
          </a:p>
        </p:txBody>
      </p:sp>
      <p:sp>
        <p:nvSpPr>
          <p:cNvPr id="42" name="Text 36"/>
          <p:cNvSpPr/>
          <p:nvPr/>
        </p:nvSpPr>
        <p:spPr>
          <a:xfrm>
            <a:off x="6167456" y="3959061"/>
            <a:ext cx="100013"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00CED1"/>
                </a:solidFill>
              </a:rPr>
              <a:t>▶</a:t>
            </a:r>
            <a:endParaRPr lang="en-US" sz="727" dirty="0"/>
          </a:p>
        </p:txBody>
      </p:sp>
      <p:sp>
        <p:nvSpPr>
          <p:cNvPr id="43" name="Text 37"/>
          <p:cNvSpPr/>
          <p:nvPr/>
        </p:nvSpPr>
        <p:spPr>
          <a:xfrm>
            <a:off x="6310331" y="3960847"/>
            <a:ext cx="1597075" cy="175022"/>
          </a:xfrm>
          <a:prstGeom prst="rect">
            <a:avLst/>
          </a:prstGeom>
          <a:noFill/>
          <a:ln/>
        </p:spPr>
        <p:txBody>
          <a:bodyPr wrap="none" lIns="0" tIns="0" rIns="0" bIns="0" rtlCol="0" anchor="t">
            <a:spAutoFit/>
          </a:bodyPr>
          <a:lstStyle/>
          <a:p>
            <a:pPr marL="0" indent="0" algn="l">
              <a:lnSpc>
                <a:spcPts val="1400"/>
              </a:lnSpc>
              <a:buNone/>
            </a:pPr>
            <a:r>
              <a:rPr lang="en-US" sz="942" dirty="0">
                <a:solidFill>
                  <a:srgbClr val="FFFFFF"/>
                </a:solidFill>
              </a:rPr>
              <a:t>자신만을 위한 시간(휴식) 갖기</a:t>
            </a:r>
            <a:endParaRPr lang="en-US" sz="942" dirty="0"/>
          </a:p>
        </p:txBody>
      </p:sp>
      <p:sp>
        <p:nvSpPr>
          <p:cNvPr id="44" name="Text 38"/>
          <p:cNvSpPr/>
          <p:nvPr/>
        </p:nvSpPr>
        <p:spPr>
          <a:xfrm>
            <a:off x="6167456" y="4210515"/>
            <a:ext cx="100013"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00CED1"/>
                </a:solidFill>
              </a:rPr>
              <a:t>▶</a:t>
            </a:r>
            <a:endParaRPr lang="en-US" sz="727" dirty="0"/>
          </a:p>
        </p:txBody>
      </p:sp>
      <p:sp>
        <p:nvSpPr>
          <p:cNvPr id="45" name="Text 39"/>
          <p:cNvSpPr/>
          <p:nvPr/>
        </p:nvSpPr>
        <p:spPr>
          <a:xfrm>
            <a:off x="6310331" y="4212301"/>
            <a:ext cx="1492904" cy="175022"/>
          </a:xfrm>
          <a:prstGeom prst="rect">
            <a:avLst/>
          </a:prstGeom>
          <a:noFill/>
          <a:ln/>
        </p:spPr>
        <p:txBody>
          <a:bodyPr wrap="none" lIns="0" tIns="0" rIns="0" bIns="0" rtlCol="0" anchor="t">
            <a:spAutoFit/>
          </a:bodyPr>
          <a:lstStyle/>
          <a:p>
            <a:pPr marL="0" indent="0" algn="l">
              <a:lnSpc>
                <a:spcPts val="1400"/>
              </a:lnSpc>
              <a:buNone/>
            </a:pPr>
            <a:r>
              <a:rPr lang="en-US" sz="942" dirty="0">
                <a:solidFill>
                  <a:srgbClr val="FFFFFF"/>
                </a:solidFill>
              </a:rPr>
              <a:t>'자아 성찰' 관련 소모품 사용</a:t>
            </a:r>
            <a:endParaRPr lang="en-US" sz="942" dirty="0"/>
          </a:p>
        </p:txBody>
      </p:sp>
      <p:sp>
        <p:nvSpPr>
          <p:cNvPr id="46" name="Text 40"/>
          <p:cNvSpPr/>
          <p:nvPr/>
        </p:nvSpPr>
        <p:spPr>
          <a:xfrm>
            <a:off x="6167456" y="4461970"/>
            <a:ext cx="100013"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00CED1"/>
                </a:solidFill>
              </a:rPr>
              <a:t>▶</a:t>
            </a:r>
            <a:endParaRPr lang="en-US" sz="727" dirty="0"/>
          </a:p>
        </p:txBody>
      </p:sp>
      <p:sp>
        <p:nvSpPr>
          <p:cNvPr id="47" name="Text 41"/>
          <p:cNvSpPr/>
          <p:nvPr/>
        </p:nvSpPr>
        <p:spPr>
          <a:xfrm>
            <a:off x="6310331" y="4463755"/>
            <a:ext cx="1401626" cy="175022"/>
          </a:xfrm>
          <a:prstGeom prst="rect">
            <a:avLst/>
          </a:prstGeom>
          <a:noFill/>
          <a:ln/>
        </p:spPr>
        <p:txBody>
          <a:bodyPr wrap="none" lIns="0" tIns="0" rIns="0" bIns="0" rtlCol="0" anchor="t">
            <a:spAutoFit/>
          </a:bodyPr>
          <a:lstStyle/>
          <a:p>
            <a:pPr marL="0" indent="0" algn="l">
              <a:lnSpc>
                <a:spcPts val="1400"/>
              </a:lnSpc>
              <a:buNone/>
            </a:pPr>
            <a:r>
              <a:rPr lang="en-US" sz="942" dirty="0">
                <a:solidFill>
                  <a:srgbClr val="FFFFFF"/>
                </a:solidFill>
              </a:rPr>
              <a:t>진실을 마주하는 퍼즐 해결</a:t>
            </a:r>
            <a:endParaRPr lang="en-US" sz="942"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889089" cy="544711"/>
          </a:xfrm>
          <a:prstGeom prst="rect">
            <a:avLst/>
          </a:prstGeom>
          <a:solidFill>
            <a:srgbClr val="FFFFFF"/>
          </a:solidFill>
          <a:ln w="27432">
            <a:solidFill>
              <a:srgbClr val="000000"/>
            </a:solidFill>
            <a:prstDash val="solid"/>
          </a:ln>
        </p:spPr>
      </p:sp>
      <p:sp>
        <p:nvSpPr>
          <p:cNvPr id="4" name="Text 1"/>
          <p:cNvSpPr/>
          <p:nvPr/>
        </p:nvSpPr>
        <p:spPr>
          <a:xfrm>
            <a:off x="642938" y="342900"/>
            <a:ext cx="2403314"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설계: 자아 마모도 연출</a:t>
            </a:r>
            <a:endParaRPr lang="en-US" sz="1808" dirty="0"/>
          </a:p>
        </p:txBody>
      </p:sp>
      <p:sp>
        <p:nvSpPr>
          <p:cNvPr id="5" name="Shape 2"/>
          <p:cNvSpPr/>
          <p:nvPr/>
        </p:nvSpPr>
        <p:spPr>
          <a:xfrm>
            <a:off x="428625" y="987623"/>
            <a:ext cx="8343900" cy="485775"/>
          </a:xfrm>
          <a:prstGeom prst="rect">
            <a:avLst/>
          </a:prstGeom>
          <a:solidFill>
            <a:srgbClr val="000000"/>
          </a:solidFill>
          <a:ln w="27432">
            <a:solidFill>
              <a:srgbClr val="00CED1"/>
            </a:solidFill>
            <a:prstDash val="solid"/>
          </a:ln>
        </p:spPr>
      </p:sp>
      <p:sp>
        <p:nvSpPr>
          <p:cNvPr id="6" name="Shape 3"/>
          <p:cNvSpPr/>
          <p:nvPr/>
        </p:nvSpPr>
        <p:spPr>
          <a:xfrm>
            <a:off x="428625" y="916186"/>
            <a:ext cx="28575" cy="571500"/>
          </a:xfrm>
          <a:prstGeom prst="rect">
            <a:avLst/>
          </a:prstGeom>
          <a:solidFill>
            <a:srgbClr val="FFFFFF"/>
          </a:solidFill>
          <a:ln/>
        </p:spPr>
      </p:sp>
      <p:sp>
        <p:nvSpPr>
          <p:cNvPr id="7" name="Text 4"/>
          <p:cNvSpPr/>
          <p:nvPr/>
        </p:nvSpPr>
        <p:spPr>
          <a:xfrm>
            <a:off x="338407" y="666155"/>
            <a:ext cx="180435"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00CED1"/>
                </a:solidFill>
              </a:rPr>
              <a:t>0%</a:t>
            </a:r>
            <a:endParaRPr lang="en-US" sz="942" dirty="0"/>
          </a:p>
        </p:txBody>
      </p:sp>
      <p:sp>
        <p:nvSpPr>
          <p:cNvPr id="8" name="Shape 5"/>
          <p:cNvSpPr/>
          <p:nvPr/>
        </p:nvSpPr>
        <p:spPr>
          <a:xfrm>
            <a:off x="2914650" y="916186"/>
            <a:ext cx="28575" cy="571500"/>
          </a:xfrm>
          <a:prstGeom prst="rect">
            <a:avLst/>
          </a:prstGeom>
          <a:solidFill>
            <a:srgbClr val="FFFFFF"/>
          </a:solidFill>
          <a:ln/>
        </p:spPr>
      </p:sp>
      <p:sp>
        <p:nvSpPr>
          <p:cNvPr id="9" name="Text 6"/>
          <p:cNvSpPr/>
          <p:nvPr/>
        </p:nvSpPr>
        <p:spPr>
          <a:xfrm>
            <a:off x="2787667" y="666155"/>
            <a:ext cx="253966"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D700"/>
                </a:solidFill>
              </a:rPr>
              <a:t>30%</a:t>
            </a:r>
            <a:endParaRPr lang="en-US" sz="942" dirty="0"/>
          </a:p>
        </p:txBody>
      </p:sp>
      <p:sp>
        <p:nvSpPr>
          <p:cNvPr id="10" name="Shape 7"/>
          <p:cNvSpPr/>
          <p:nvPr/>
        </p:nvSpPr>
        <p:spPr>
          <a:xfrm>
            <a:off x="6229350" y="916186"/>
            <a:ext cx="28575" cy="571500"/>
          </a:xfrm>
          <a:prstGeom prst="rect">
            <a:avLst/>
          </a:prstGeom>
          <a:solidFill>
            <a:srgbClr val="FFFFFF"/>
          </a:solidFill>
          <a:ln/>
        </p:spPr>
      </p:sp>
      <p:sp>
        <p:nvSpPr>
          <p:cNvPr id="11" name="Text 8"/>
          <p:cNvSpPr/>
          <p:nvPr/>
        </p:nvSpPr>
        <p:spPr>
          <a:xfrm>
            <a:off x="6102367" y="666155"/>
            <a:ext cx="253966"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69B4"/>
                </a:solidFill>
              </a:rPr>
              <a:t>70%</a:t>
            </a:r>
            <a:endParaRPr lang="en-US" sz="942" dirty="0"/>
          </a:p>
        </p:txBody>
      </p:sp>
      <p:sp>
        <p:nvSpPr>
          <p:cNvPr id="12" name="Shape 9"/>
          <p:cNvSpPr/>
          <p:nvPr/>
        </p:nvSpPr>
        <p:spPr>
          <a:xfrm>
            <a:off x="8715375" y="916186"/>
            <a:ext cx="28575" cy="571500"/>
          </a:xfrm>
          <a:prstGeom prst="rect">
            <a:avLst/>
          </a:prstGeom>
          <a:solidFill>
            <a:srgbClr val="FFFFFF"/>
          </a:solidFill>
          <a:ln/>
        </p:spPr>
      </p:sp>
      <p:sp>
        <p:nvSpPr>
          <p:cNvPr id="13" name="Text 10"/>
          <p:cNvSpPr/>
          <p:nvPr/>
        </p:nvSpPr>
        <p:spPr>
          <a:xfrm>
            <a:off x="8551613" y="666155"/>
            <a:ext cx="327524"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69B4"/>
                </a:solidFill>
              </a:rPr>
              <a:t>100%</a:t>
            </a:r>
            <a:endParaRPr lang="en-US" sz="942" dirty="0"/>
          </a:p>
        </p:txBody>
      </p:sp>
      <p:sp>
        <p:nvSpPr>
          <p:cNvPr id="14" name="Shape 11"/>
          <p:cNvSpPr/>
          <p:nvPr/>
        </p:nvSpPr>
        <p:spPr>
          <a:xfrm>
            <a:off x="428625" y="1701998"/>
            <a:ext cx="2666991" cy="1972680"/>
          </a:xfrm>
          <a:prstGeom prst="rect">
            <a:avLst/>
          </a:prstGeom>
          <a:solidFill>
            <a:srgbClr val="FFFFFF">
              <a:alpha val="5000"/>
            </a:srgbClr>
          </a:solidFill>
          <a:ln w="27432">
            <a:solidFill>
              <a:srgbClr val="00CED1"/>
            </a:solidFill>
            <a:prstDash val="solid"/>
          </a:ln>
        </p:spPr>
      </p:sp>
      <p:sp>
        <p:nvSpPr>
          <p:cNvPr id="15" name="Text 12"/>
          <p:cNvSpPr/>
          <p:nvPr/>
        </p:nvSpPr>
        <p:spPr>
          <a:xfrm>
            <a:off x="571500" y="1844873"/>
            <a:ext cx="2343150" cy="321469"/>
          </a:xfrm>
          <a:prstGeom prst="rect">
            <a:avLst/>
          </a:prstGeom>
          <a:noFill/>
          <a:ln/>
        </p:spPr>
        <p:txBody>
          <a:bodyPr wrap="square" lIns="0" tIns="0" rIns="0" bIns="68072" rtlCol="0" anchor="t">
            <a:spAutoFit/>
          </a:bodyPr>
          <a:lstStyle/>
          <a:p>
            <a:pPr marL="0" indent="0" algn="ctr">
              <a:lnSpc>
                <a:spcPts val="1600"/>
              </a:lnSpc>
              <a:buNone/>
            </a:pPr>
            <a:r>
              <a:rPr lang="en-US" sz="1269" dirty="0">
                <a:solidFill>
                  <a:srgbClr val="FFD700"/>
                </a:solidFill>
              </a:rPr>
              <a:t>안정 (0-30%)</a:t>
            </a:r>
            <a:endParaRPr lang="en-US" sz="1269" dirty="0"/>
          </a:p>
        </p:txBody>
      </p:sp>
      <p:pic>
        <p:nvPicPr>
          <p:cNvPr id="16" name="Image 1" descr="preencoded.png"/>
          <p:cNvPicPr>
            <a:picLocks noChangeAspect="1"/>
          </p:cNvPicPr>
          <p:nvPr/>
        </p:nvPicPr>
        <p:blipFill>
          <a:blip r:embed="rId4"/>
          <a:stretch>
            <a:fillRect/>
          </a:stretch>
        </p:blipFill>
        <p:spPr>
          <a:xfrm>
            <a:off x="571500" y="2273498"/>
            <a:ext cx="160734" cy="171450"/>
          </a:xfrm>
          <a:prstGeom prst="rect">
            <a:avLst/>
          </a:prstGeom>
        </p:spPr>
      </p:pic>
      <p:sp>
        <p:nvSpPr>
          <p:cNvPr id="17" name="Text 13"/>
          <p:cNvSpPr/>
          <p:nvPr/>
        </p:nvSpPr>
        <p:spPr>
          <a:xfrm>
            <a:off x="817959" y="2273498"/>
            <a:ext cx="2096691" cy="328947"/>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FFD700"/>
                </a:solidFill>
              </a:rPr>
              <a:t>시각:</a:t>
            </a:r>
            <a:r>
              <a:rPr lang="en-US" sz="834" dirty="0">
                <a:solidFill>
                  <a:srgbClr val="E0E0E0"/>
                </a:solidFill>
              </a:rPr>
              <a:t> 선명한 화면과 안정적인 UI. 주인공의 색감이 밝게 유지됨.</a:t>
            </a:r>
            <a:endParaRPr lang="en-US" sz="784" dirty="0"/>
          </a:p>
        </p:txBody>
      </p:sp>
      <p:pic>
        <p:nvPicPr>
          <p:cNvPr id="18" name="Image 2" descr="preencoded.png"/>
          <p:cNvPicPr>
            <a:picLocks noChangeAspect="1"/>
          </p:cNvPicPr>
          <p:nvPr/>
        </p:nvPicPr>
        <p:blipFill>
          <a:blip r:embed="rId5"/>
          <a:stretch>
            <a:fillRect/>
          </a:stretch>
        </p:blipFill>
        <p:spPr>
          <a:xfrm>
            <a:off x="571500" y="2709602"/>
            <a:ext cx="142875" cy="171450"/>
          </a:xfrm>
          <a:prstGeom prst="rect">
            <a:avLst/>
          </a:prstGeom>
        </p:spPr>
      </p:pic>
      <p:sp>
        <p:nvSpPr>
          <p:cNvPr id="19" name="Text 14"/>
          <p:cNvSpPr/>
          <p:nvPr/>
        </p:nvSpPr>
        <p:spPr>
          <a:xfrm>
            <a:off x="800100" y="2709602"/>
            <a:ext cx="2114550" cy="328947"/>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FFD700"/>
                </a:solidFill>
              </a:rPr>
              <a:t>청각:</a:t>
            </a:r>
            <a:r>
              <a:rPr lang="en-US" sz="834" dirty="0">
                <a:solidFill>
                  <a:srgbClr val="E0E0E0"/>
                </a:solidFill>
              </a:rPr>
              <a:t> 평온하고 서정적인 배경음악. 명확한 효과음 제공.</a:t>
            </a:r>
            <a:endParaRPr lang="en-US" sz="784" dirty="0"/>
          </a:p>
        </p:txBody>
      </p:sp>
      <p:pic>
        <p:nvPicPr>
          <p:cNvPr id="20" name="Image 3" descr="preencoded.png"/>
          <p:cNvPicPr>
            <a:picLocks noChangeAspect="1"/>
          </p:cNvPicPr>
          <p:nvPr/>
        </p:nvPicPr>
        <p:blipFill>
          <a:blip r:embed="rId6"/>
          <a:stretch>
            <a:fillRect/>
          </a:stretch>
        </p:blipFill>
        <p:spPr>
          <a:xfrm>
            <a:off x="571500" y="3145706"/>
            <a:ext cx="178594" cy="171450"/>
          </a:xfrm>
          <a:prstGeom prst="rect">
            <a:avLst/>
          </a:prstGeom>
        </p:spPr>
      </p:pic>
      <p:sp>
        <p:nvSpPr>
          <p:cNvPr id="21" name="Text 15"/>
          <p:cNvSpPr/>
          <p:nvPr/>
        </p:nvSpPr>
        <p:spPr>
          <a:xfrm>
            <a:off x="835819" y="3145706"/>
            <a:ext cx="2078831" cy="328947"/>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FFD700"/>
                </a:solidFill>
              </a:rPr>
              <a:t>플레이:</a:t>
            </a:r>
            <a:r>
              <a:rPr lang="en-US" sz="834" dirty="0">
                <a:solidFill>
                  <a:srgbClr val="E0E0E0"/>
                </a:solidFill>
              </a:rPr>
              <a:t> 즉각적인 조작 반응. 모든 선택지가 자유롭게 활성화됨.</a:t>
            </a:r>
            <a:endParaRPr lang="en-US" sz="784" dirty="0"/>
          </a:p>
        </p:txBody>
      </p:sp>
      <p:sp>
        <p:nvSpPr>
          <p:cNvPr id="22" name="Shape 16"/>
          <p:cNvSpPr/>
          <p:nvPr/>
        </p:nvSpPr>
        <p:spPr>
          <a:xfrm>
            <a:off x="3200400" y="1701998"/>
            <a:ext cx="2686050" cy="1972680"/>
          </a:xfrm>
          <a:prstGeom prst="rect">
            <a:avLst/>
          </a:prstGeom>
          <a:solidFill>
            <a:srgbClr val="FFD700">
              <a:alpha val="5000"/>
            </a:srgbClr>
          </a:solidFill>
          <a:ln w="27432">
            <a:solidFill>
              <a:srgbClr val="FFD700"/>
            </a:solidFill>
            <a:prstDash val="solid"/>
          </a:ln>
        </p:spPr>
      </p:sp>
      <p:sp>
        <p:nvSpPr>
          <p:cNvPr id="23" name="Text 17"/>
          <p:cNvSpPr/>
          <p:nvPr/>
        </p:nvSpPr>
        <p:spPr>
          <a:xfrm>
            <a:off x="3362334" y="1844873"/>
            <a:ext cx="2362209" cy="321469"/>
          </a:xfrm>
          <a:prstGeom prst="rect">
            <a:avLst/>
          </a:prstGeom>
          <a:noFill/>
          <a:ln/>
        </p:spPr>
        <p:txBody>
          <a:bodyPr wrap="square" lIns="0" tIns="0" rIns="0" bIns="68072" rtlCol="0" anchor="t">
            <a:spAutoFit/>
          </a:bodyPr>
          <a:lstStyle/>
          <a:p>
            <a:pPr marL="0" indent="0" algn="ctr">
              <a:lnSpc>
                <a:spcPts val="1600"/>
              </a:lnSpc>
              <a:buNone/>
            </a:pPr>
            <a:r>
              <a:rPr lang="en-US" sz="1269" dirty="0">
                <a:solidFill>
                  <a:srgbClr val="FFD700"/>
                </a:solidFill>
              </a:rPr>
              <a:t>경고 (31-70%)</a:t>
            </a:r>
            <a:endParaRPr lang="en-US" sz="1269" dirty="0"/>
          </a:p>
        </p:txBody>
      </p:sp>
      <p:pic>
        <p:nvPicPr>
          <p:cNvPr id="24" name="Image 4" descr="preencoded.png"/>
          <p:cNvPicPr>
            <a:picLocks noChangeAspect="1"/>
          </p:cNvPicPr>
          <p:nvPr/>
        </p:nvPicPr>
        <p:blipFill>
          <a:blip r:embed="rId7"/>
          <a:stretch>
            <a:fillRect/>
          </a:stretch>
        </p:blipFill>
        <p:spPr>
          <a:xfrm>
            <a:off x="3362334" y="2273498"/>
            <a:ext cx="107156" cy="171450"/>
          </a:xfrm>
          <a:prstGeom prst="rect">
            <a:avLst/>
          </a:prstGeom>
        </p:spPr>
      </p:pic>
      <p:sp>
        <p:nvSpPr>
          <p:cNvPr id="25" name="Text 18"/>
          <p:cNvSpPr/>
          <p:nvPr/>
        </p:nvSpPr>
        <p:spPr>
          <a:xfrm>
            <a:off x="3555216" y="2273498"/>
            <a:ext cx="2169328" cy="328947"/>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FFD700"/>
                </a:solidFill>
              </a:rPr>
              <a:t>시각:</a:t>
            </a:r>
            <a:r>
              <a:rPr lang="en-US" sz="834" dirty="0">
                <a:solidFill>
                  <a:srgbClr val="E0E0E0"/>
                </a:solidFill>
              </a:rPr>
              <a:t> 간헐적인 화면 노이즈 발생. UI가 미세하게 흔들리기 시작함.</a:t>
            </a:r>
            <a:endParaRPr lang="en-US" sz="784" dirty="0"/>
          </a:p>
        </p:txBody>
      </p:sp>
      <p:pic>
        <p:nvPicPr>
          <p:cNvPr id="26" name="Image 5" descr="preencoded.png"/>
          <p:cNvPicPr>
            <a:picLocks noChangeAspect="1"/>
          </p:cNvPicPr>
          <p:nvPr/>
        </p:nvPicPr>
        <p:blipFill>
          <a:blip r:embed="rId8"/>
          <a:stretch>
            <a:fillRect/>
          </a:stretch>
        </p:blipFill>
        <p:spPr>
          <a:xfrm>
            <a:off x="3362334" y="2709602"/>
            <a:ext cx="125016" cy="171450"/>
          </a:xfrm>
          <a:prstGeom prst="rect">
            <a:avLst/>
          </a:prstGeom>
        </p:spPr>
      </p:pic>
      <p:sp>
        <p:nvSpPr>
          <p:cNvPr id="27" name="Text 19"/>
          <p:cNvSpPr/>
          <p:nvPr/>
        </p:nvSpPr>
        <p:spPr>
          <a:xfrm>
            <a:off x="3573075" y="2709602"/>
            <a:ext cx="2151469" cy="328947"/>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FFD700"/>
                </a:solidFill>
              </a:rPr>
              <a:t>청각:</a:t>
            </a:r>
            <a:r>
              <a:rPr lang="en-US" sz="834" dirty="0">
                <a:solidFill>
                  <a:srgbClr val="E0E0E0"/>
                </a:solidFill>
              </a:rPr>
              <a:t> 음악에 미세한 노이즈 삽입. 불협화음이 섞인 멜로디로 변화.</a:t>
            </a:r>
            <a:endParaRPr lang="en-US" sz="784" dirty="0"/>
          </a:p>
        </p:txBody>
      </p:sp>
      <p:pic>
        <p:nvPicPr>
          <p:cNvPr id="28" name="Image 6" descr="preencoded.png"/>
          <p:cNvPicPr>
            <a:picLocks noChangeAspect="1"/>
          </p:cNvPicPr>
          <p:nvPr/>
        </p:nvPicPr>
        <p:blipFill>
          <a:blip r:embed="rId9"/>
          <a:stretch>
            <a:fillRect/>
          </a:stretch>
        </p:blipFill>
        <p:spPr>
          <a:xfrm>
            <a:off x="3362334" y="3145706"/>
            <a:ext cx="142875" cy="171450"/>
          </a:xfrm>
          <a:prstGeom prst="rect">
            <a:avLst/>
          </a:prstGeom>
        </p:spPr>
      </p:pic>
      <p:sp>
        <p:nvSpPr>
          <p:cNvPr id="29" name="Text 20"/>
          <p:cNvSpPr/>
          <p:nvPr/>
        </p:nvSpPr>
        <p:spPr>
          <a:xfrm>
            <a:off x="3590934" y="3145706"/>
            <a:ext cx="2133609" cy="328947"/>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FFD700"/>
                </a:solidFill>
              </a:rPr>
              <a:t>플레이:</a:t>
            </a:r>
            <a:r>
              <a:rPr lang="en-US" sz="834" dirty="0">
                <a:solidFill>
                  <a:srgbClr val="E0E0E0"/>
                </a:solidFill>
              </a:rPr>
              <a:t> 조작 시 미세한 지연 발생. 특정 선택지가 흐릿하게 보임.</a:t>
            </a:r>
            <a:endParaRPr lang="en-US" sz="784" dirty="0"/>
          </a:p>
        </p:txBody>
      </p:sp>
      <p:sp>
        <p:nvSpPr>
          <p:cNvPr id="30" name="Shape 21"/>
          <p:cNvSpPr/>
          <p:nvPr/>
        </p:nvSpPr>
        <p:spPr>
          <a:xfrm>
            <a:off x="6010294" y="1701998"/>
            <a:ext cx="2705109" cy="1972680"/>
          </a:xfrm>
          <a:prstGeom prst="rect">
            <a:avLst/>
          </a:prstGeom>
          <a:solidFill>
            <a:srgbClr val="FF69B4">
              <a:alpha val="5000"/>
            </a:srgbClr>
          </a:solidFill>
          <a:ln w="27432">
            <a:solidFill>
              <a:srgbClr val="FF69B4"/>
            </a:solidFill>
            <a:prstDash val="solid"/>
          </a:ln>
        </p:spPr>
      </p:sp>
      <p:sp>
        <p:nvSpPr>
          <p:cNvPr id="31" name="Text 22"/>
          <p:cNvSpPr/>
          <p:nvPr/>
        </p:nvSpPr>
        <p:spPr>
          <a:xfrm>
            <a:off x="6191231" y="1844873"/>
            <a:ext cx="2381241" cy="321469"/>
          </a:xfrm>
          <a:prstGeom prst="rect">
            <a:avLst/>
          </a:prstGeom>
          <a:noFill/>
          <a:ln/>
        </p:spPr>
        <p:txBody>
          <a:bodyPr wrap="square" lIns="0" tIns="0" rIns="0" bIns="68072" rtlCol="0" anchor="t">
            <a:spAutoFit/>
          </a:bodyPr>
          <a:lstStyle/>
          <a:p>
            <a:pPr marL="0" indent="0" algn="ctr">
              <a:lnSpc>
                <a:spcPts val="1600"/>
              </a:lnSpc>
              <a:buNone/>
            </a:pPr>
            <a:r>
              <a:rPr lang="en-US" sz="1269" dirty="0">
                <a:solidFill>
                  <a:srgbClr val="FF69B4"/>
                </a:solidFill>
              </a:rPr>
              <a:t>임계 (71-100%)</a:t>
            </a:r>
            <a:endParaRPr lang="en-US" sz="1269" dirty="0"/>
          </a:p>
        </p:txBody>
      </p:sp>
      <p:pic>
        <p:nvPicPr>
          <p:cNvPr id="32" name="Image 7" descr="preencoded.png"/>
          <p:cNvPicPr>
            <a:picLocks noChangeAspect="1"/>
          </p:cNvPicPr>
          <p:nvPr/>
        </p:nvPicPr>
        <p:blipFill>
          <a:blip r:embed="rId10"/>
          <a:stretch>
            <a:fillRect/>
          </a:stretch>
        </p:blipFill>
        <p:spPr>
          <a:xfrm>
            <a:off x="6191231" y="2273498"/>
            <a:ext cx="160734" cy="171450"/>
          </a:xfrm>
          <a:prstGeom prst="rect">
            <a:avLst/>
          </a:prstGeom>
        </p:spPr>
      </p:pic>
      <p:sp>
        <p:nvSpPr>
          <p:cNvPr id="33" name="Text 23"/>
          <p:cNvSpPr/>
          <p:nvPr/>
        </p:nvSpPr>
        <p:spPr>
          <a:xfrm>
            <a:off x="6437691" y="2273498"/>
            <a:ext cx="2134781" cy="328947"/>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FFD700"/>
                </a:solidFill>
              </a:rPr>
              <a:t>시각:</a:t>
            </a:r>
            <a:r>
              <a:rPr lang="en-US" sz="834" dirty="0">
                <a:solidFill>
                  <a:srgbClr val="E0E0E0"/>
                </a:solidFill>
              </a:rPr>
              <a:t> 강한 색수차 및 글리치 효과. 화면 전체가 붉게 점멸함.</a:t>
            </a:r>
            <a:endParaRPr lang="en-US" sz="784" dirty="0"/>
          </a:p>
        </p:txBody>
      </p:sp>
      <p:pic>
        <p:nvPicPr>
          <p:cNvPr id="34" name="Image 8" descr="preencoded.png"/>
          <p:cNvPicPr>
            <a:picLocks noChangeAspect="1"/>
          </p:cNvPicPr>
          <p:nvPr/>
        </p:nvPicPr>
        <p:blipFill>
          <a:blip r:embed="rId11"/>
          <a:stretch>
            <a:fillRect/>
          </a:stretch>
        </p:blipFill>
        <p:spPr>
          <a:xfrm>
            <a:off x="6191231" y="2709602"/>
            <a:ext cx="107156" cy="171450"/>
          </a:xfrm>
          <a:prstGeom prst="rect">
            <a:avLst/>
          </a:prstGeom>
        </p:spPr>
      </p:pic>
      <p:sp>
        <p:nvSpPr>
          <p:cNvPr id="35" name="Text 24"/>
          <p:cNvSpPr/>
          <p:nvPr/>
        </p:nvSpPr>
        <p:spPr>
          <a:xfrm>
            <a:off x="6384113" y="2709602"/>
            <a:ext cx="2188359" cy="328947"/>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FFD700"/>
                </a:solidFill>
              </a:rPr>
              <a:t>청각:</a:t>
            </a:r>
            <a:r>
              <a:rPr lang="en-US" sz="834" dirty="0">
                <a:solidFill>
                  <a:srgbClr val="E0E0E0"/>
                </a:solidFill>
              </a:rPr>
              <a:t> 기괴하게 왜곡된 사운드. 환청과 같은 효과음이 반복됨.</a:t>
            </a:r>
            <a:endParaRPr lang="en-US" sz="784" dirty="0"/>
          </a:p>
        </p:txBody>
      </p:sp>
      <p:pic>
        <p:nvPicPr>
          <p:cNvPr id="36" name="Image 9" descr="preencoded.png"/>
          <p:cNvPicPr>
            <a:picLocks noChangeAspect="1"/>
          </p:cNvPicPr>
          <p:nvPr/>
        </p:nvPicPr>
        <p:blipFill>
          <a:blip r:embed="rId12"/>
          <a:stretch>
            <a:fillRect/>
          </a:stretch>
        </p:blipFill>
        <p:spPr>
          <a:xfrm>
            <a:off x="6191231" y="3145706"/>
            <a:ext cx="142875" cy="171450"/>
          </a:xfrm>
          <a:prstGeom prst="rect">
            <a:avLst/>
          </a:prstGeom>
        </p:spPr>
      </p:pic>
      <p:sp>
        <p:nvSpPr>
          <p:cNvPr id="37" name="Text 25"/>
          <p:cNvSpPr/>
          <p:nvPr/>
        </p:nvSpPr>
        <p:spPr>
          <a:xfrm>
            <a:off x="6419831" y="3145706"/>
            <a:ext cx="2152641" cy="328947"/>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FFD700"/>
                </a:solidFill>
              </a:rPr>
              <a:t>플레이:</a:t>
            </a:r>
            <a:r>
              <a:rPr lang="en-US" sz="834" dirty="0">
                <a:solidFill>
                  <a:srgbClr val="E0E0E0"/>
                </a:solidFill>
              </a:rPr>
              <a:t> 조작 불능 상태 빈번 발생. '거절' 선택지가 강제로 차단됨.</a:t>
            </a:r>
            <a:endParaRPr lang="en-US" sz="784"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349010" cy="544711"/>
          </a:xfrm>
          <a:prstGeom prst="rect">
            <a:avLst/>
          </a:prstGeom>
          <a:solidFill>
            <a:srgbClr val="FFFFFF"/>
          </a:solidFill>
          <a:ln w="27432">
            <a:solidFill>
              <a:srgbClr val="000000"/>
            </a:solidFill>
            <a:prstDash val="solid"/>
          </a:ln>
        </p:spPr>
      </p:sp>
      <p:sp>
        <p:nvSpPr>
          <p:cNvPr id="4" name="Text 1"/>
          <p:cNvSpPr/>
          <p:nvPr/>
        </p:nvSpPr>
        <p:spPr>
          <a:xfrm>
            <a:off x="642938" y="342900"/>
            <a:ext cx="1863235"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설계: 선택과 해석</a:t>
            </a:r>
            <a:endParaRPr lang="en-US" sz="1808" dirty="0"/>
          </a:p>
        </p:txBody>
      </p:sp>
      <p:sp>
        <p:nvSpPr>
          <p:cNvPr id="5" name="Shape 2"/>
          <p:cNvSpPr/>
          <p:nvPr/>
        </p:nvSpPr>
        <p:spPr>
          <a:xfrm>
            <a:off x="428625" y="987623"/>
            <a:ext cx="8286750" cy="600075"/>
          </a:xfrm>
          <a:prstGeom prst="rect">
            <a:avLst/>
          </a:prstGeom>
          <a:solidFill>
            <a:srgbClr val="FFD700">
              <a:alpha val="10000"/>
            </a:srgbClr>
          </a:solidFill>
          <a:ln/>
        </p:spPr>
      </p:sp>
      <p:sp>
        <p:nvSpPr>
          <p:cNvPr id="6" name="Shape 3"/>
          <p:cNvSpPr/>
          <p:nvPr/>
        </p:nvSpPr>
        <p:spPr>
          <a:xfrm>
            <a:off x="428625" y="987623"/>
            <a:ext cx="42863" cy="600075"/>
          </a:xfrm>
          <a:prstGeom prst="rect">
            <a:avLst/>
          </a:prstGeom>
          <a:solidFill>
            <a:srgbClr val="FFD700"/>
          </a:solidFill>
          <a:ln/>
        </p:spPr>
      </p:sp>
      <p:sp>
        <p:nvSpPr>
          <p:cNvPr id="7" name="Text 4"/>
          <p:cNvSpPr/>
          <p:nvPr/>
        </p:nvSpPr>
        <p:spPr>
          <a:xfrm>
            <a:off x="428625" y="987623"/>
            <a:ext cx="8286750" cy="600075"/>
          </a:xfrm>
          <a:prstGeom prst="rect">
            <a:avLst/>
          </a:prstGeom>
          <a:noFill/>
          <a:ln/>
        </p:spPr>
        <p:txBody>
          <a:bodyPr wrap="square" lIns="127508" tIns="127508" rIns="127508" bIns="127508" rtlCol="0" anchor="t">
            <a:spAutoFit/>
          </a:bodyPr>
          <a:lstStyle/>
          <a:p>
            <a:pPr marL="0" indent="0" algn="l">
              <a:lnSpc>
                <a:spcPts val="1500"/>
              </a:lnSpc>
              <a:buNone/>
            </a:pPr>
            <a:r>
              <a:rPr lang="en-US" sz="885" b="1" dirty="0">
                <a:solidFill>
                  <a:srgbClr val="FFD700"/>
                </a:solidFill>
              </a:rPr>
              <a:t>자아 마모도 연동 시스템:</a:t>
            </a:r>
            <a:r>
              <a:rPr lang="en-US" sz="942" dirty="0">
                <a:solidFill>
                  <a:srgbClr val="FFFFFF"/>
                </a:solidFill>
              </a:rPr>
              <a:t> 주인공의 심리적 소모 상태에 따라 </a:t>
            </a:r>
            <a:r>
              <a:rPr lang="en-US" sz="885" b="1" dirty="0">
                <a:solidFill>
                  <a:srgbClr val="FFD700"/>
                </a:solidFill>
              </a:rPr>
              <a:t>내면 독백</a:t>
            </a:r>
            <a:r>
              <a:rPr lang="en-US" sz="942" dirty="0">
                <a:solidFill>
                  <a:srgbClr val="FFFFFF"/>
                </a:solidFill>
              </a:rPr>
              <a:t>과 </a:t>
            </a:r>
            <a:r>
              <a:rPr lang="en-US" sz="885" b="1" dirty="0">
                <a:solidFill>
                  <a:srgbClr val="FFD700"/>
                </a:solidFill>
              </a:rPr>
              <a:t>외부 선택지</a:t>
            </a:r>
            <a:r>
              <a:rPr lang="en-US" sz="942" dirty="0">
                <a:solidFill>
                  <a:srgbClr val="FFFFFF"/>
                </a:solidFill>
              </a:rPr>
              <a:t>가 실시간으로 변화하여 플레이어에게 주인공의 심리 변화를 직접적으로 전달합니다.</a:t>
            </a:r>
            <a:endParaRPr lang="en-US" sz="885" dirty="0"/>
          </a:p>
        </p:txBody>
      </p:sp>
      <p:sp>
        <p:nvSpPr>
          <p:cNvPr id="8" name="Shape 5"/>
          <p:cNvSpPr/>
          <p:nvPr/>
        </p:nvSpPr>
        <p:spPr>
          <a:xfrm>
            <a:off x="428625" y="1802011"/>
            <a:ext cx="4036219" cy="2728913"/>
          </a:xfrm>
          <a:prstGeom prst="rect">
            <a:avLst/>
          </a:prstGeom>
          <a:solidFill>
            <a:srgbClr val="FFFFFF">
              <a:alpha val="5000"/>
            </a:srgbClr>
          </a:solidFill>
          <a:ln w="27432">
            <a:solidFill>
              <a:srgbClr val="00CED1"/>
            </a:solidFill>
            <a:prstDash val="solid"/>
          </a:ln>
        </p:spPr>
      </p:sp>
      <p:pic>
        <p:nvPicPr>
          <p:cNvPr id="9" name="Image 1" descr="preencoded.png"/>
          <p:cNvPicPr>
            <a:picLocks noChangeAspect="1"/>
          </p:cNvPicPr>
          <p:nvPr/>
        </p:nvPicPr>
        <p:blipFill>
          <a:blip r:embed="rId4"/>
          <a:stretch>
            <a:fillRect/>
          </a:stretch>
        </p:blipFill>
        <p:spPr>
          <a:xfrm>
            <a:off x="571500" y="1993106"/>
            <a:ext cx="171450" cy="171450"/>
          </a:xfrm>
          <a:prstGeom prst="rect">
            <a:avLst/>
          </a:prstGeom>
        </p:spPr>
      </p:pic>
      <p:sp>
        <p:nvSpPr>
          <p:cNvPr id="10" name="Text 6"/>
          <p:cNvSpPr/>
          <p:nvPr/>
        </p:nvSpPr>
        <p:spPr>
          <a:xfrm>
            <a:off x="742950" y="1960959"/>
            <a:ext cx="1560044" cy="233958"/>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00CED1"/>
                </a:solidFill>
              </a:rPr>
              <a:t>낮은 마모도 (0~30%)</a:t>
            </a:r>
            <a:endParaRPr lang="en-US" sz="1269" dirty="0"/>
          </a:p>
        </p:txBody>
      </p:sp>
      <p:sp>
        <p:nvSpPr>
          <p:cNvPr id="11" name="Shape 7"/>
          <p:cNvSpPr/>
          <p:nvPr/>
        </p:nvSpPr>
        <p:spPr>
          <a:xfrm>
            <a:off x="3407569" y="2012752"/>
            <a:ext cx="885825" cy="114300"/>
          </a:xfrm>
          <a:prstGeom prst="rect">
            <a:avLst/>
          </a:prstGeom>
          <a:solidFill>
            <a:srgbClr val="333333"/>
          </a:solidFill>
          <a:ln w="18288">
            <a:solidFill>
              <a:srgbClr val="FFFFFF"/>
            </a:solidFill>
            <a:prstDash val="solid"/>
          </a:ln>
        </p:spPr>
      </p:sp>
      <p:sp>
        <p:nvSpPr>
          <p:cNvPr id="12" name="Shape 8"/>
          <p:cNvSpPr/>
          <p:nvPr/>
        </p:nvSpPr>
        <p:spPr>
          <a:xfrm>
            <a:off x="571500" y="2387798"/>
            <a:ext cx="3721894" cy="1114425"/>
          </a:xfrm>
          <a:prstGeom prst="rect">
            <a:avLst/>
          </a:prstGeom>
          <a:solidFill>
            <a:srgbClr val="000000"/>
          </a:solidFill>
          <a:ln w="18288">
            <a:solidFill>
              <a:srgbClr val="FFFFFF"/>
            </a:solidFill>
            <a:prstDash val="solid"/>
          </a:ln>
        </p:spPr>
      </p:sp>
      <p:sp>
        <p:nvSpPr>
          <p:cNvPr id="13" name="Text 9"/>
          <p:cNvSpPr/>
          <p:nvPr/>
        </p:nvSpPr>
        <p:spPr>
          <a:xfrm>
            <a:off x="678656" y="2494955"/>
            <a:ext cx="3507581"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D700"/>
                </a:solidFill>
              </a:rPr>
              <a:t>차한해 (독백)</a:t>
            </a:r>
            <a:endParaRPr lang="en-US" sz="942" dirty="0"/>
          </a:p>
        </p:txBody>
      </p:sp>
      <p:sp>
        <p:nvSpPr>
          <p:cNvPr id="14" name="Text 10"/>
          <p:cNvSpPr/>
          <p:nvPr/>
        </p:nvSpPr>
        <p:spPr>
          <a:xfrm>
            <a:off x="678656" y="2741414"/>
            <a:ext cx="3507581" cy="400050"/>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FFFFFF"/>
                </a:solidFill>
              </a:rPr>
              <a:t>"마을 사람들이 나를 믿고 있어. 조금 힘들지만 도와드리는 게 맞겠지."</a:t>
            </a:r>
            <a:endParaRPr lang="en-US" sz="1050" dirty="0"/>
          </a:p>
        </p:txBody>
      </p:sp>
      <p:sp>
        <p:nvSpPr>
          <p:cNvPr id="15" name="Shape 11"/>
          <p:cNvSpPr/>
          <p:nvPr/>
        </p:nvSpPr>
        <p:spPr>
          <a:xfrm>
            <a:off x="571500" y="3566517"/>
            <a:ext cx="3721894" cy="332184"/>
          </a:xfrm>
          <a:prstGeom prst="rect">
            <a:avLst/>
          </a:prstGeom>
          <a:solidFill>
            <a:srgbClr val="FFD700"/>
          </a:solidFill>
          <a:ln w="18288">
            <a:solidFill>
              <a:srgbClr val="000000"/>
            </a:solidFill>
            <a:prstDash val="solid"/>
          </a:ln>
        </p:spPr>
      </p:sp>
      <p:sp>
        <p:nvSpPr>
          <p:cNvPr id="16" name="Text 12"/>
          <p:cNvSpPr/>
          <p:nvPr/>
        </p:nvSpPr>
        <p:spPr>
          <a:xfrm>
            <a:off x="571500" y="3566517"/>
            <a:ext cx="3721894" cy="332184"/>
          </a:xfrm>
          <a:prstGeom prst="rect">
            <a:avLst/>
          </a:prstGeom>
          <a:noFill/>
          <a:ln/>
        </p:spPr>
        <p:txBody>
          <a:bodyPr wrap="square" lIns="127508" tIns="68072" rIns="127508" bIns="68072" rtlCol="0" anchor="t">
            <a:spAutoFit/>
          </a:bodyPr>
          <a:lstStyle/>
          <a:p>
            <a:pPr marL="0" indent="0" algn="l">
              <a:lnSpc>
                <a:spcPts val="1200"/>
              </a:lnSpc>
              <a:buNone/>
            </a:pPr>
            <a:r>
              <a:rPr lang="en-US" sz="942" dirty="0">
                <a:solidFill>
                  <a:srgbClr val="1A0D2E"/>
                </a:solidFill>
              </a:rPr>
              <a:t>▶ 네, 제가 도와드릴게요.</a:t>
            </a:r>
            <a:endParaRPr lang="en-US" sz="942" dirty="0"/>
          </a:p>
        </p:txBody>
      </p:sp>
      <p:sp>
        <p:nvSpPr>
          <p:cNvPr id="17" name="Shape 13"/>
          <p:cNvSpPr/>
          <p:nvPr/>
        </p:nvSpPr>
        <p:spPr>
          <a:xfrm>
            <a:off x="571500" y="3927277"/>
            <a:ext cx="3721894" cy="332184"/>
          </a:xfrm>
          <a:prstGeom prst="rect">
            <a:avLst/>
          </a:prstGeom>
          <a:solidFill>
            <a:srgbClr val="FFFFFF">
              <a:alpha val="10000"/>
            </a:srgbClr>
          </a:solidFill>
          <a:ln w="18288">
            <a:solidFill>
              <a:srgbClr val="FFFFFF"/>
            </a:solidFill>
            <a:prstDash val="solid"/>
          </a:ln>
        </p:spPr>
      </p:sp>
      <p:sp>
        <p:nvSpPr>
          <p:cNvPr id="18" name="Text 14"/>
          <p:cNvSpPr/>
          <p:nvPr/>
        </p:nvSpPr>
        <p:spPr>
          <a:xfrm>
            <a:off x="571500" y="3927277"/>
            <a:ext cx="3721894" cy="332184"/>
          </a:xfrm>
          <a:prstGeom prst="rect">
            <a:avLst/>
          </a:prstGeom>
          <a:noFill/>
          <a:ln/>
        </p:spPr>
        <p:txBody>
          <a:bodyPr wrap="square" lIns="127508" tIns="68072" rIns="127508" bIns="68072" rtlCol="0" anchor="t">
            <a:spAutoFit/>
          </a:bodyPr>
          <a:lstStyle/>
          <a:p>
            <a:pPr marL="0" indent="0" algn="l">
              <a:lnSpc>
                <a:spcPts val="1200"/>
              </a:lnSpc>
              <a:buNone/>
            </a:pPr>
            <a:r>
              <a:rPr lang="en-US" sz="942" dirty="0">
                <a:solidFill>
                  <a:srgbClr val="FFFFFF"/>
                </a:solidFill>
              </a:rPr>
              <a:t>□ 죄송하지만 지금은 어려워요.</a:t>
            </a:r>
            <a:endParaRPr lang="en-US" sz="942" dirty="0"/>
          </a:p>
        </p:txBody>
      </p:sp>
      <p:sp>
        <p:nvSpPr>
          <p:cNvPr id="19" name="Shape 15"/>
          <p:cNvSpPr/>
          <p:nvPr/>
        </p:nvSpPr>
        <p:spPr>
          <a:xfrm>
            <a:off x="4650581" y="1802011"/>
            <a:ext cx="4064794" cy="2728913"/>
          </a:xfrm>
          <a:prstGeom prst="rect">
            <a:avLst/>
          </a:prstGeom>
          <a:solidFill>
            <a:srgbClr val="FF69B4">
              <a:alpha val="5000"/>
            </a:srgbClr>
          </a:solidFill>
          <a:ln w="27432">
            <a:solidFill>
              <a:srgbClr val="FF69B4"/>
            </a:solidFill>
            <a:prstDash val="solid"/>
          </a:ln>
        </p:spPr>
      </p:sp>
      <p:pic>
        <p:nvPicPr>
          <p:cNvPr id="20" name="Image 2" descr="preencoded.png"/>
          <p:cNvPicPr>
            <a:picLocks noChangeAspect="1"/>
          </p:cNvPicPr>
          <p:nvPr/>
        </p:nvPicPr>
        <p:blipFill>
          <a:blip r:embed="rId5"/>
          <a:stretch>
            <a:fillRect/>
          </a:stretch>
        </p:blipFill>
        <p:spPr>
          <a:xfrm>
            <a:off x="4822031" y="1993106"/>
            <a:ext cx="171450" cy="171450"/>
          </a:xfrm>
          <a:prstGeom prst="rect">
            <a:avLst/>
          </a:prstGeom>
        </p:spPr>
      </p:pic>
      <p:sp>
        <p:nvSpPr>
          <p:cNvPr id="21" name="Text 16"/>
          <p:cNvSpPr/>
          <p:nvPr/>
        </p:nvSpPr>
        <p:spPr>
          <a:xfrm>
            <a:off x="4993481" y="1960959"/>
            <a:ext cx="1756163" cy="233958"/>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69B4"/>
                </a:solidFill>
              </a:rPr>
              <a:t>높은 마모도 (70~100%)</a:t>
            </a:r>
            <a:endParaRPr lang="en-US" sz="1269" dirty="0"/>
          </a:p>
        </p:txBody>
      </p:sp>
      <p:sp>
        <p:nvSpPr>
          <p:cNvPr id="22" name="Shape 17"/>
          <p:cNvSpPr/>
          <p:nvPr/>
        </p:nvSpPr>
        <p:spPr>
          <a:xfrm>
            <a:off x="7686675" y="2012752"/>
            <a:ext cx="885825" cy="114300"/>
          </a:xfrm>
          <a:prstGeom prst="rect">
            <a:avLst/>
          </a:prstGeom>
          <a:solidFill>
            <a:srgbClr val="333333"/>
          </a:solidFill>
          <a:ln w="18288">
            <a:solidFill>
              <a:srgbClr val="FFFFFF"/>
            </a:solidFill>
            <a:prstDash val="solid"/>
          </a:ln>
        </p:spPr>
      </p:sp>
      <p:sp>
        <p:nvSpPr>
          <p:cNvPr id="23" name="Shape 18"/>
          <p:cNvSpPr/>
          <p:nvPr/>
        </p:nvSpPr>
        <p:spPr>
          <a:xfrm>
            <a:off x="4822031" y="2387798"/>
            <a:ext cx="3750469" cy="1114425"/>
          </a:xfrm>
          <a:prstGeom prst="rect">
            <a:avLst/>
          </a:prstGeom>
          <a:solidFill>
            <a:srgbClr val="000000"/>
          </a:solidFill>
          <a:ln w="18288">
            <a:solidFill>
              <a:srgbClr val="FF69B4"/>
            </a:solidFill>
            <a:prstDash val="solid"/>
          </a:ln>
        </p:spPr>
      </p:sp>
      <p:sp>
        <p:nvSpPr>
          <p:cNvPr id="24" name="Text 19"/>
          <p:cNvSpPr/>
          <p:nvPr/>
        </p:nvSpPr>
        <p:spPr>
          <a:xfrm>
            <a:off x="4929188" y="2494955"/>
            <a:ext cx="3536156"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D700"/>
                </a:solidFill>
              </a:rPr>
              <a:t>차한해 (독백)</a:t>
            </a:r>
            <a:endParaRPr lang="en-US" sz="942" dirty="0"/>
          </a:p>
        </p:txBody>
      </p:sp>
      <p:sp>
        <p:nvSpPr>
          <p:cNvPr id="25" name="Text 20"/>
          <p:cNvSpPr/>
          <p:nvPr/>
        </p:nvSpPr>
        <p:spPr>
          <a:xfrm>
            <a:off x="4929188" y="2741414"/>
            <a:ext cx="3536156" cy="400050"/>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FF69B4"/>
                </a:solidFill>
              </a:rPr>
              <a:t>"왜 다들 나한테만... 숨이 막혀. 그냥 다 사라져 버렸으면 좋겠어."</a:t>
            </a:r>
            <a:endParaRPr lang="en-US" sz="1050" dirty="0"/>
          </a:p>
        </p:txBody>
      </p:sp>
      <p:sp>
        <p:nvSpPr>
          <p:cNvPr id="26" name="Shape 21"/>
          <p:cNvSpPr/>
          <p:nvPr/>
        </p:nvSpPr>
        <p:spPr>
          <a:xfrm>
            <a:off x="4822031" y="3566517"/>
            <a:ext cx="3750469" cy="332184"/>
          </a:xfrm>
          <a:prstGeom prst="rect">
            <a:avLst/>
          </a:prstGeom>
          <a:solidFill>
            <a:srgbClr val="FF69B4"/>
          </a:solidFill>
          <a:ln w="18288">
            <a:solidFill>
              <a:srgbClr val="000000"/>
            </a:solidFill>
            <a:prstDash val="solid"/>
          </a:ln>
        </p:spPr>
      </p:sp>
      <p:sp>
        <p:nvSpPr>
          <p:cNvPr id="27" name="Text 22"/>
          <p:cNvSpPr/>
          <p:nvPr/>
        </p:nvSpPr>
        <p:spPr>
          <a:xfrm>
            <a:off x="4822031" y="3566517"/>
            <a:ext cx="3750469" cy="332184"/>
          </a:xfrm>
          <a:prstGeom prst="rect">
            <a:avLst/>
          </a:prstGeom>
          <a:noFill/>
          <a:ln/>
        </p:spPr>
        <p:txBody>
          <a:bodyPr wrap="square" lIns="127508" tIns="68072" rIns="127508" bIns="68072" rtlCol="0" anchor="t">
            <a:spAutoFit/>
          </a:bodyPr>
          <a:lstStyle/>
          <a:p>
            <a:pPr marL="0" indent="0" algn="l">
              <a:lnSpc>
                <a:spcPts val="1200"/>
              </a:lnSpc>
              <a:buNone/>
            </a:pPr>
            <a:r>
              <a:rPr lang="en-US" sz="942" dirty="0">
                <a:solidFill>
                  <a:srgbClr val="FFFFFF"/>
                </a:solidFill>
              </a:rPr>
              <a:t>▶ 알겠어요, 하면 되잖아요. (강제)</a:t>
            </a:r>
            <a:endParaRPr lang="en-US" sz="942" dirty="0"/>
          </a:p>
        </p:txBody>
      </p:sp>
      <p:sp>
        <p:nvSpPr>
          <p:cNvPr id="28" name="Shape 23"/>
          <p:cNvSpPr/>
          <p:nvPr/>
        </p:nvSpPr>
        <p:spPr>
          <a:xfrm>
            <a:off x="4822031" y="3927277"/>
            <a:ext cx="3750469" cy="332184"/>
          </a:xfrm>
          <a:prstGeom prst="rect">
            <a:avLst/>
          </a:prstGeom>
          <a:solidFill>
            <a:srgbClr val="FFFFFF">
              <a:alpha val="5000"/>
            </a:srgbClr>
          </a:solidFill>
          <a:ln w="18288">
            <a:solidFill>
              <a:srgbClr val="FF69B4">
                <a:alpha val="50000"/>
              </a:srgbClr>
            </a:solidFill>
            <a:prstDash val="solid"/>
          </a:ln>
        </p:spPr>
      </p:sp>
      <p:sp>
        <p:nvSpPr>
          <p:cNvPr id="29" name="Text 24"/>
          <p:cNvSpPr/>
          <p:nvPr/>
        </p:nvSpPr>
        <p:spPr>
          <a:xfrm>
            <a:off x="4822031" y="3927277"/>
            <a:ext cx="3750469" cy="332184"/>
          </a:xfrm>
          <a:prstGeom prst="rect">
            <a:avLst/>
          </a:prstGeom>
          <a:noFill/>
          <a:ln/>
        </p:spPr>
        <p:txBody>
          <a:bodyPr wrap="square" lIns="127508" tIns="68072" rIns="127508" bIns="68072" rtlCol="0" anchor="t">
            <a:spAutoFit/>
          </a:bodyPr>
          <a:lstStyle/>
          <a:p>
            <a:pPr marL="0" indent="0" algn="l">
              <a:lnSpc>
                <a:spcPts val="1200"/>
              </a:lnSpc>
              <a:buNone/>
            </a:pPr>
            <a:r>
              <a:rPr lang="en-US" sz="942" strike="sngStrike" dirty="0">
                <a:solidFill>
                  <a:srgbClr val="FF69B4">
                    <a:alpha val="50000"/>
                  </a:srgbClr>
                </a:solidFill>
              </a:rPr>
              <a:t>□ [거절 불가]</a:t>
            </a:r>
            <a:endParaRPr lang="en-US" sz="942"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112429" cy="544711"/>
          </a:xfrm>
          <a:prstGeom prst="rect">
            <a:avLst/>
          </a:prstGeom>
          <a:solidFill>
            <a:srgbClr val="FFFFFF"/>
          </a:solidFill>
          <a:ln w="27432">
            <a:solidFill>
              <a:srgbClr val="000000"/>
            </a:solidFill>
            <a:prstDash val="solid"/>
          </a:ln>
        </p:spPr>
      </p:sp>
      <p:sp>
        <p:nvSpPr>
          <p:cNvPr id="4" name="Text 1"/>
          <p:cNvSpPr/>
          <p:nvPr/>
        </p:nvSpPr>
        <p:spPr>
          <a:xfrm>
            <a:off x="642938" y="342900"/>
            <a:ext cx="1626654"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설계: 결말 전개</a:t>
            </a:r>
            <a:endParaRPr lang="en-US" sz="1808" dirty="0"/>
          </a:p>
        </p:txBody>
      </p:sp>
      <p:sp>
        <p:nvSpPr>
          <p:cNvPr id="5" name="Shape 2"/>
          <p:cNvSpPr/>
          <p:nvPr/>
        </p:nvSpPr>
        <p:spPr>
          <a:xfrm>
            <a:off x="428625" y="1059061"/>
            <a:ext cx="2619384" cy="3771900"/>
          </a:xfrm>
          <a:prstGeom prst="rect">
            <a:avLst/>
          </a:prstGeom>
          <a:solidFill>
            <a:srgbClr val="000000">
              <a:alpha val="50000"/>
            </a:srgbClr>
          </a:solidFill>
          <a:ln w="27432">
            <a:solidFill>
              <a:srgbClr val="FFD700"/>
            </a:solidFill>
            <a:prstDash val="solid"/>
          </a:ln>
        </p:spPr>
      </p:sp>
      <p:sp>
        <p:nvSpPr>
          <p:cNvPr id="6" name="Shape 3"/>
          <p:cNvSpPr/>
          <p:nvPr/>
        </p:nvSpPr>
        <p:spPr>
          <a:xfrm>
            <a:off x="1412063" y="1201936"/>
            <a:ext cx="614363" cy="614363"/>
          </a:xfrm>
          <a:prstGeom prst="rect">
            <a:avLst/>
          </a:prstGeom>
          <a:solidFill>
            <a:srgbClr val="222222"/>
          </a:solidFill>
          <a:ln w="18288">
            <a:solidFill>
              <a:srgbClr val="FFD700"/>
            </a:solidFill>
            <a:prstDash val="solid"/>
          </a:ln>
        </p:spPr>
      </p:sp>
      <p:pic>
        <p:nvPicPr>
          <p:cNvPr id="7" name="Image 1" descr="preencoded.png"/>
          <p:cNvPicPr>
            <a:picLocks noChangeAspect="1"/>
          </p:cNvPicPr>
          <p:nvPr/>
        </p:nvPicPr>
        <p:blipFill>
          <a:blip r:embed="rId4"/>
          <a:stretch>
            <a:fillRect/>
          </a:stretch>
        </p:blipFill>
        <p:spPr>
          <a:xfrm>
            <a:off x="1576369" y="1344811"/>
            <a:ext cx="285750" cy="285750"/>
          </a:xfrm>
          <a:prstGeom prst="rect">
            <a:avLst/>
          </a:prstGeom>
        </p:spPr>
      </p:pic>
      <p:sp>
        <p:nvSpPr>
          <p:cNvPr id="8" name="Text 4"/>
          <p:cNvSpPr/>
          <p:nvPr/>
        </p:nvSpPr>
        <p:spPr>
          <a:xfrm>
            <a:off x="571500" y="1916311"/>
            <a:ext cx="2295516" cy="375047"/>
          </a:xfrm>
          <a:prstGeom prst="rect">
            <a:avLst/>
          </a:prstGeom>
          <a:noFill/>
          <a:ln/>
        </p:spPr>
        <p:txBody>
          <a:bodyPr wrap="square" lIns="0" tIns="0" rIns="0" bIns="85090" rtlCol="0" anchor="t">
            <a:spAutoFit/>
          </a:bodyPr>
          <a:lstStyle/>
          <a:p>
            <a:pPr marL="0" indent="0" algn="ctr">
              <a:lnSpc>
                <a:spcPts val="1900"/>
              </a:lnSpc>
              <a:buNone/>
            </a:pPr>
            <a:r>
              <a:rPr lang="en-US" sz="1397" b="1" dirty="0">
                <a:solidFill>
                  <a:srgbClr val="FFD700"/>
                </a:solidFill>
              </a:rPr>
              <a:t>자아의 빛</a:t>
            </a:r>
            <a:endParaRPr lang="en-US" sz="1397" dirty="0"/>
          </a:p>
        </p:txBody>
      </p:sp>
      <p:sp>
        <p:nvSpPr>
          <p:cNvPr id="9" name="Shape 5"/>
          <p:cNvSpPr/>
          <p:nvPr/>
        </p:nvSpPr>
        <p:spPr>
          <a:xfrm>
            <a:off x="1108035" y="2398514"/>
            <a:ext cx="1222446" cy="221456"/>
          </a:xfrm>
          <a:prstGeom prst="rect">
            <a:avLst/>
          </a:prstGeom>
          <a:solidFill>
            <a:srgbClr val="FFD700"/>
          </a:solidFill>
          <a:ln w="18288">
            <a:solidFill>
              <a:srgbClr val="000000"/>
            </a:solidFill>
            <a:prstDash val="solid"/>
          </a:ln>
        </p:spPr>
      </p:sp>
      <p:sp>
        <p:nvSpPr>
          <p:cNvPr id="10" name="Text 6"/>
          <p:cNvSpPr/>
          <p:nvPr/>
        </p:nvSpPr>
        <p:spPr>
          <a:xfrm>
            <a:off x="1108035" y="2398514"/>
            <a:ext cx="1222446" cy="221456"/>
          </a:xfrm>
          <a:prstGeom prst="rect">
            <a:avLst/>
          </a:prstGeom>
          <a:noFill/>
          <a:ln/>
        </p:spPr>
        <p:txBody>
          <a:bodyPr wrap="square" lIns="85090" tIns="17018" rIns="85090" bIns="17018" rtlCol="0" anchor="t">
            <a:spAutoFit/>
          </a:bodyPr>
          <a:lstStyle/>
          <a:p>
            <a:pPr marL="0" indent="0" algn="ctr">
              <a:lnSpc>
                <a:spcPts val="1100"/>
              </a:lnSpc>
              <a:buNone/>
            </a:pPr>
            <a:r>
              <a:rPr lang="en-US" sz="834" dirty="0">
                <a:solidFill>
                  <a:srgbClr val="000000"/>
                </a:solidFill>
              </a:rPr>
              <a:t>자아 마모도 30% 이하</a:t>
            </a:r>
            <a:endParaRPr lang="en-US" sz="834" dirty="0"/>
          </a:p>
        </p:txBody>
      </p:sp>
      <p:sp>
        <p:nvSpPr>
          <p:cNvPr id="11" name="Text 7"/>
          <p:cNvSpPr/>
          <p:nvPr/>
        </p:nvSpPr>
        <p:spPr>
          <a:xfrm>
            <a:off x="571500" y="2734270"/>
            <a:ext cx="2295516" cy="1028588"/>
          </a:xfrm>
          <a:prstGeom prst="rect">
            <a:avLst/>
          </a:prstGeom>
          <a:noFill/>
          <a:ln/>
        </p:spPr>
        <p:txBody>
          <a:bodyPr wrap="square" lIns="0" tIns="0" rIns="0" bIns="0" rtlCol="0" anchor="t">
            <a:spAutoFit/>
          </a:bodyPr>
          <a:lstStyle/>
          <a:p>
            <a:pPr marL="0" indent="0" algn="ctr">
              <a:lnSpc>
                <a:spcPts val="1600"/>
              </a:lnSpc>
              <a:buNone/>
            </a:pPr>
            <a:r>
              <a:rPr lang="en-US" sz="942" dirty="0">
                <a:solidFill>
                  <a:srgbClr val="E0E0E0"/>
                </a:solidFill>
              </a:rPr>
              <a:t>타인의 무리한 기대를 거절하고 자신의 가치를 지켜낸 결말입니다. 주인공은 '착한 아이'라는 굴레에서 벗어나 진정한 자아를 찾고, 자신만의 방식으로 세계를 재건하기 시작합니다.</a:t>
            </a:r>
            <a:endParaRPr lang="en-US" sz="942" dirty="0"/>
          </a:p>
        </p:txBody>
      </p:sp>
      <p:sp>
        <p:nvSpPr>
          <p:cNvPr id="12" name="Shape 8"/>
          <p:cNvSpPr/>
          <p:nvPr/>
        </p:nvSpPr>
        <p:spPr>
          <a:xfrm>
            <a:off x="3224203" y="1059061"/>
            <a:ext cx="2638416" cy="3771900"/>
          </a:xfrm>
          <a:prstGeom prst="rect">
            <a:avLst/>
          </a:prstGeom>
          <a:solidFill>
            <a:srgbClr val="000000">
              <a:alpha val="50000"/>
            </a:srgbClr>
          </a:solidFill>
          <a:ln w="27432">
            <a:solidFill>
              <a:srgbClr val="00CED1"/>
            </a:solidFill>
            <a:prstDash val="solid"/>
          </a:ln>
        </p:spPr>
      </p:sp>
      <p:sp>
        <p:nvSpPr>
          <p:cNvPr id="13" name="Shape 9"/>
          <p:cNvSpPr/>
          <p:nvPr/>
        </p:nvSpPr>
        <p:spPr>
          <a:xfrm>
            <a:off x="4236244" y="1201936"/>
            <a:ext cx="614363" cy="614363"/>
          </a:xfrm>
          <a:prstGeom prst="rect">
            <a:avLst/>
          </a:prstGeom>
          <a:solidFill>
            <a:srgbClr val="222222"/>
          </a:solidFill>
          <a:ln w="18288">
            <a:solidFill>
              <a:srgbClr val="00CED1"/>
            </a:solidFill>
            <a:prstDash val="solid"/>
          </a:ln>
        </p:spPr>
      </p:sp>
      <p:pic>
        <p:nvPicPr>
          <p:cNvPr id="14" name="Image 2" descr="preencoded.png"/>
          <p:cNvPicPr>
            <a:picLocks noChangeAspect="1"/>
          </p:cNvPicPr>
          <p:nvPr/>
        </p:nvPicPr>
        <p:blipFill>
          <a:blip r:embed="rId5"/>
          <a:stretch>
            <a:fillRect/>
          </a:stretch>
        </p:blipFill>
        <p:spPr>
          <a:xfrm>
            <a:off x="4364831" y="1344811"/>
            <a:ext cx="357188" cy="285750"/>
          </a:xfrm>
          <a:prstGeom prst="rect">
            <a:avLst/>
          </a:prstGeom>
        </p:spPr>
      </p:pic>
      <p:sp>
        <p:nvSpPr>
          <p:cNvPr id="15" name="Text 10"/>
          <p:cNvSpPr/>
          <p:nvPr/>
        </p:nvSpPr>
        <p:spPr>
          <a:xfrm>
            <a:off x="3386138" y="1916311"/>
            <a:ext cx="2314575" cy="375047"/>
          </a:xfrm>
          <a:prstGeom prst="rect">
            <a:avLst/>
          </a:prstGeom>
          <a:noFill/>
          <a:ln/>
        </p:spPr>
        <p:txBody>
          <a:bodyPr wrap="square" lIns="0" tIns="0" rIns="0" bIns="85090" rtlCol="0" anchor="t">
            <a:spAutoFit/>
          </a:bodyPr>
          <a:lstStyle/>
          <a:p>
            <a:pPr marL="0" indent="0" algn="ctr">
              <a:lnSpc>
                <a:spcPts val="1900"/>
              </a:lnSpc>
              <a:buNone/>
            </a:pPr>
            <a:r>
              <a:rPr lang="en-US" sz="1397" b="1" dirty="0">
                <a:solidFill>
                  <a:srgbClr val="00CED1"/>
                </a:solidFill>
              </a:rPr>
              <a:t>기대의 무게</a:t>
            </a:r>
            <a:endParaRPr lang="en-US" sz="1397" dirty="0"/>
          </a:p>
        </p:txBody>
      </p:sp>
      <p:sp>
        <p:nvSpPr>
          <p:cNvPr id="16" name="Shape 11"/>
          <p:cNvSpPr/>
          <p:nvPr/>
        </p:nvSpPr>
        <p:spPr>
          <a:xfrm>
            <a:off x="3876935" y="2398514"/>
            <a:ext cx="1332979" cy="221456"/>
          </a:xfrm>
          <a:prstGeom prst="rect">
            <a:avLst/>
          </a:prstGeom>
          <a:solidFill>
            <a:srgbClr val="00CED1"/>
          </a:solidFill>
          <a:ln w="18288">
            <a:solidFill>
              <a:srgbClr val="000000"/>
            </a:solidFill>
            <a:prstDash val="solid"/>
          </a:ln>
        </p:spPr>
      </p:sp>
      <p:sp>
        <p:nvSpPr>
          <p:cNvPr id="17" name="Text 12"/>
          <p:cNvSpPr/>
          <p:nvPr/>
        </p:nvSpPr>
        <p:spPr>
          <a:xfrm>
            <a:off x="3876935" y="2398514"/>
            <a:ext cx="1332979" cy="221456"/>
          </a:xfrm>
          <a:prstGeom prst="rect">
            <a:avLst/>
          </a:prstGeom>
          <a:noFill/>
          <a:ln/>
        </p:spPr>
        <p:txBody>
          <a:bodyPr wrap="square" lIns="85090" tIns="17018" rIns="85090" bIns="17018" rtlCol="0" anchor="t">
            <a:spAutoFit/>
          </a:bodyPr>
          <a:lstStyle/>
          <a:p>
            <a:pPr marL="0" indent="0" algn="ctr">
              <a:lnSpc>
                <a:spcPts val="1100"/>
              </a:lnSpc>
              <a:buNone/>
            </a:pPr>
            <a:r>
              <a:rPr lang="en-US" sz="834" dirty="0">
                <a:solidFill>
                  <a:srgbClr val="000000"/>
                </a:solidFill>
              </a:rPr>
              <a:t>자아 마모도 31% ~ 70%</a:t>
            </a:r>
            <a:endParaRPr lang="en-US" sz="834" dirty="0"/>
          </a:p>
        </p:txBody>
      </p:sp>
      <p:sp>
        <p:nvSpPr>
          <p:cNvPr id="18" name="Text 13"/>
          <p:cNvSpPr/>
          <p:nvPr/>
        </p:nvSpPr>
        <p:spPr>
          <a:xfrm>
            <a:off x="3386138" y="2734270"/>
            <a:ext cx="2314575" cy="1028588"/>
          </a:xfrm>
          <a:prstGeom prst="rect">
            <a:avLst/>
          </a:prstGeom>
          <a:noFill/>
          <a:ln/>
        </p:spPr>
        <p:txBody>
          <a:bodyPr wrap="square" lIns="0" tIns="0" rIns="0" bIns="0" rtlCol="0" anchor="t">
            <a:spAutoFit/>
          </a:bodyPr>
          <a:lstStyle/>
          <a:p>
            <a:pPr marL="0" indent="0" algn="ctr">
              <a:lnSpc>
                <a:spcPts val="1600"/>
              </a:lnSpc>
              <a:buNone/>
            </a:pPr>
            <a:r>
              <a:rPr lang="en-US" sz="942" dirty="0">
                <a:solidFill>
                  <a:srgbClr val="E0E0E0"/>
                </a:solidFill>
              </a:rPr>
              <a:t>타인의 기대를 짊어진 채 마을을 지켜내지만, 그 과정에서 자신의 일부를 잃어버린 결말입니다. 주인공은 여전히 '착한 영웅'으로 칭송받지만, 공허함 속에서 타인의 시선에 갇힌 삶을 이어갑니다.</a:t>
            </a:r>
            <a:endParaRPr lang="en-US" sz="942" dirty="0"/>
          </a:p>
        </p:txBody>
      </p:sp>
      <p:sp>
        <p:nvSpPr>
          <p:cNvPr id="19" name="Shape 14"/>
          <p:cNvSpPr/>
          <p:nvPr/>
        </p:nvSpPr>
        <p:spPr>
          <a:xfrm>
            <a:off x="6057900" y="1059061"/>
            <a:ext cx="2657475" cy="3771900"/>
          </a:xfrm>
          <a:prstGeom prst="rect">
            <a:avLst/>
          </a:prstGeom>
          <a:solidFill>
            <a:srgbClr val="000000">
              <a:alpha val="50000"/>
            </a:srgbClr>
          </a:solidFill>
          <a:ln w="27432">
            <a:solidFill>
              <a:srgbClr val="FF69B4"/>
            </a:solidFill>
            <a:prstDash val="solid"/>
          </a:ln>
        </p:spPr>
      </p:sp>
      <p:sp>
        <p:nvSpPr>
          <p:cNvPr id="20" name="Shape 15"/>
          <p:cNvSpPr/>
          <p:nvPr/>
        </p:nvSpPr>
        <p:spPr>
          <a:xfrm>
            <a:off x="7098516" y="1201936"/>
            <a:ext cx="614363" cy="614363"/>
          </a:xfrm>
          <a:prstGeom prst="rect">
            <a:avLst/>
          </a:prstGeom>
          <a:solidFill>
            <a:srgbClr val="222222"/>
          </a:solidFill>
          <a:ln w="18288">
            <a:solidFill>
              <a:srgbClr val="FF69B4"/>
            </a:solidFill>
            <a:prstDash val="solid"/>
          </a:ln>
        </p:spPr>
      </p:sp>
      <p:pic>
        <p:nvPicPr>
          <p:cNvPr id="21" name="Image 3" descr="preencoded.png"/>
          <p:cNvPicPr>
            <a:picLocks noChangeAspect="1"/>
          </p:cNvPicPr>
          <p:nvPr/>
        </p:nvPicPr>
        <p:blipFill>
          <a:blip r:embed="rId6"/>
          <a:stretch>
            <a:fillRect/>
          </a:stretch>
        </p:blipFill>
        <p:spPr>
          <a:xfrm>
            <a:off x="7262822" y="1344811"/>
            <a:ext cx="285750" cy="285750"/>
          </a:xfrm>
          <a:prstGeom prst="rect">
            <a:avLst/>
          </a:prstGeom>
        </p:spPr>
      </p:pic>
      <p:sp>
        <p:nvSpPr>
          <p:cNvPr id="22" name="Text 16"/>
          <p:cNvSpPr/>
          <p:nvPr/>
        </p:nvSpPr>
        <p:spPr>
          <a:xfrm>
            <a:off x="6238894" y="1916311"/>
            <a:ext cx="2333634" cy="375047"/>
          </a:xfrm>
          <a:prstGeom prst="rect">
            <a:avLst/>
          </a:prstGeom>
          <a:noFill/>
          <a:ln/>
        </p:spPr>
        <p:txBody>
          <a:bodyPr wrap="square" lIns="0" tIns="0" rIns="0" bIns="85090" rtlCol="0" anchor="t">
            <a:spAutoFit/>
          </a:bodyPr>
          <a:lstStyle/>
          <a:p>
            <a:pPr marL="0" indent="0" algn="ctr">
              <a:lnSpc>
                <a:spcPts val="1900"/>
              </a:lnSpc>
              <a:buNone/>
            </a:pPr>
            <a:r>
              <a:rPr lang="en-US" sz="1397" b="1" dirty="0">
                <a:solidFill>
                  <a:srgbClr val="FF69B4"/>
                </a:solidFill>
              </a:rPr>
              <a:t>마모된 영혼</a:t>
            </a:r>
            <a:endParaRPr lang="en-US" sz="1397" dirty="0"/>
          </a:p>
        </p:txBody>
      </p:sp>
      <p:sp>
        <p:nvSpPr>
          <p:cNvPr id="23" name="Shape 17"/>
          <p:cNvSpPr/>
          <p:nvPr/>
        </p:nvSpPr>
        <p:spPr>
          <a:xfrm>
            <a:off x="6794488" y="2398514"/>
            <a:ext cx="1222446" cy="221456"/>
          </a:xfrm>
          <a:prstGeom prst="rect">
            <a:avLst/>
          </a:prstGeom>
          <a:solidFill>
            <a:srgbClr val="FF69B4"/>
          </a:solidFill>
          <a:ln w="18288">
            <a:solidFill>
              <a:srgbClr val="000000"/>
            </a:solidFill>
            <a:prstDash val="solid"/>
          </a:ln>
        </p:spPr>
      </p:sp>
      <p:sp>
        <p:nvSpPr>
          <p:cNvPr id="24" name="Text 18"/>
          <p:cNvSpPr/>
          <p:nvPr/>
        </p:nvSpPr>
        <p:spPr>
          <a:xfrm>
            <a:off x="6794488" y="2398514"/>
            <a:ext cx="1222446" cy="221456"/>
          </a:xfrm>
          <a:prstGeom prst="rect">
            <a:avLst/>
          </a:prstGeom>
          <a:noFill/>
          <a:ln/>
        </p:spPr>
        <p:txBody>
          <a:bodyPr wrap="square" lIns="85090" tIns="17018" rIns="85090" bIns="17018" rtlCol="0" anchor="t">
            <a:spAutoFit/>
          </a:bodyPr>
          <a:lstStyle/>
          <a:p>
            <a:pPr marL="0" indent="0" algn="ctr">
              <a:lnSpc>
                <a:spcPts val="1100"/>
              </a:lnSpc>
              <a:buNone/>
            </a:pPr>
            <a:r>
              <a:rPr lang="en-US" sz="834" dirty="0">
                <a:solidFill>
                  <a:srgbClr val="000000"/>
                </a:solidFill>
              </a:rPr>
              <a:t>자아 마모도 71% 이상</a:t>
            </a:r>
            <a:endParaRPr lang="en-US" sz="834" dirty="0"/>
          </a:p>
        </p:txBody>
      </p:sp>
      <p:sp>
        <p:nvSpPr>
          <p:cNvPr id="25" name="Text 19"/>
          <p:cNvSpPr/>
          <p:nvPr/>
        </p:nvSpPr>
        <p:spPr>
          <a:xfrm>
            <a:off x="6238894" y="2734270"/>
            <a:ext cx="2333634" cy="1028588"/>
          </a:xfrm>
          <a:prstGeom prst="rect">
            <a:avLst/>
          </a:prstGeom>
          <a:noFill/>
          <a:ln/>
        </p:spPr>
        <p:txBody>
          <a:bodyPr wrap="square" lIns="0" tIns="0" rIns="0" bIns="0" rtlCol="0" anchor="t">
            <a:spAutoFit/>
          </a:bodyPr>
          <a:lstStyle/>
          <a:p>
            <a:pPr marL="0" indent="0" algn="ctr">
              <a:lnSpc>
                <a:spcPts val="1600"/>
              </a:lnSpc>
              <a:buNone/>
            </a:pPr>
            <a:r>
              <a:rPr lang="en-US" sz="942" dirty="0">
                <a:solidFill>
                  <a:srgbClr val="E0E0E0"/>
                </a:solidFill>
              </a:rPr>
              <a:t>끊임없는 요구와 압박에 자아가 완전히 마모되어버린 결말입니다. 주인공은 자신의 의지를 잃고 타인의 기대를 수행하는 기계적인 도구로 전락하며, 결국 세계의 시스템 속으로 흡수되어 사라집니다.</a:t>
            </a:r>
            <a:endParaRPr lang="en-US" sz="942"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372953" cy="544711"/>
          </a:xfrm>
          <a:prstGeom prst="rect">
            <a:avLst/>
          </a:prstGeom>
          <a:solidFill>
            <a:srgbClr val="FFFFFF"/>
          </a:solidFill>
          <a:ln w="27432">
            <a:solidFill>
              <a:srgbClr val="000000"/>
            </a:solidFill>
            <a:prstDash val="solid"/>
          </a:ln>
        </p:spPr>
      </p:sp>
      <p:sp>
        <p:nvSpPr>
          <p:cNvPr id="4" name="Text 1"/>
          <p:cNvSpPr/>
          <p:nvPr/>
        </p:nvSpPr>
        <p:spPr>
          <a:xfrm>
            <a:off x="642938" y="342900"/>
            <a:ext cx="1887178"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분석: SWOT 분석</a:t>
            </a:r>
            <a:endParaRPr lang="en-US" sz="1808" dirty="0"/>
          </a:p>
        </p:txBody>
      </p:sp>
      <p:sp>
        <p:nvSpPr>
          <p:cNvPr id="5" name="Shape 2"/>
          <p:cNvSpPr/>
          <p:nvPr/>
        </p:nvSpPr>
        <p:spPr>
          <a:xfrm>
            <a:off x="428625" y="987623"/>
            <a:ext cx="4100513" cy="1943100"/>
          </a:xfrm>
          <a:prstGeom prst="rect">
            <a:avLst/>
          </a:prstGeom>
          <a:solidFill>
            <a:srgbClr val="FFFFFF">
              <a:alpha val="5000"/>
            </a:srgbClr>
          </a:solidFill>
          <a:ln w="27432">
            <a:solidFill>
              <a:srgbClr val="00CED1"/>
            </a:solidFill>
            <a:prstDash val="solid"/>
          </a:ln>
        </p:spPr>
      </p:sp>
      <p:sp>
        <p:nvSpPr>
          <p:cNvPr id="6" name="Text 3"/>
          <p:cNvSpPr/>
          <p:nvPr/>
        </p:nvSpPr>
        <p:spPr>
          <a:xfrm>
            <a:off x="542925" y="1159966"/>
            <a:ext cx="1156562"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D700"/>
                </a:solidFill>
              </a:rPr>
              <a:t>STRENGTHS</a:t>
            </a:r>
            <a:endParaRPr lang="en-US" sz="1397" dirty="0"/>
          </a:p>
        </p:txBody>
      </p:sp>
      <p:sp>
        <p:nvSpPr>
          <p:cNvPr id="7" name="Text 4"/>
          <p:cNvSpPr/>
          <p:nvPr/>
        </p:nvSpPr>
        <p:spPr>
          <a:xfrm>
            <a:off x="4257368" y="1101923"/>
            <a:ext cx="157469" cy="389334"/>
          </a:xfrm>
          <a:prstGeom prst="rect">
            <a:avLst/>
          </a:prstGeom>
          <a:noFill/>
          <a:ln/>
        </p:spPr>
        <p:txBody>
          <a:bodyPr wrap="none" lIns="0" tIns="0" rIns="0" bIns="0" rtlCol="0" anchor="t">
            <a:spAutoFit/>
          </a:bodyPr>
          <a:lstStyle/>
          <a:p>
            <a:pPr marL="0" indent="0" algn="l">
              <a:lnSpc>
                <a:spcPts val="2700"/>
              </a:lnSpc>
              <a:buNone/>
            </a:pPr>
            <a:r>
              <a:rPr lang="en-US" sz="2016" b="1" dirty="0">
                <a:solidFill>
                  <a:srgbClr val="FFFFFF">
                    <a:alpha val="30000"/>
                  </a:srgbClr>
                </a:solidFill>
              </a:rPr>
              <a:t>S</a:t>
            </a:r>
            <a:endParaRPr lang="en-US" sz="2016" dirty="0"/>
          </a:p>
        </p:txBody>
      </p:sp>
      <p:pic>
        <p:nvPicPr>
          <p:cNvPr id="8" name="Image 1" descr="preencoded.png"/>
          <p:cNvPicPr>
            <a:picLocks noChangeAspect="1"/>
          </p:cNvPicPr>
          <p:nvPr/>
        </p:nvPicPr>
        <p:blipFill>
          <a:blip r:embed="rId4"/>
          <a:stretch>
            <a:fillRect/>
          </a:stretch>
        </p:blipFill>
        <p:spPr>
          <a:xfrm>
            <a:off x="542925" y="1691283"/>
            <a:ext cx="75009" cy="85725"/>
          </a:xfrm>
          <a:prstGeom prst="rect">
            <a:avLst/>
          </a:prstGeom>
        </p:spPr>
      </p:pic>
      <p:sp>
        <p:nvSpPr>
          <p:cNvPr id="9" name="Text 5"/>
          <p:cNvSpPr/>
          <p:nvPr/>
        </p:nvSpPr>
        <p:spPr>
          <a:xfrm>
            <a:off x="689372" y="1648420"/>
            <a:ext cx="2321021"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FFFFFF"/>
                </a:solidFill>
              </a:rPr>
              <a:t>'자아 마모도'라는 독창적인 심리적 메커니즘</a:t>
            </a:r>
            <a:endParaRPr lang="en-US" sz="942" dirty="0"/>
          </a:p>
        </p:txBody>
      </p:sp>
      <p:pic>
        <p:nvPicPr>
          <p:cNvPr id="10" name="Image 2" descr="preencoded.png"/>
          <p:cNvPicPr>
            <a:picLocks noChangeAspect="1"/>
          </p:cNvPicPr>
          <p:nvPr/>
        </p:nvPicPr>
        <p:blipFill>
          <a:blip r:embed="rId5"/>
          <a:stretch>
            <a:fillRect/>
          </a:stretch>
        </p:blipFill>
        <p:spPr>
          <a:xfrm>
            <a:off x="542925" y="1968438"/>
            <a:ext cx="75009" cy="85725"/>
          </a:xfrm>
          <a:prstGeom prst="rect">
            <a:avLst/>
          </a:prstGeom>
        </p:spPr>
      </p:pic>
      <p:sp>
        <p:nvSpPr>
          <p:cNvPr id="11" name="Text 6"/>
          <p:cNvSpPr/>
          <p:nvPr/>
        </p:nvSpPr>
        <p:spPr>
          <a:xfrm>
            <a:off x="689372" y="1925575"/>
            <a:ext cx="2296576"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FFFFFF"/>
                </a:solidFill>
              </a:rPr>
              <a:t>감성적이고 몰입감 높은 고퀄리티 픽셀 아트</a:t>
            </a:r>
            <a:endParaRPr lang="en-US" sz="942" dirty="0"/>
          </a:p>
        </p:txBody>
      </p:sp>
      <p:pic>
        <p:nvPicPr>
          <p:cNvPr id="12" name="Image 3" descr="preencoded.png"/>
          <p:cNvPicPr>
            <a:picLocks noChangeAspect="1"/>
          </p:cNvPicPr>
          <p:nvPr/>
        </p:nvPicPr>
        <p:blipFill>
          <a:blip r:embed="rId6"/>
          <a:stretch>
            <a:fillRect/>
          </a:stretch>
        </p:blipFill>
        <p:spPr>
          <a:xfrm>
            <a:off x="542925" y="2245593"/>
            <a:ext cx="75009" cy="85725"/>
          </a:xfrm>
          <a:prstGeom prst="rect">
            <a:avLst/>
          </a:prstGeom>
        </p:spPr>
      </p:pic>
      <p:sp>
        <p:nvSpPr>
          <p:cNvPr id="13" name="Text 7"/>
          <p:cNvSpPr/>
          <p:nvPr/>
        </p:nvSpPr>
        <p:spPr>
          <a:xfrm>
            <a:off x="689372" y="2202731"/>
            <a:ext cx="2178286"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FFFFFF"/>
                </a:solidFill>
              </a:rPr>
              <a:t>철학적 메시지를 담은 깊이 있는 내러티브</a:t>
            </a:r>
            <a:endParaRPr lang="en-US" sz="942" dirty="0"/>
          </a:p>
        </p:txBody>
      </p:sp>
      <p:sp>
        <p:nvSpPr>
          <p:cNvPr id="14" name="Shape 8"/>
          <p:cNvSpPr/>
          <p:nvPr/>
        </p:nvSpPr>
        <p:spPr>
          <a:xfrm>
            <a:off x="4614863" y="987623"/>
            <a:ext cx="4100513" cy="1943100"/>
          </a:xfrm>
          <a:prstGeom prst="rect">
            <a:avLst/>
          </a:prstGeom>
          <a:solidFill>
            <a:srgbClr val="FFFFFF">
              <a:alpha val="5000"/>
            </a:srgbClr>
          </a:solidFill>
          <a:ln w="27432">
            <a:solidFill>
              <a:srgbClr val="FF69B4"/>
            </a:solidFill>
            <a:prstDash val="solid"/>
          </a:ln>
        </p:spPr>
      </p:sp>
      <p:sp>
        <p:nvSpPr>
          <p:cNvPr id="15" name="Text 9"/>
          <p:cNvSpPr/>
          <p:nvPr/>
        </p:nvSpPr>
        <p:spPr>
          <a:xfrm>
            <a:off x="4729163" y="1159966"/>
            <a:ext cx="1293577"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9B4"/>
                </a:solidFill>
              </a:rPr>
              <a:t>WEAKNESSES</a:t>
            </a:r>
            <a:endParaRPr lang="en-US" sz="1397" dirty="0"/>
          </a:p>
        </p:txBody>
      </p:sp>
      <p:sp>
        <p:nvSpPr>
          <p:cNvPr id="16" name="Text 10"/>
          <p:cNvSpPr/>
          <p:nvPr/>
        </p:nvSpPr>
        <p:spPr>
          <a:xfrm>
            <a:off x="8324729" y="1101923"/>
            <a:ext cx="276346" cy="389334"/>
          </a:xfrm>
          <a:prstGeom prst="rect">
            <a:avLst/>
          </a:prstGeom>
          <a:noFill/>
          <a:ln/>
        </p:spPr>
        <p:txBody>
          <a:bodyPr wrap="none" lIns="0" tIns="0" rIns="0" bIns="0" rtlCol="0" anchor="t">
            <a:spAutoFit/>
          </a:bodyPr>
          <a:lstStyle/>
          <a:p>
            <a:pPr marL="0" indent="0" algn="l">
              <a:lnSpc>
                <a:spcPts val="2700"/>
              </a:lnSpc>
              <a:buNone/>
            </a:pPr>
            <a:r>
              <a:rPr lang="en-US" sz="2016" b="1" dirty="0">
                <a:solidFill>
                  <a:srgbClr val="FFFFFF">
                    <a:alpha val="30000"/>
                  </a:srgbClr>
                </a:solidFill>
              </a:rPr>
              <a:t>W</a:t>
            </a:r>
            <a:endParaRPr lang="en-US" sz="2016" dirty="0"/>
          </a:p>
        </p:txBody>
      </p:sp>
      <p:pic>
        <p:nvPicPr>
          <p:cNvPr id="17" name="Image 4" descr="preencoded.png"/>
          <p:cNvPicPr>
            <a:picLocks noChangeAspect="1"/>
          </p:cNvPicPr>
          <p:nvPr/>
        </p:nvPicPr>
        <p:blipFill>
          <a:blip r:embed="rId7"/>
          <a:stretch>
            <a:fillRect/>
          </a:stretch>
        </p:blipFill>
        <p:spPr>
          <a:xfrm>
            <a:off x="4729163" y="1691283"/>
            <a:ext cx="75009" cy="85725"/>
          </a:xfrm>
          <a:prstGeom prst="rect">
            <a:avLst/>
          </a:prstGeom>
        </p:spPr>
      </p:pic>
      <p:sp>
        <p:nvSpPr>
          <p:cNvPr id="18" name="Text 11"/>
          <p:cNvSpPr/>
          <p:nvPr/>
        </p:nvSpPr>
        <p:spPr>
          <a:xfrm>
            <a:off x="4875609" y="1648420"/>
            <a:ext cx="1674735"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FFFFFF"/>
                </a:solidFill>
              </a:rPr>
              <a:t>신규 IP로서의 낮은 시장 인지도</a:t>
            </a:r>
            <a:endParaRPr lang="en-US" sz="942" dirty="0"/>
          </a:p>
        </p:txBody>
      </p:sp>
      <p:pic>
        <p:nvPicPr>
          <p:cNvPr id="19" name="Image 5" descr="preencoded.png"/>
          <p:cNvPicPr>
            <a:picLocks noChangeAspect="1"/>
          </p:cNvPicPr>
          <p:nvPr/>
        </p:nvPicPr>
        <p:blipFill>
          <a:blip r:embed="rId8"/>
          <a:stretch>
            <a:fillRect/>
          </a:stretch>
        </p:blipFill>
        <p:spPr>
          <a:xfrm>
            <a:off x="4729163" y="1968438"/>
            <a:ext cx="75009" cy="85725"/>
          </a:xfrm>
          <a:prstGeom prst="rect">
            <a:avLst/>
          </a:prstGeom>
        </p:spPr>
      </p:pic>
      <p:sp>
        <p:nvSpPr>
          <p:cNvPr id="20" name="Text 12"/>
          <p:cNvSpPr/>
          <p:nvPr/>
        </p:nvSpPr>
        <p:spPr>
          <a:xfrm>
            <a:off x="4875609" y="1925575"/>
            <a:ext cx="2093426"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FFFFFF"/>
                </a:solidFill>
              </a:rPr>
              <a:t>소규모 팀의 한정된 개발 리소스 및 예산</a:t>
            </a:r>
            <a:endParaRPr lang="en-US" sz="942" dirty="0"/>
          </a:p>
        </p:txBody>
      </p:sp>
      <p:pic>
        <p:nvPicPr>
          <p:cNvPr id="21" name="Image 6" descr="preencoded.png"/>
          <p:cNvPicPr>
            <a:picLocks noChangeAspect="1"/>
          </p:cNvPicPr>
          <p:nvPr/>
        </p:nvPicPr>
        <p:blipFill>
          <a:blip r:embed="rId9"/>
          <a:stretch>
            <a:fillRect/>
          </a:stretch>
        </p:blipFill>
        <p:spPr>
          <a:xfrm>
            <a:off x="4729163" y="2245593"/>
            <a:ext cx="75009" cy="85725"/>
          </a:xfrm>
          <a:prstGeom prst="rect">
            <a:avLst/>
          </a:prstGeom>
        </p:spPr>
      </p:pic>
      <p:sp>
        <p:nvSpPr>
          <p:cNvPr id="22" name="Text 13"/>
          <p:cNvSpPr/>
          <p:nvPr/>
        </p:nvSpPr>
        <p:spPr>
          <a:xfrm>
            <a:off x="4875609" y="2202731"/>
            <a:ext cx="2414894"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FFFFFF"/>
                </a:solidFill>
              </a:rPr>
              <a:t>내러티브 중심 장르의 상대적으로 좁은 타겟층</a:t>
            </a:r>
            <a:endParaRPr lang="en-US" sz="942" dirty="0"/>
          </a:p>
        </p:txBody>
      </p:sp>
      <p:sp>
        <p:nvSpPr>
          <p:cNvPr id="23" name="Shape 14"/>
          <p:cNvSpPr/>
          <p:nvPr/>
        </p:nvSpPr>
        <p:spPr>
          <a:xfrm>
            <a:off x="428625" y="2959298"/>
            <a:ext cx="4100513" cy="1943100"/>
          </a:xfrm>
          <a:prstGeom prst="rect">
            <a:avLst/>
          </a:prstGeom>
          <a:solidFill>
            <a:srgbClr val="FFFFFF">
              <a:alpha val="5000"/>
            </a:srgbClr>
          </a:solidFill>
          <a:ln w="27432">
            <a:solidFill>
              <a:srgbClr val="FFD700"/>
            </a:solidFill>
            <a:prstDash val="solid"/>
          </a:ln>
        </p:spPr>
      </p:sp>
      <p:sp>
        <p:nvSpPr>
          <p:cNvPr id="24" name="Text 15"/>
          <p:cNvSpPr/>
          <p:nvPr/>
        </p:nvSpPr>
        <p:spPr>
          <a:xfrm>
            <a:off x="542925" y="3131641"/>
            <a:ext cx="1625008"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D700"/>
                </a:solidFill>
              </a:rPr>
              <a:t>OPPORTUNITIES</a:t>
            </a:r>
            <a:endParaRPr lang="en-US" sz="1397" dirty="0"/>
          </a:p>
        </p:txBody>
      </p:sp>
      <p:sp>
        <p:nvSpPr>
          <p:cNvPr id="25" name="Text 16"/>
          <p:cNvSpPr/>
          <p:nvPr/>
        </p:nvSpPr>
        <p:spPr>
          <a:xfrm>
            <a:off x="4187354" y="3073598"/>
            <a:ext cx="227484" cy="389334"/>
          </a:xfrm>
          <a:prstGeom prst="rect">
            <a:avLst/>
          </a:prstGeom>
          <a:noFill/>
          <a:ln/>
        </p:spPr>
        <p:txBody>
          <a:bodyPr wrap="none" lIns="0" tIns="0" rIns="0" bIns="0" rtlCol="0" anchor="t">
            <a:spAutoFit/>
          </a:bodyPr>
          <a:lstStyle/>
          <a:p>
            <a:pPr marL="0" indent="0" algn="l">
              <a:lnSpc>
                <a:spcPts val="2700"/>
              </a:lnSpc>
              <a:buNone/>
            </a:pPr>
            <a:r>
              <a:rPr lang="en-US" sz="2016" b="1" dirty="0">
                <a:solidFill>
                  <a:srgbClr val="FFFFFF">
                    <a:alpha val="30000"/>
                  </a:srgbClr>
                </a:solidFill>
              </a:rPr>
              <a:t>O</a:t>
            </a:r>
            <a:endParaRPr lang="en-US" sz="2016" dirty="0"/>
          </a:p>
        </p:txBody>
      </p:sp>
      <p:pic>
        <p:nvPicPr>
          <p:cNvPr id="26" name="Image 7" descr="preencoded.png"/>
          <p:cNvPicPr>
            <a:picLocks noChangeAspect="1"/>
          </p:cNvPicPr>
          <p:nvPr/>
        </p:nvPicPr>
        <p:blipFill>
          <a:blip r:embed="rId10"/>
          <a:stretch>
            <a:fillRect/>
          </a:stretch>
        </p:blipFill>
        <p:spPr>
          <a:xfrm>
            <a:off x="542925" y="3662958"/>
            <a:ext cx="64294" cy="85725"/>
          </a:xfrm>
          <a:prstGeom prst="rect">
            <a:avLst/>
          </a:prstGeom>
        </p:spPr>
      </p:pic>
      <p:sp>
        <p:nvSpPr>
          <p:cNvPr id="27" name="Text 17"/>
          <p:cNvSpPr/>
          <p:nvPr/>
        </p:nvSpPr>
        <p:spPr>
          <a:xfrm>
            <a:off x="678656" y="3620095"/>
            <a:ext cx="2059995"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FFFFFF"/>
                </a:solidFill>
              </a:rPr>
              <a:t>글로벌 인디 게임 시장의 지속적인 성장</a:t>
            </a:r>
            <a:endParaRPr lang="en-US" sz="942" dirty="0"/>
          </a:p>
        </p:txBody>
      </p:sp>
      <p:pic>
        <p:nvPicPr>
          <p:cNvPr id="28" name="Image 8" descr="preencoded.png"/>
          <p:cNvPicPr>
            <a:picLocks noChangeAspect="1"/>
          </p:cNvPicPr>
          <p:nvPr/>
        </p:nvPicPr>
        <p:blipFill>
          <a:blip r:embed="rId11"/>
          <a:stretch>
            <a:fillRect/>
          </a:stretch>
        </p:blipFill>
        <p:spPr>
          <a:xfrm>
            <a:off x="542925" y="3940113"/>
            <a:ext cx="64294" cy="85725"/>
          </a:xfrm>
          <a:prstGeom prst="rect">
            <a:avLst/>
          </a:prstGeom>
        </p:spPr>
      </p:pic>
      <p:sp>
        <p:nvSpPr>
          <p:cNvPr id="29" name="Text 18"/>
          <p:cNvSpPr/>
          <p:nvPr/>
        </p:nvSpPr>
        <p:spPr>
          <a:xfrm>
            <a:off x="678656" y="3897250"/>
            <a:ext cx="2246179"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FFFFFF"/>
                </a:solidFill>
              </a:rPr>
              <a:t>스팀, 콘솔 등 인디 친화적 플랫폼의 활성화</a:t>
            </a:r>
            <a:endParaRPr lang="en-US" sz="942" dirty="0"/>
          </a:p>
        </p:txBody>
      </p:sp>
      <p:pic>
        <p:nvPicPr>
          <p:cNvPr id="30" name="Image 9" descr="preencoded.png"/>
          <p:cNvPicPr>
            <a:picLocks noChangeAspect="1"/>
          </p:cNvPicPr>
          <p:nvPr/>
        </p:nvPicPr>
        <p:blipFill>
          <a:blip r:embed="rId12"/>
          <a:stretch>
            <a:fillRect/>
          </a:stretch>
        </p:blipFill>
        <p:spPr>
          <a:xfrm>
            <a:off x="542925" y="4217268"/>
            <a:ext cx="64294" cy="85725"/>
          </a:xfrm>
          <a:prstGeom prst="rect">
            <a:avLst/>
          </a:prstGeom>
        </p:spPr>
      </p:pic>
      <p:sp>
        <p:nvSpPr>
          <p:cNvPr id="31" name="Text 19"/>
          <p:cNvSpPr/>
          <p:nvPr/>
        </p:nvSpPr>
        <p:spPr>
          <a:xfrm>
            <a:off x="678656" y="4174406"/>
            <a:ext cx="2600046"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FFFFFF"/>
                </a:solidFill>
              </a:rPr>
              <a:t>독특한 아트 스타일 게임에 대한 유저 선호도 증가</a:t>
            </a:r>
            <a:endParaRPr lang="en-US" sz="942" dirty="0"/>
          </a:p>
        </p:txBody>
      </p:sp>
      <p:sp>
        <p:nvSpPr>
          <p:cNvPr id="32" name="Shape 20"/>
          <p:cNvSpPr/>
          <p:nvPr/>
        </p:nvSpPr>
        <p:spPr>
          <a:xfrm>
            <a:off x="4614863" y="2959298"/>
            <a:ext cx="4100513" cy="1943100"/>
          </a:xfrm>
          <a:prstGeom prst="rect">
            <a:avLst/>
          </a:prstGeom>
          <a:solidFill>
            <a:srgbClr val="FFFFFF">
              <a:alpha val="5000"/>
            </a:srgbClr>
          </a:solidFill>
          <a:ln w="27432">
            <a:solidFill>
              <a:srgbClr val="FF69B4"/>
            </a:solidFill>
            <a:prstDash val="solid"/>
          </a:ln>
        </p:spPr>
      </p:sp>
      <p:sp>
        <p:nvSpPr>
          <p:cNvPr id="33" name="Text 21"/>
          <p:cNvSpPr/>
          <p:nvPr/>
        </p:nvSpPr>
        <p:spPr>
          <a:xfrm>
            <a:off x="4729163" y="3131641"/>
            <a:ext cx="862915"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69B4"/>
                </a:solidFill>
              </a:rPr>
              <a:t>THREATS</a:t>
            </a:r>
            <a:endParaRPr lang="en-US" sz="1397" dirty="0"/>
          </a:p>
        </p:txBody>
      </p:sp>
      <p:sp>
        <p:nvSpPr>
          <p:cNvPr id="34" name="Text 22"/>
          <p:cNvSpPr/>
          <p:nvPr/>
        </p:nvSpPr>
        <p:spPr>
          <a:xfrm>
            <a:off x="8435625" y="3073598"/>
            <a:ext cx="165450" cy="389334"/>
          </a:xfrm>
          <a:prstGeom prst="rect">
            <a:avLst/>
          </a:prstGeom>
          <a:noFill/>
          <a:ln/>
        </p:spPr>
        <p:txBody>
          <a:bodyPr wrap="none" lIns="0" tIns="0" rIns="0" bIns="0" rtlCol="0" anchor="t">
            <a:spAutoFit/>
          </a:bodyPr>
          <a:lstStyle/>
          <a:p>
            <a:pPr marL="0" indent="0" algn="l">
              <a:lnSpc>
                <a:spcPts val="2700"/>
              </a:lnSpc>
              <a:buNone/>
            </a:pPr>
            <a:r>
              <a:rPr lang="en-US" sz="2016" b="1" dirty="0">
                <a:solidFill>
                  <a:srgbClr val="FFFFFF">
                    <a:alpha val="30000"/>
                  </a:srgbClr>
                </a:solidFill>
              </a:rPr>
              <a:t>T</a:t>
            </a:r>
            <a:endParaRPr lang="en-US" sz="2016" dirty="0"/>
          </a:p>
        </p:txBody>
      </p:sp>
      <p:pic>
        <p:nvPicPr>
          <p:cNvPr id="35" name="Image 10" descr="preencoded.png"/>
          <p:cNvPicPr>
            <a:picLocks noChangeAspect="1"/>
          </p:cNvPicPr>
          <p:nvPr/>
        </p:nvPicPr>
        <p:blipFill>
          <a:blip r:embed="rId13"/>
          <a:stretch>
            <a:fillRect/>
          </a:stretch>
        </p:blipFill>
        <p:spPr>
          <a:xfrm>
            <a:off x="4729163" y="3662958"/>
            <a:ext cx="85725" cy="85725"/>
          </a:xfrm>
          <a:prstGeom prst="rect">
            <a:avLst/>
          </a:prstGeom>
        </p:spPr>
      </p:pic>
      <p:sp>
        <p:nvSpPr>
          <p:cNvPr id="36" name="Text 23"/>
          <p:cNvSpPr/>
          <p:nvPr/>
        </p:nvSpPr>
        <p:spPr>
          <a:xfrm>
            <a:off x="4886325" y="3620095"/>
            <a:ext cx="1956076"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FFFFFF"/>
                </a:solidFill>
              </a:rPr>
              <a:t>유사한 감성/장르의 경쟁작 대거 출시</a:t>
            </a:r>
            <a:endParaRPr lang="en-US" sz="942" dirty="0"/>
          </a:p>
        </p:txBody>
      </p:sp>
      <p:pic>
        <p:nvPicPr>
          <p:cNvPr id="37" name="Image 11" descr="preencoded.png"/>
          <p:cNvPicPr>
            <a:picLocks noChangeAspect="1"/>
          </p:cNvPicPr>
          <p:nvPr/>
        </p:nvPicPr>
        <p:blipFill>
          <a:blip r:embed="rId14"/>
          <a:stretch>
            <a:fillRect/>
          </a:stretch>
        </p:blipFill>
        <p:spPr>
          <a:xfrm>
            <a:off x="4729163" y="3940113"/>
            <a:ext cx="85725" cy="85725"/>
          </a:xfrm>
          <a:prstGeom prst="rect">
            <a:avLst/>
          </a:prstGeom>
        </p:spPr>
      </p:pic>
      <p:sp>
        <p:nvSpPr>
          <p:cNvPr id="38" name="Text 24"/>
          <p:cNvSpPr/>
          <p:nvPr/>
        </p:nvSpPr>
        <p:spPr>
          <a:xfrm>
            <a:off x="4886325" y="3897250"/>
            <a:ext cx="1941677"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FFFFFF"/>
                </a:solidFill>
              </a:rPr>
              <a:t>빠르게 변화하는 유저 트렌드 및 취향</a:t>
            </a:r>
            <a:endParaRPr lang="en-US" sz="942" dirty="0"/>
          </a:p>
        </p:txBody>
      </p:sp>
      <p:pic>
        <p:nvPicPr>
          <p:cNvPr id="39" name="Image 12" descr="preencoded.png"/>
          <p:cNvPicPr>
            <a:picLocks noChangeAspect="1"/>
          </p:cNvPicPr>
          <p:nvPr/>
        </p:nvPicPr>
        <p:blipFill>
          <a:blip r:embed="rId15"/>
          <a:stretch>
            <a:fillRect/>
          </a:stretch>
        </p:blipFill>
        <p:spPr>
          <a:xfrm>
            <a:off x="4729163" y="4217268"/>
            <a:ext cx="85725" cy="85725"/>
          </a:xfrm>
          <a:prstGeom prst="rect">
            <a:avLst/>
          </a:prstGeom>
        </p:spPr>
      </p:pic>
      <p:sp>
        <p:nvSpPr>
          <p:cNvPr id="40" name="Text 25"/>
          <p:cNvSpPr/>
          <p:nvPr/>
        </p:nvSpPr>
        <p:spPr>
          <a:xfrm>
            <a:off x="4886325" y="4174406"/>
            <a:ext cx="2211716"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FFFFFF"/>
                </a:solidFill>
              </a:rPr>
              <a:t>마케팅 경쟁 심화에 따른 노출 난이도 상승</a:t>
            </a:r>
            <a:endParaRPr lang="en-US" sz="942"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112429" cy="544711"/>
          </a:xfrm>
          <a:prstGeom prst="rect">
            <a:avLst/>
          </a:prstGeom>
          <a:solidFill>
            <a:srgbClr val="FFFFFF"/>
          </a:solidFill>
          <a:ln w="27432">
            <a:solidFill>
              <a:srgbClr val="000000"/>
            </a:solidFill>
            <a:prstDash val="solid"/>
          </a:ln>
        </p:spPr>
      </p:sp>
      <p:sp>
        <p:nvSpPr>
          <p:cNvPr id="4" name="Text 1"/>
          <p:cNvSpPr/>
          <p:nvPr/>
        </p:nvSpPr>
        <p:spPr>
          <a:xfrm>
            <a:off x="642938" y="342900"/>
            <a:ext cx="1626654"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분석: 타겟 분석</a:t>
            </a:r>
            <a:endParaRPr lang="en-US" sz="1808" dirty="0"/>
          </a:p>
        </p:txBody>
      </p:sp>
      <p:sp>
        <p:nvSpPr>
          <p:cNvPr id="5" name="Shape 2"/>
          <p:cNvSpPr/>
          <p:nvPr/>
        </p:nvSpPr>
        <p:spPr>
          <a:xfrm>
            <a:off x="428625" y="1059061"/>
            <a:ext cx="2619384" cy="3143250"/>
          </a:xfrm>
          <a:prstGeom prst="rect">
            <a:avLst/>
          </a:prstGeom>
          <a:solidFill>
            <a:srgbClr val="00CED1">
              <a:alpha val="5000"/>
            </a:srgbClr>
          </a:solidFill>
          <a:ln w="27432">
            <a:solidFill>
              <a:srgbClr val="00CED1"/>
            </a:solidFill>
            <a:prstDash val="solid"/>
          </a:ln>
        </p:spPr>
      </p:sp>
      <p:sp>
        <p:nvSpPr>
          <p:cNvPr id="6" name="Shape 3"/>
          <p:cNvSpPr/>
          <p:nvPr/>
        </p:nvSpPr>
        <p:spPr>
          <a:xfrm>
            <a:off x="1333481" y="1173361"/>
            <a:ext cx="771525" cy="771525"/>
          </a:xfrm>
          <a:prstGeom prst="rect">
            <a:avLst/>
          </a:prstGeom>
          <a:solidFill>
            <a:srgbClr val="000000"/>
          </a:solidFill>
          <a:ln w="27432">
            <a:solidFill>
              <a:srgbClr val="FFFFFF"/>
            </a:solidFill>
            <a:prstDash val="solid"/>
          </a:ln>
        </p:spPr>
      </p:sp>
      <p:sp>
        <p:nvSpPr>
          <p:cNvPr id="7" name="Text 4"/>
          <p:cNvSpPr/>
          <p:nvPr/>
        </p:nvSpPr>
        <p:spPr>
          <a:xfrm>
            <a:off x="542925" y="2016323"/>
            <a:ext cx="2352666" cy="342900"/>
          </a:xfrm>
          <a:prstGeom prst="rect">
            <a:avLst/>
          </a:prstGeom>
          <a:noFill/>
          <a:ln/>
        </p:spPr>
        <p:txBody>
          <a:bodyPr wrap="square" lIns="0" tIns="0" rIns="0" bIns="68072" rtlCol="0" anchor="t">
            <a:spAutoFit/>
          </a:bodyPr>
          <a:lstStyle/>
          <a:p>
            <a:pPr marL="0" indent="0" algn="ctr">
              <a:lnSpc>
                <a:spcPts val="1800"/>
              </a:lnSpc>
              <a:buNone/>
            </a:pPr>
            <a:r>
              <a:rPr lang="en-US" sz="1295" b="1" dirty="0">
                <a:solidFill>
                  <a:srgbClr val="FFD700"/>
                </a:solidFill>
              </a:rPr>
              <a:t>내러티브 탐구자</a:t>
            </a:r>
            <a:endParaRPr lang="en-US" sz="1295" dirty="0"/>
          </a:p>
        </p:txBody>
      </p:sp>
      <p:sp>
        <p:nvSpPr>
          <p:cNvPr id="8" name="Text 5"/>
          <p:cNvSpPr/>
          <p:nvPr/>
        </p:nvSpPr>
        <p:spPr>
          <a:xfrm>
            <a:off x="614363" y="2444948"/>
            <a:ext cx="2178286"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E0E0E0"/>
                </a:solidFill>
              </a:rPr>
              <a:t>깊이 있는 스토리와 철학적 메시지를 선호</a:t>
            </a:r>
            <a:endParaRPr lang="en-US" sz="942" dirty="0"/>
          </a:p>
        </p:txBody>
      </p:sp>
      <p:sp>
        <p:nvSpPr>
          <p:cNvPr id="9" name="Text 6"/>
          <p:cNvSpPr/>
          <p:nvPr/>
        </p:nvSpPr>
        <p:spPr>
          <a:xfrm>
            <a:off x="614363" y="2722104"/>
            <a:ext cx="2178286"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E0E0E0"/>
                </a:solidFill>
              </a:rPr>
              <a:t>자신의 선택이 세계에 미치는 영향에 몰입</a:t>
            </a:r>
            <a:endParaRPr lang="en-US" sz="942" dirty="0"/>
          </a:p>
        </p:txBody>
      </p:sp>
      <p:sp>
        <p:nvSpPr>
          <p:cNvPr id="10" name="Text 7"/>
          <p:cNvSpPr/>
          <p:nvPr/>
        </p:nvSpPr>
        <p:spPr>
          <a:xfrm>
            <a:off x="614363" y="2999259"/>
            <a:ext cx="2178286"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E0E0E0"/>
                </a:solidFill>
              </a:rPr>
              <a:t>멀티 엔딩을 모두 수집하려는 경향이 강함</a:t>
            </a:r>
            <a:endParaRPr lang="en-US" sz="942" dirty="0"/>
          </a:p>
        </p:txBody>
      </p:sp>
      <p:sp>
        <p:nvSpPr>
          <p:cNvPr id="11" name="Shape 8"/>
          <p:cNvSpPr/>
          <p:nvPr/>
        </p:nvSpPr>
        <p:spPr>
          <a:xfrm>
            <a:off x="3224203" y="1059061"/>
            <a:ext cx="2638416" cy="3143250"/>
          </a:xfrm>
          <a:prstGeom prst="rect">
            <a:avLst/>
          </a:prstGeom>
          <a:solidFill>
            <a:srgbClr val="FFD700">
              <a:alpha val="5000"/>
            </a:srgbClr>
          </a:solidFill>
          <a:ln w="27432">
            <a:solidFill>
              <a:srgbClr val="FFD700"/>
            </a:solidFill>
            <a:prstDash val="solid"/>
          </a:ln>
        </p:spPr>
      </p:sp>
      <p:sp>
        <p:nvSpPr>
          <p:cNvPr id="12" name="Shape 9"/>
          <p:cNvSpPr/>
          <p:nvPr/>
        </p:nvSpPr>
        <p:spPr>
          <a:xfrm>
            <a:off x="4157663" y="1173361"/>
            <a:ext cx="771525" cy="771525"/>
          </a:xfrm>
          <a:prstGeom prst="rect">
            <a:avLst/>
          </a:prstGeom>
          <a:solidFill>
            <a:srgbClr val="000000"/>
          </a:solidFill>
          <a:ln w="27432">
            <a:solidFill>
              <a:srgbClr val="FFD700"/>
            </a:solidFill>
            <a:prstDash val="solid"/>
          </a:ln>
        </p:spPr>
      </p:sp>
      <p:sp>
        <p:nvSpPr>
          <p:cNvPr id="13" name="Text 10"/>
          <p:cNvSpPr/>
          <p:nvPr/>
        </p:nvSpPr>
        <p:spPr>
          <a:xfrm>
            <a:off x="3357563" y="2016323"/>
            <a:ext cx="2371725" cy="342900"/>
          </a:xfrm>
          <a:prstGeom prst="rect">
            <a:avLst/>
          </a:prstGeom>
          <a:noFill/>
          <a:ln/>
        </p:spPr>
        <p:txBody>
          <a:bodyPr wrap="square" lIns="0" tIns="0" rIns="0" bIns="68072" rtlCol="0" anchor="t">
            <a:spAutoFit/>
          </a:bodyPr>
          <a:lstStyle/>
          <a:p>
            <a:pPr marL="0" indent="0" algn="ctr">
              <a:lnSpc>
                <a:spcPts val="1800"/>
              </a:lnSpc>
              <a:buNone/>
            </a:pPr>
            <a:r>
              <a:rPr lang="en-US" sz="1295" b="1" dirty="0">
                <a:solidFill>
                  <a:srgbClr val="FFD700"/>
                </a:solidFill>
              </a:rPr>
              <a:t>픽셀 아트 애호가</a:t>
            </a:r>
            <a:endParaRPr lang="en-US" sz="1295" dirty="0"/>
          </a:p>
        </p:txBody>
      </p:sp>
      <p:sp>
        <p:nvSpPr>
          <p:cNvPr id="14" name="Text 11"/>
          <p:cNvSpPr/>
          <p:nvPr/>
        </p:nvSpPr>
        <p:spPr>
          <a:xfrm>
            <a:off x="3429000" y="2444948"/>
            <a:ext cx="2178286"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E0E0E0"/>
                </a:solidFill>
              </a:rPr>
              <a:t>레트로 감성과 현대적 연출의 조화를 중시</a:t>
            </a:r>
            <a:endParaRPr lang="en-US" sz="942" dirty="0"/>
          </a:p>
        </p:txBody>
      </p:sp>
      <p:sp>
        <p:nvSpPr>
          <p:cNvPr id="15" name="Text 12"/>
          <p:cNvSpPr/>
          <p:nvPr/>
        </p:nvSpPr>
        <p:spPr>
          <a:xfrm>
            <a:off x="3429000" y="2722104"/>
            <a:ext cx="2296576"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E0E0E0"/>
                </a:solidFill>
              </a:rPr>
              <a:t>독창적인 비주얼 스타일의 인디 게임을 탐색</a:t>
            </a:r>
            <a:endParaRPr lang="en-US" sz="942" dirty="0"/>
          </a:p>
        </p:txBody>
      </p:sp>
      <p:sp>
        <p:nvSpPr>
          <p:cNvPr id="16" name="Text 13"/>
          <p:cNvSpPr/>
          <p:nvPr/>
        </p:nvSpPr>
        <p:spPr>
          <a:xfrm>
            <a:off x="3429000" y="2999259"/>
            <a:ext cx="2026565"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E0E0E0"/>
                </a:solidFill>
              </a:rPr>
              <a:t>게임의 분위기와 아트워크 소장을 즐김</a:t>
            </a:r>
            <a:endParaRPr lang="en-US" sz="942" dirty="0"/>
          </a:p>
        </p:txBody>
      </p:sp>
      <p:sp>
        <p:nvSpPr>
          <p:cNvPr id="17" name="Shape 14"/>
          <p:cNvSpPr/>
          <p:nvPr/>
        </p:nvSpPr>
        <p:spPr>
          <a:xfrm>
            <a:off x="6057900" y="1059061"/>
            <a:ext cx="2657475" cy="3143250"/>
          </a:xfrm>
          <a:prstGeom prst="rect">
            <a:avLst/>
          </a:prstGeom>
          <a:solidFill>
            <a:srgbClr val="FF69B4">
              <a:alpha val="5000"/>
            </a:srgbClr>
          </a:solidFill>
          <a:ln w="27432">
            <a:solidFill>
              <a:srgbClr val="FF69B4"/>
            </a:solidFill>
            <a:prstDash val="solid"/>
          </a:ln>
        </p:spPr>
      </p:sp>
      <p:sp>
        <p:nvSpPr>
          <p:cNvPr id="18" name="Shape 15"/>
          <p:cNvSpPr/>
          <p:nvPr/>
        </p:nvSpPr>
        <p:spPr>
          <a:xfrm>
            <a:off x="7019934" y="1173361"/>
            <a:ext cx="771525" cy="771525"/>
          </a:xfrm>
          <a:prstGeom prst="rect">
            <a:avLst/>
          </a:prstGeom>
          <a:solidFill>
            <a:srgbClr val="000000"/>
          </a:solidFill>
          <a:ln w="27432">
            <a:solidFill>
              <a:srgbClr val="FF69B4"/>
            </a:solidFill>
            <a:prstDash val="solid"/>
          </a:ln>
        </p:spPr>
      </p:sp>
      <p:sp>
        <p:nvSpPr>
          <p:cNvPr id="19" name="Text 16"/>
          <p:cNvSpPr/>
          <p:nvPr/>
        </p:nvSpPr>
        <p:spPr>
          <a:xfrm>
            <a:off x="6210319" y="2016323"/>
            <a:ext cx="2390784" cy="342900"/>
          </a:xfrm>
          <a:prstGeom prst="rect">
            <a:avLst/>
          </a:prstGeom>
          <a:noFill/>
          <a:ln/>
        </p:spPr>
        <p:txBody>
          <a:bodyPr wrap="square" lIns="0" tIns="0" rIns="0" bIns="68072" rtlCol="0" anchor="t">
            <a:spAutoFit/>
          </a:bodyPr>
          <a:lstStyle/>
          <a:p>
            <a:pPr marL="0" indent="0" algn="ctr">
              <a:lnSpc>
                <a:spcPts val="1800"/>
              </a:lnSpc>
              <a:buNone/>
            </a:pPr>
            <a:r>
              <a:rPr lang="en-US" sz="1295" b="1" dirty="0">
                <a:solidFill>
                  <a:srgbClr val="FFD700"/>
                </a:solidFill>
              </a:rPr>
              <a:t>심리 스릴러 팬</a:t>
            </a:r>
            <a:endParaRPr lang="en-US" sz="1295" dirty="0"/>
          </a:p>
        </p:txBody>
      </p:sp>
      <p:sp>
        <p:nvSpPr>
          <p:cNvPr id="20" name="Text 17"/>
          <p:cNvSpPr/>
          <p:nvPr/>
        </p:nvSpPr>
        <p:spPr>
          <a:xfrm>
            <a:off x="6281756" y="2444948"/>
            <a:ext cx="2296576"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E0E0E0"/>
                </a:solidFill>
              </a:rPr>
              <a:t>긴장감 넘치는 분위기와 심리적 압박을 선호</a:t>
            </a:r>
            <a:endParaRPr lang="en-US" sz="942" dirty="0"/>
          </a:p>
        </p:txBody>
      </p:sp>
      <p:sp>
        <p:nvSpPr>
          <p:cNvPr id="21" name="Text 18"/>
          <p:cNvSpPr/>
          <p:nvPr/>
        </p:nvSpPr>
        <p:spPr>
          <a:xfrm>
            <a:off x="6281756" y="2722104"/>
            <a:ext cx="2236161" cy="20571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E0E0E0"/>
                </a:solidFill>
              </a:rPr>
              <a:t>'자아 마모도'와 같은 독특한 시스템에 흥미</a:t>
            </a:r>
            <a:endParaRPr lang="en-US" sz="942" dirty="0"/>
          </a:p>
        </p:txBody>
      </p:sp>
      <p:sp>
        <p:nvSpPr>
          <p:cNvPr id="22" name="Text 19"/>
          <p:cNvSpPr/>
          <p:nvPr/>
        </p:nvSpPr>
        <p:spPr>
          <a:xfrm>
            <a:off x="6281756" y="2999259"/>
            <a:ext cx="2319347"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E0E0E0"/>
                </a:solidFill>
              </a:rPr>
              <a:t>인간 본성을 다루는 어두운 테마에 매력을 느낌</a:t>
            </a:r>
            <a:endParaRPr lang="en-US" sz="942" dirty="0"/>
          </a:p>
        </p:txBody>
      </p:sp>
      <p:sp>
        <p:nvSpPr>
          <p:cNvPr id="23" name="Shape 20"/>
          <p:cNvSpPr/>
          <p:nvPr/>
        </p:nvSpPr>
        <p:spPr>
          <a:xfrm>
            <a:off x="428625" y="4430911"/>
            <a:ext cx="8072438" cy="571500"/>
          </a:xfrm>
          <a:prstGeom prst="rect">
            <a:avLst/>
          </a:prstGeom>
          <a:solidFill>
            <a:srgbClr val="FFFFFF">
              <a:alpha val="5000"/>
            </a:srgbClr>
          </a:solidFill>
          <a:ln/>
        </p:spPr>
      </p:sp>
      <p:sp>
        <p:nvSpPr>
          <p:cNvPr id="24" name="Shape 21"/>
          <p:cNvSpPr/>
          <p:nvPr/>
        </p:nvSpPr>
        <p:spPr>
          <a:xfrm>
            <a:off x="428625" y="4430911"/>
            <a:ext cx="42863" cy="571500"/>
          </a:xfrm>
          <a:prstGeom prst="rect">
            <a:avLst/>
          </a:prstGeom>
          <a:solidFill>
            <a:srgbClr val="FFD700"/>
          </a:solidFill>
          <a:ln/>
        </p:spPr>
      </p:sp>
      <p:sp>
        <p:nvSpPr>
          <p:cNvPr id="25" name="Text 22"/>
          <p:cNvSpPr/>
          <p:nvPr/>
        </p:nvSpPr>
        <p:spPr>
          <a:xfrm>
            <a:off x="514350" y="4516636"/>
            <a:ext cx="7858125" cy="400050"/>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FFFFFF"/>
                </a:solidFill>
              </a:rPr>
              <a:t>핵심 타겟은 </a:t>
            </a:r>
            <a:r>
              <a:rPr lang="en-US" sz="987" b="1" dirty="0">
                <a:solidFill>
                  <a:srgbClr val="FFD700"/>
                </a:solidFill>
              </a:rPr>
              <a:t>2030 세대</a:t>
            </a:r>
            <a:r>
              <a:rPr lang="en-US" sz="1050" dirty="0">
                <a:solidFill>
                  <a:srgbClr val="FFFFFF"/>
                </a:solidFill>
              </a:rPr>
              <a:t> 중 스토리 중심의 인디 게임을 즐기며, </a:t>
            </a:r>
            <a:r>
              <a:rPr lang="en-US" sz="987" b="1" dirty="0">
                <a:solidFill>
                  <a:srgbClr val="FFD700"/>
                </a:solidFill>
              </a:rPr>
              <a:t>비주얼적 감성</a:t>
            </a:r>
            <a:r>
              <a:rPr lang="en-US" sz="1050" dirty="0">
                <a:solidFill>
                  <a:srgbClr val="FFFFFF"/>
                </a:solidFill>
              </a:rPr>
              <a:t>과 </a:t>
            </a:r>
            <a:r>
              <a:rPr lang="en-US" sz="987" b="1" dirty="0">
                <a:solidFill>
                  <a:srgbClr val="FFD700"/>
                </a:solidFill>
              </a:rPr>
              <a:t>철학적 깊이</a:t>
            </a:r>
            <a:r>
              <a:rPr lang="en-US" sz="1050" dirty="0">
                <a:solidFill>
                  <a:srgbClr val="FFFFFF"/>
                </a:solidFill>
              </a:rPr>
              <a:t>를 동시에 추구하는 유저층입니다. 이들은 단순한 킬링타임이 아닌, </a:t>
            </a:r>
            <a:r>
              <a:rPr lang="en-US" sz="987" b="1" dirty="0">
                <a:solidFill>
                  <a:srgbClr val="FFD700"/>
                </a:solidFill>
              </a:rPr>
              <a:t>'경험'으로서의 게임</a:t>
            </a:r>
            <a:r>
              <a:rPr lang="en-US" sz="1050" dirty="0">
                <a:solidFill>
                  <a:srgbClr val="FFFFFF"/>
                </a:solidFill>
              </a:rPr>
              <a:t>을 원합니다.</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2349010" cy="544711"/>
          </a:xfrm>
          <a:prstGeom prst="rect">
            <a:avLst/>
          </a:prstGeom>
          <a:solidFill>
            <a:srgbClr val="FFFFFF"/>
          </a:solidFill>
          <a:ln w="27432">
            <a:solidFill>
              <a:srgbClr val="000000"/>
            </a:solidFill>
            <a:prstDash val="solid"/>
          </a:ln>
        </p:spPr>
      </p:sp>
      <p:sp>
        <p:nvSpPr>
          <p:cNvPr id="4" name="Text 1"/>
          <p:cNvSpPr/>
          <p:nvPr/>
        </p:nvSpPr>
        <p:spPr>
          <a:xfrm>
            <a:off x="642938" y="342900"/>
            <a:ext cx="1863235" cy="373261"/>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1A0D2E"/>
                </a:solidFill>
              </a:rPr>
              <a:t>분석: 포지셔닝 맵</a:t>
            </a:r>
            <a:endParaRPr lang="en-US" sz="1808" dirty="0"/>
          </a:p>
        </p:txBody>
      </p:sp>
      <p:sp>
        <p:nvSpPr>
          <p:cNvPr id="5" name="Shape 2"/>
          <p:cNvSpPr/>
          <p:nvPr/>
        </p:nvSpPr>
        <p:spPr>
          <a:xfrm>
            <a:off x="428625" y="916186"/>
            <a:ext cx="4343400" cy="3271838"/>
          </a:xfrm>
          <a:prstGeom prst="rect">
            <a:avLst/>
          </a:prstGeom>
          <a:solidFill>
            <a:srgbClr val="00CED1">
              <a:alpha val="5000"/>
            </a:srgbClr>
          </a:solidFill>
          <a:ln w="27432">
            <a:solidFill>
              <a:srgbClr val="00CED1"/>
            </a:solidFill>
            <a:prstDash val="solid"/>
          </a:ln>
        </p:spPr>
      </p:sp>
      <p:sp>
        <p:nvSpPr>
          <p:cNvPr id="6" name="Shape 3"/>
          <p:cNvSpPr/>
          <p:nvPr/>
        </p:nvSpPr>
        <p:spPr>
          <a:xfrm>
            <a:off x="2193578" y="830461"/>
            <a:ext cx="756345" cy="207169"/>
          </a:xfrm>
          <a:prstGeom prst="rect">
            <a:avLst/>
          </a:prstGeom>
          <a:solidFill>
            <a:srgbClr val="1A0D2E"/>
          </a:solidFill>
          <a:ln w="9144">
            <a:solidFill>
              <a:srgbClr val="00CED1"/>
            </a:solidFill>
            <a:prstDash val="solid"/>
          </a:ln>
        </p:spPr>
      </p:sp>
      <p:sp>
        <p:nvSpPr>
          <p:cNvPr id="7" name="Text 4"/>
          <p:cNvSpPr/>
          <p:nvPr/>
        </p:nvSpPr>
        <p:spPr>
          <a:xfrm>
            <a:off x="2193578" y="830461"/>
            <a:ext cx="756345" cy="207169"/>
          </a:xfrm>
          <a:prstGeom prst="rect">
            <a:avLst/>
          </a:prstGeom>
          <a:noFill/>
          <a:ln/>
        </p:spPr>
        <p:txBody>
          <a:bodyPr wrap="square" lIns="68072" tIns="17018" rIns="68072" bIns="17018" rtlCol="0" anchor="t">
            <a:spAutoFit/>
          </a:bodyPr>
          <a:lstStyle/>
          <a:p>
            <a:pPr marL="0" indent="0" algn="l">
              <a:lnSpc>
                <a:spcPts val="1100"/>
              </a:lnSpc>
              <a:buNone/>
            </a:pPr>
            <a:r>
              <a:rPr lang="en-US" sz="834" dirty="0">
                <a:solidFill>
                  <a:srgbClr val="00CED1"/>
                </a:solidFill>
              </a:rPr>
              <a:t>레트로 / 픽셀</a:t>
            </a:r>
            <a:endParaRPr lang="en-US" sz="834" dirty="0"/>
          </a:p>
        </p:txBody>
      </p:sp>
      <p:sp>
        <p:nvSpPr>
          <p:cNvPr id="8" name="Shape 5"/>
          <p:cNvSpPr/>
          <p:nvPr/>
        </p:nvSpPr>
        <p:spPr>
          <a:xfrm>
            <a:off x="2246165" y="4009430"/>
            <a:ext cx="651170" cy="207169"/>
          </a:xfrm>
          <a:prstGeom prst="rect">
            <a:avLst/>
          </a:prstGeom>
          <a:solidFill>
            <a:srgbClr val="1A0D2E"/>
          </a:solidFill>
          <a:ln w="9144">
            <a:solidFill>
              <a:srgbClr val="00CED1"/>
            </a:solidFill>
            <a:prstDash val="solid"/>
          </a:ln>
        </p:spPr>
      </p:sp>
      <p:sp>
        <p:nvSpPr>
          <p:cNvPr id="9" name="Text 6"/>
          <p:cNvSpPr/>
          <p:nvPr/>
        </p:nvSpPr>
        <p:spPr>
          <a:xfrm>
            <a:off x="2246165" y="4009430"/>
            <a:ext cx="651170" cy="207169"/>
          </a:xfrm>
          <a:prstGeom prst="rect">
            <a:avLst/>
          </a:prstGeom>
          <a:noFill/>
          <a:ln/>
        </p:spPr>
        <p:txBody>
          <a:bodyPr wrap="square" lIns="68072" tIns="17018" rIns="68072" bIns="17018" rtlCol="0" anchor="t">
            <a:spAutoFit/>
          </a:bodyPr>
          <a:lstStyle/>
          <a:p>
            <a:pPr marL="0" indent="0" algn="l">
              <a:lnSpc>
                <a:spcPts val="1100"/>
              </a:lnSpc>
              <a:buNone/>
            </a:pPr>
            <a:r>
              <a:rPr lang="en-US" sz="834" dirty="0">
                <a:solidFill>
                  <a:srgbClr val="00CED1"/>
                </a:solidFill>
              </a:rPr>
              <a:t>모던 / 실사</a:t>
            </a:r>
            <a:endParaRPr lang="en-US" sz="834" dirty="0"/>
          </a:p>
        </p:txBody>
      </p:sp>
      <p:sp>
        <p:nvSpPr>
          <p:cNvPr id="10" name="Shape 7"/>
          <p:cNvSpPr/>
          <p:nvPr/>
        </p:nvSpPr>
        <p:spPr>
          <a:xfrm rot="-5400000">
            <a:off x="235744" y="2441377"/>
            <a:ext cx="450363" cy="164306"/>
          </a:xfrm>
          <a:prstGeom prst="rect">
            <a:avLst/>
          </a:prstGeom>
          <a:solidFill>
            <a:srgbClr val="1A0D2E"/>
          </a:solidFill>
          <a:ln w="9144">
            <a:solidFill>
              <a:srgbClr val="00CED1"/>
            </a:solidFill>
            <a:prstDash val="solid"/>
          </a:ln>
        </p:spPr>
      </p:sp>
      <p:sp>
        <p:nvSpPr>
          <p:cNvPr id="11" name="Text 8"/>
          <p:cNvSpPr/>
          <p:nvPr/>
        </p:nvSpPr>
        <p:spPr>
          <a:xfrm rot="-5400000">
            <a:off x="171450" y="2419945"/>
            <a:ext cx="578951" cy="207169"/>
          </a:xfrm>
          <a:prstGeom prst="rect">
            <a:avLst/>
          </a:prstGeom>
          <a:noFill/>
          <a:ln/>
        </p:spPr>
        <p:txBody>
          <a:bodyPr wrap="square" lIns="68072" tIns="17018" rIns="68072" bIns="17018" rtlCol="0" anchor="t">
            <a:spAutoFit/>
          </a:bodyPr>
          <a:lstStyle/>
          <a:p>
            <a:pPr marL="0" indent="0" algn="l">
              <a:lnSpc>
                <a:spcPts val="1100"/>
              </a:lnSpc>
              <a:buNone/>
            </a:pPr>
            <a:r>
              <a:rPr lang="en-US" sz="834" dirty="0">
                <a:solidFill>
                  <a:srgbClr val="00CED1"/>
                </a:solidFill>
              </a:rPr>
              <a:t>액션 중심</a:t>
            </a:r>
            <a:endParaRPr lang="en-US" sz="834" dirty="0"/>
          </a:p>
        </p:txBody>
      </p:sp>
      <p:sp>
        <p:nvSpPr>
          <p:cNvPr id="12" name="Shape 9"/>
          <p:cNvSpPr/>
          <p:nvPr/>
        </p:nvSpPr>
        <p:spPr>
          <a:xfrm rot="5400000">
            <a:off x="4247099" y="2441377"/>
            <a:ext cx="660658" cy="164306"/>
          </a:xfrm>
          <a:prstGeom prst="rect">
            <a:avLst/>
          </a:prstGeom>
          <a:solidFill>
            <a:srgbClr val="1A0D2E"/>
          </a:solidFill>
          <a:ln w="9144">
            <a:solidFill>
              <a:srgbClr val="00CED1"/>
            </a:solidFill>
            <a:prstDash val="solid"/>
          </a:ln>
        </p:spPr>
      </p:sp>
      <p:sp>
        <p:nvSpPr>
          <p:cNvPr id="13" name="Text 10"/>
          <p:cNvSpPr/>
          <p:nvPr/>
        </p:nvSpPr>
        <p:spPr>
          <a:xfrm rot="5400000">
            <a:off x="4182805" y="2419945"/>
            <a:ext cx="789245" cy="207169"/>
          </a:xfrm>
          <a:prstGeom prst="rect">
            <a:avLst/>
          </a:prstGeom>
          <a:noFill/>
          <a:ln/>
        </p:spPr>
        <p:txBody>
          <a:bodyPr wrap="square" lIns="68072" tIns="17018" rIns="68072" bIns="17018" rtlCol="0" anchor="t">
            <a:spAutoFit/>
          </a:bodyPr>
          <a:lstStyle/>
          <a:p>
            <a:pPr marL="0" indent="0" algn="l">
              <a:lnSpc>
                <a:spcPts val="1100"/>
              </a:lnSpc>
              <a:buNone/>
            </a:pPr>
            <a:r>
              <a:rPr lang="en-US" sz="834" dirty="0">
                <a:solidFill>
                  <a:srgbClr val="00CED1"/>
                </a:solidFill>
              </a:rPr>
              <a:t>내러티브 중심</a:t>
            </a:r>
            <a:endParaRPr lang="en-US" sz="834" dirty="0"/>
          </a:p>
        </p:txBody>
      </p:sp>
      <p:sp>
        <p:nvSpPr>
          <p:cNvPr id="14" name="Text 11"/>
          <p:cNvSpPr/>
          <p:nvPr/>
        </p:nvSpPr>
        <p:spPr>
          <a:xfrm>
            <a:off x="1285875" y="3359348"/>
            <a:ext cx="365950" cy="144661"/>
          </a:xfrm>
          <a:prstGeom prst="rect">
            <a:avLst/>
          </a:prstGeom>
          <a:noFill/>
          <a:ln/>
        </p:spPr>
        <p:txBody>
          <a:bodyPr wrap="none" lIns="0" tIns="0" rIns="0" bIns="0" rtlCol="0" anchor="t">
            <a:spAutoFit/>
          </a:bodyPr>
          <a:lstStyle/>
          <a:p>
            <a:pPr marL="0" indent="0" algn="l">
              <a:lnSpc>
                <a:spcPts val="900"/>
              </a:lnSpc>
              <a:buNone/>
            </a:pPr>
            <a:r>
              <a:rPr lang="en-US" sz="727" dirty="0">
                <a:solidFill>
                  <a:srgbClr val="888888"/>
                </a:solidFill>
              </a:rPr>
              <a:t>경쟁작 A</a:t>
            </a:r>
            <a:endParaRPr lang="en-US" sz="727" dirty="0"/>
          </a:p>
        </p:txBody>
      </p:sp>
      <p:sp>
        <p:nvSpPr>
          <p:cNvPr id="15" name="Text 12"/>
          <p:cNvSpPr/>
          <p:nvPr/>
        </p:nvSpPr>
        <p:spPr>
          <a:xfrm>
            <a:off x="1714500" y="2073473"/>
            <a:ext cx="367066" cy="144661"/>
          </a:xfrm>
          <a:prstGeom prst="rect">
            <a:avLst/>
          </a:prstGeom>
          <a:noFill/>
          <a:ln/>
        </p:spPr>
        <p:txBody>
          <a:bodyPr wrap="none" lIns="0" tIns="0" rIns="0" bIns="0" rtlCol="0" anchor="t">
            <a:spAutoFit/>
          </a:bodyPr>
          <a:lstStyle/>
          <a:p>
            <a:pPr marL="0" indent="0" algn="l">
              <a:lnSpc>
                <a:spcPts val="900"/>
              </a:lnSpc>
              <a:buNone/>
            </a:pPr>
            <a:r>
              <a:rPr lang="en-US" sz="727" dirty="0">
                <a:solidFill>
                  <a:srgbClr val="888888"/>
                </a:solidFill>
              </a:rPr>
              <a:t>경쟁작 B</a:t>
            </a:r>
            <a:endParaRPr lang="en-US" sz="727" dirty="0"/>
          </a:p>
        </p:txBody>
      </p:sp>
      <p:sp>
        <p:nvSpPr>
          <p:cNvPr id="16" name="Text 13"/>
          <p:cNvSpPr/>
          <p:nvPr/>
        </p:nvSpPr>
        <p:spPr>
          <a:xfrm>
            <a:off x="3857625" y="3037880"/>
            <a:ext cx="365252" cy="144661"/>
          </a:xfrm>
          <a:prstGeom prst="rect">
            <a:avLst/>
          </a:prstGeom>
          <a:noFill/>
          <a:ln/>
        </p:spPr>
        <p:txBody>
          <a:bodyPr wrap="none" lIns="0" tIns="0" rIns="0" bIns="0" rtlCol="0" anchor="t">
            <a:spAutoFit/>
          </a:bodyPr>
          <a:lstStyle/>
          <a:p>
            <a:pPr marL="0" indent="0" algn="l">
              <a:lnSpc>
                <a:spcPts val="900"/>
              </a:lnSpc>
              <a:buNone/>
            </a:pPr>
            <a:r>
              <a:rPr lang="en-US" sz="727" dirty="0">
                <a:solidFill>
                  <a:srgbClr val="888888"/>
                </a:solidFill>
              </a:rPr>
              <a:t>경쟁작 C</a:t>
            </a:r>
            <a:endParaRPr lang="en-US" sz="727" dirty="0"/>
          </a:p>
        </p:txBody>
      </p:sp>
      <p:sp>
        <p:nvSpPr>
          <p:cNvPr id="17" name="Shape 14"/>
          <p:cNvSpPr/>
          <p:nvPr/>
        </p:nvSpPr>
        <p:spPr>
          <a:xfrm>
            <a:off x="3705848" y="1559123"/>
            <a:ext cx="300038" cy="300038"/>
          </a:xfrm>
          <a:prstGeom prst="rect">
            <a:avLst/>
          </a:prstGeom>
          <a:solidFill>
            <a:srgbClr val="FFD700"/>
          </a:solidFill>
          <a:ln w="18288">
            <a:solidFill>
              <a:srgbClr val="000000"/>
            </a:solidFill>
            <a:prstDash val="solid"/>
          </a:ln>
        </p:spPr>
      </p:sp>
      <p:pic>
        <p:nvPicPr>
          <p:cNvPr id="18" name="Image 1" descr="preencoded.png"/>
          <p:cNvPicPr>
            <a:picLocks noChangeAspect="1"/>
          </p:cNvPicPr>
          <p:nvPr/>
        </p:nvPicPr>
        <p:blipFill>
          <a:blip r:embed="rId4"/>
          <a:stretch>
            <a:fillRect/>
          </a:stretch>
        </p:blipFill>
        <p:spPr>
          <a:xfrm>
            <a:off x="3767463" y="1609130"/>
            <a:ext cx="176808" cy="157163"/>
          </a:xfrm>
          <a:prstGeom prst="rect">
            <a:avLst/>
          </a:prstGeom>
        </p:spPr>
      </p:pic>
      <p:sp>
        <p:nvSpPr>
          <p:cNvPr id="19" name="Text 15"/>
          <p:cNvSpPr/>
          <p:nvPr/>
        </p:nvSpPr>
        <p:spPr>
          <a:xfrm>
            <a:off x="3643313" y="1852017"/>
            <a:ext cx="425137"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D700"/>
                </a:solidFill>
              </a:rPr>
              <a:t>넌 착해!</a:t>
            </a:r>
            <a:endParaRPr lang="en-US" sz="885" dirty="0"/>
          </a:p>
        </p:txBody>
      </p:sp>
      <p:sp>
        <p:nvSpPr>
          <p:cNvPr id="20" name="Shape 16"/>
          <p:cNvSpPr/>
          <p:nvPr/>
        </p:nvSpPr>
        <p:spPr>
          <a:xfrm>
            <a:off x="4929188" y="1137531"/>
            <a:ext cx="3786188" cy="852562"/>
          </a:xfrm>
          <a:prstGeom prst="rect">
            <a:avLst/>
          </a:prstGeom>
          <a:solidFill>
            <a:srgbClr val="FFFFFF">
              <a:alpha val="5000"/>
            </a:srgbClr>
          </a:solidFill>
          <a:ln/>
        </p:spPr>
      </p:sp>
      <p:sp>
        <p:nvSpPr>
          <p:cNvPr id="21" name="Shape 17"/>
          <p:cNvSpPr/>
          <p:nvPr/>
        </p:nvSpPr>
        <p:spPr>
          <a:xfrm>
            <a:off x="4929188" y="1137531"/>
            <a:ext cx="42863" cy="852562"/>
          </a:xfrm>
          <a:prstGeom prst="rect">
            <a:avLst/>
          </a:prstGeom>
          <a:solidFill>
            <a:srgbClr val="FFD700"/>
          </a:solidFill>
          <a:ln/>
        </p:spPr>
      </p:sp>
      <p:sp>
        <p:nvSpPr>
          <p:cNvPr id="22" name="Text 18"/>
          <p:cNvSpPr/>
          <p:nvPr/>
        </p:nvSpPr>
        <p:spPr>
          <a:xfrm>
            <a:off x="5043488" y="1251831"/>
            <a:ext cx="3557588" cy="226814"/>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700"/>
                </a:solidFill>
              </a:rPr>
              <a:t>독보적 위치 선정</a:t>
            </a:r>
            <a:endParaRPr lang="en-US" sz="1090" dirty="0"/>
          </a:p>
        </p:txBody>
      </p:sp>
      <p:sp>
        <p:nvSpPr>
          <p:cNvPr id="23" name="Text 19"/>
          <p:cNvSpPr/>
          <p:nvPr/>
        </p:nvSpPr>
        <p:spPr>
          <a:xfrm>
            <a:off x="5043488" y="1535795"/>
            <a:ext cx="3557588" cy="339998"/>
          </a:xfrm>
          <a:prstGeom prst="rect">
            <a:avLst/>
          </a:prstGeom>
          <a:noFill/>
          <a:ln/>
        </p:spPr>
        <p:txBody>
          <a:bodyPr wrap="square" lIns="0" tIns="0" rIns="0" bIns="0" rtlCol="0" anchor="t">
            <a:spAutoFit/>
          </a:bodyPr>
          <a:lstStyle/>
          <a:p>
            <a:pPr marL="0" indent="0" algn="l">
              <a:lnSpc>
                <a:spcPts val="1300"/>
              </a:lnSpc>
              <a:buNone/>
            </a:pPr>
            <a:r>
              <a:rPr lang="en-US" sz="834" b="1" dirty="0">
                <a:solidFill>
                  <a:srgbClr val="00CED1"/>
                </a:solidFill>
              </a:rPr>
              <a:t>내러티브</a:t>
            </a:r>
            <a:r>
              <a:rPr lang="en-US" sz="888" dirty="0">
                <a:solidFill>
                  <a:srgbClr val="E0E0E0"/>
                </a:solidFill>
              </a:rPr>
              <a:t>와 </a:t>
            </a:r>
            <a:r>
              <a:rPr lang="en-US" sz="834" b="1" dirty="0">
                <a:solidFill>
                  <a:srgbClr val="00CED1"/>
                </a:solidFill>
              </a:rPr>
              <a:t>레트로 감성</a:t>
            </a:r>
            <a:r>
              <a:rPr lang="en-US" sz="888" dirty="0">
                <a:solidFill>
                  <a:srgbClr val="E0E0E0"/>
                </a:solidFill>
              </a:rPr>
              <a:t>이 결합된 블루오션을 공략합니다. 깊이 있는 심리 묘사가 핵심입니다.</a:t>
            </a:r>
            <a:endParaRPr lang="en-US" sz="834" dirty="0"/>
          </a:p>
        </p:txBody>
      </p:sp>
      <p:sp>
        <p:nvSpPr>
          <p:cNvPr id="24" name="Shape 20"/>
          <p:cNvSpPr/>
          <p:nvPr/>
        </p:nvSpPr>
        <p:spPr>
          <a:xfrm>
            <a:off x="4929188" y="2097249"/>
            <a:ext cx="3786188" cy="852562"/>
          </a:xfrm>
          <a:prstGeom prst="rect">
            <a:avLst/>
          </a:prstGeom>
          <a:solidFill>
            <a:srgbClr val="FFFFFF">
              <a:alpha val="5000"/>
            </a:srgbClr>
          </a:solidFill>
          <a:ln/>
        </p:spPr>
      </p:sp>
      <p:sp>
        <p:nvSpPr>
          <p:cNvPr id="25" name="Shape 21"/>
          <p:cNvSpPr/>
          <p:nvPr/>
        </p:nvSpPr>
        <p:spPr>
          <a:xfrm>
            <a:off x="4929188" y="2097249"/>
            <a:ext cx="42863" cy="852562"/>
          </a:xfrm>
          <a:prstGeom prst="rect">
            <a:avLst/>
          </a:prstGeom>
          <a:solidFill>
            <a:srgbClr val="00CED1"/>
          </a:solidFill>
          <a:ln/>
        </p:spPr>
      </p:sp>
      <p:sp>
        <p:nvSpPr>
          <p:cNvPr id="26" name="Text 22"/>
          <p:cNvSpPr/>
          <p:nvPr/>
        </p:nvSpPr>
        <p:spPr>
          <a:xfrm>
            <a:off x="5043488" y="2211549"/>
            <a:ext cx="3557588" cy="226814"/>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700"/>
                </a:solidFill>
              </a:rPr>
              <a:t>차별화 경쟁력</a:t>
            </a:r>
            <a:endParaRPr lang="en-US" sz="1090" dirty="0"/>
          </a:p>
        </p:txBody>
      </p:sp>
      <p:sp>
        <p:nvSpPr>
          <p:cNvPr id="27" name="Text 23"/>
          <p:cNvSpPr/>
          <p:nvPr/>
        </p:nvSpPr>
        <p:spPr>
          <a:xfrm>
            <a:off x="5043488" y="2495513"/>
            <a:ext cx="3557588" cy="339998"/>
          </a:xfrm>
          <a:prstGeom prst="rect">
            <a:avLst/>
          </a:prstGeom>
          <a:noFill/>
          <a:ln/>
        </p:spPr>
        <p:txBody>
          <a:bodyPr wrap="square" lIns="0" tIns="0" rIns="0" bIns="0" rtlCol="0" anchor="t">
            <a:spAutoFit/>
          </a:bodyPr>
          <a:lstStyle/>
          <a:p>
            <a:pPr marL="0" indent="0" algn="l">
              <a:lnSpc>
                <a:spcPts val="1300"/>
              </a:lnSpc>
              <a:buNone/>
            </a:pPr>
            <a:r>
              <a:rPr lang="en-US" sz="834" b="1" dirty="0">
                <a:solidFill>
                  <a:srgbClr val="00CED1"/>
                </a:solidFill>
              </a:rPr>
              <a:t>'자아 마모도'</a:t>
            </a:r>
            <a:r>
              <a:rPr lang="en-US" sz="888" dirty="0">
                <a:solidFill>
                  <a:srgbClr val="E0E0E0"/>
                </a:solidFill>
              </a:rPr>
              <a:t> 시스템을 통해 유저에게 철학적 질문과 몰입감을 동시에 제공합니다.</a:t>
            </a:r>
            <a:endParaRPr lang="en-US" sz="834" dirty="0"/>
          </a:p>
        </p:txBody>
      </p:sp>
      <p:sp>
        <p:nvSpPr>
          <p:cNvPr id="28" name="Shape 24"/>
          <p:cNvSpPr/>
          <p:nvPr/>
        </p:nvSpPr>
        <p:spPr>
          <a:xfrm>
            <a:off x="4929188" y="3056967"/>
            <a:ext cx="3786188" cy="852562"/>
          </a:xfrm>
          <a:prstGeom prst="rect">
            <a:avLst/>
          </a:prstGeom>
          <a:solidFill>
            <a:srgbClr val="FFFFFF">
              <a:alpha val="5000"/>
            </a:srgbClr>
          </a:solidFill>
          <a:ln/>
        </p:spPr>
      </p:sp>
      <p:sp>
        <p:nvSpPr>
          <p:cNvPr id="29" name="Shape 25"/>
          <p:cNvSpPr/>
          <p:nvPr/>
        </p:nvSpPr>
        <p:spPr>
          <a:xfrm>
            <a:off x="4929188" y="3056967"/>
            <a:ext cx="42863" cy="852562"/>
          </a:xfrm>
          <a:prstGeom prst="rect">
            <a:avLst/>
          </a:prstGeom>
          <a:solidFill>
            <a:srgbClr val="FFD700"/>
          </a:solidFill>
          <a:ln/>
        </p:spPr>
      </p:sp>
      <p:sp>
        <p:nvSpPr>
          <p:cNvPr id="30" name="Text 26"/>
          <p:cNvSpPr/>
          <p:nvPr/>
        </p:nvSpPr>
        <p:spPr>
          <a:xfrm>
            <a:off x="5043488" y="3256266"/>
            <a:ext cx="3557588" cy="226814"/>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D700"/>
                </a:solidFill>
              </a:rPr>
              <a:t>시장 타겟팅</a:t>
            </a:r>
            <a:endParaRPr lang="en-US" sz="1090" dirty="0"/>
          </a:p>
        </p:txBody>
      </p:sp>
      <p:sp>
        <p:nvSpPr>
          <p:cNvPr id="31" name="Text 27"/>
          <p:cNvSpPr/>
          <p:nvPr/>
        </p:nvSpPr>
        <p:spPr>
          <a:xfrm>
            <a:off x="5043488" y="3540230"/>
            <a:ext cx="3557588" cy="169999"/>
          </a:xfrm>
          <a:prstGeom prst="rect">
            <a:avLst/>
          </a:prstGeom>
          <a:noFill/>
          <a:ln/>
        </p:spPr>
        <p:txBody>
          <a:bodyPr wrap="none" lIns="0" tIns="0" rIns="0" bIns="0" rtlCol="0" anchor="t">
            <a:spAutoFit/>
          </a:bodyPr>
          <a:lstStyle/>
          <a:p>
            <a:pPr marL="0" indent="0" algn="l">
              <a:lnSpc>
                <a:spcPts val="1300"/>
              </a:lnSpc>
              <a:buNone/>
            </a:pPr>
            <a:r>
              <a:rPr lang="en-US" sz="834" b="1" dirty="0">
                <a:solidFill>
                  <a:srgbClr val="00CED1"/>
                </a:solidFill>
              </a:rPr>
              <a:t>어드벤처 게이머</a:t>
            </a:r>
            <a:r>
              <a:rPr lang="en-US" sz="888" dirty="0">
                <a:solidFill>
                  <a:srgbClr val="E0E0E0"/>
                </a:solidFill>
              </a:rPr>
              <a:t>와 </a:t>
            </a:r>
            <a:r>
              <a:rPr lang="en-US" sz="834" b="1" dirty="0">
                <a:solidFill>
                  <a:srgbClr val="00CED1"/>
                </a:solidFill>
              </a:rPr>
              <a:t>레트로 팬층</a:t>
            </a:r>
            <a:r>
              <a:rPr lang="en-US" sz="888" dirty="0">
                <a:solidFill>
                  <a:srgbClr val="E0E0E0"/>
                </a:solidFill>
              </a:rPr>
              <a:t>을 동시에 흡수할 수 있는 포지션입니다.</a:t>
            </a:r>
            <a:endParaRPr lang="en-US" sz="834"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0F2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942975" y="571500"/>
            <a:ext cx="7258050" cy="3401485"/>
          </a:xfrm>
          <a:prstGeom prst="rect">
            <a:avLst/>
          </a:prstGeom>
          <a:solidFill>
            <a:srgbClr val="FFFFFF">
              <a:alpha val="5000"/>
            </a:srgbClr>
          </a:solidFill>
          <a:ln w="54864">
            <a:solidFill>
              <a:srgbClr val="FFD700"/>
            </a:solidFill>
            <a:prstDash val="solid"/>
          </a:ln>
        </p:spPr>
      </p:sp>
      <p:sp>
        <p:nvSpPr>
          <p:cNvPr id="4" name="Text 1"/>
          <p:cNvSpPr/>
          <p:nvPr/>
        </p:nvSpPr>
        <p:spPr>
          <a:xfrm>
            <a:off x="1000125" y="1000125"/>
            <a:ext cx="7143750" cy="46613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FFD700"/>
                </a:solidFill>
              </a:rPr>
              <a:t>PROJECT VISION</a:t>
            </a:r>
            <a:endParaRPr lang="en-US" sz="2436" dirty="0"/>
          </a:p>
        </p:txBody>
      </p:sp>
      <p:sp>
        <p:nvSpPr>
          <p:cNvPr id="5" name="Text 2"/>
          <p:cNvSpPr/>
          <p:nvPr/>
        </p:nvSpPr>
        <p:spPr>
          <a:xfrm>
            <a:off x="1000125" y="1680567"/>
            <a:ext cx="7143750" cy="731509"/>
          </a:xfrm>
          <a:prstGeom prst="rect">
            <a:avLst/>
          </a:prstGeom>
          <a:noFill/>
          <a:ln/>
        </p:spPr>
        <p:txBody>
          <a:bodyPr wrap="square" lIns="0" tIns="0" rIns="0" bIns="0" rtlCol="0" anchor="t">
            <a:spAutoFit/>
          </a:bodyPr>
          <a:lstStyle/>
          <a:p>
            <a:pPr marL="0" indent="0" algn="ctr">
              <a:lnSpc>
                <a:spcPts val="2900"/>
              </a:lnSpc>
              <a:buNone/>
            </a:pPr>
            <a:r>
              <a:rPr lang="en-US" sz="1704" dirty="0">
                <a:solidFill>
                  <a:srgbClr val="FFFFFF"/>
                </a:solidFill>
              </a:rPr>
              <a:t>타인의 기대가 아닌,
</a:t>
            </a:r>
            <a:r>
              <a:rPr lang="en-US" sz="1602" b="1" dirty="0">
                <a:solidFill>
                  <a:srgbClr val="00CED1"/>
                </a:solidFill>
              </a:rPr>
              <a:t>당신의 자아를 찾는 여정</a:t>
            </a:r>
            <a:endParaRPr lang="en-US" sz="1704" dirty="0"/>
          </a:p>
        </p:txBody>
      </p:sp>
      <p:sp>
        <p:nvSpPr>
          <p:cNvPr id="6" name="Shape 3"/>
          <p:cNvSpPr/>
          <p:nvPr/>
        </p:nvSpPr>
        <p:spPr>
          <a:xfrm>
            <a:off x="2665261" y="2697826"/>
            <a:ext cx="485775" cy="485775"/>
          </a:xfrm>
          <a:prstGeom prst="rect">
            <a:avLst/>
          </a:prstGeom>
          <a:solidFill>
            <a:srgbClr val="00CED1"/>
          </a:solidFill>
          <a:ln w="27432">
            <a:solidFill>
              <a:srgbClr val="000000"/>
            </a:solidFill>
            <a:prstDash val="solid"/>
          </a:ln>
        </p:spPr>
      </p:sp>
      <p:pic>
        <p:nvPicPr>
          <p:cNvPr id="7" name="Image 1" descr="preencoded.png"/>
          <p:cNvPicPr>
            <a:picLocks noChangeAspect="1"/>
          </p:cNvPicPr>
          <p:nvPr/>
        </p:nvPicPr>
        <p:blipFill>
          <a:blip r:embed="rId4"/>
          <a:stretch>
            <a:fillRect/>
          </a:stretch>
        </p:blipFill>
        <p:spPr>
          <a:xfrm>
            <a:off x="2800992" y="2804982"/>
            <a:ext cx="214313" cy="214313"/>
          </a:xfrm>
          <a:prstGeom prst="rect">
            <a:avLst/>
          </a:prstGeom>
        </p:spPr>
      </p:pic>
      <p:sp>
        <p:nvSpPr>
          <p:cNvPr id="8" name="Text 4"/>
          <p:cNvSpPr/>
          <p:nvPr/>
        </p:nvSpPr>
        <p:spPr>
          <a:xfrm>
            <a:off x="2166705" y="3197889"/>
            <a:ext cx="1482886"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00CED1"/>
                </a:solidFill>
              </a:rPr>
              <a:t>contact@pixelgame.com</a:t>
            </a:r>
            <a:endParaRPr lang="en-US" sz="942" dirty="0"/>
          </a:p>
        </p:txBody>
      </p:sp>
      <p:sp>
        <p:nvSpPr>
          <p:cNvPr id="9" name="Shape 5"/>
          <p:cNvSpPr/>
          <p:nvPr/>
        </p:nvSpPr>
        <p:spPr>
          <a:xfrm>
            <a:off x="4514599" y="2697826"/>
            <a:ext cx="485775" cy="485775"/>
          </a:xfrm>
          <a:prstGeom prst="rect">
            <a:avLst/>
          </a:prstGeom>
          <a:solidFill>
            <a:srgbClr val="00CED1"/>
          </a:solidFill>
          <a:ln w="27432">
            <a:solidFill>
              <a:srgbClr val="000000"/>
            </a:solidFill>
            <a:prstDash val="solid"/>
          </a:ln>
        </p:spPr>
      </p:sp>
      <p:pic>
        <p:nvPicPr>
          <p:cNvPr id="10" name="Image 2" descr="preencoded.png"/>
          <p:cNvPicPr>
            <a:picLocks noChangeAspect="1"/>
          </p:cNvPicPr>
          <p:nvPr/>
        </p:nvPicPr>
        <p:blipFill>
          <a:blip r:embed="rId5"/>
          <a:stretch>
            <a:fillRect/>
          </a:stretch>
        </p:blipFill>
        <p:spPr>
          <a:xfrm>
            <a:off x="4650330" y="2804982"/>
            <a:ext cx="214313" cy="214313"/>
          </a:xfrm>
          <a:prstGeom prst="rect">
            <a:avLst/>
          </a:prstGeom>
        </p:spPr>
      </p:pic>
      <p:sp>
        <p:nvSpPr>
          <p:cNvPr id="11" name="Text 6"/>
          <p:cNvSpPr/>
          <p:nvPr/>
        </p:nvSpPr>
        <p:spPr>
          <a:xfrm>
            <a:off x="4078216" y="3197889"/>
            <a:ext cx="1358540"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00CED1"/>
                </a:solidFill>
              </a:rPr>
              <a:t>www.youaregood.com</a:t>
            </a:r>
            <a:endParaRPr lang="en-US" sz="942" dirty="0"/>
          </a:p>
        </p:txBody>
      </p:sp>
      <p:sp>
        <p:nvSpPr>
          <p:cNvPr id="12" name="Shape 7"/>
          <p:cNvSpPr/>
          <p:nvPr/>
        </p:nvSpPr>
        <p:spPr>
          <a:xfrm>
            <a:off x="6178451" y="2697826"/>
            <a:ext cx="485775" cy="485775"/>
          </a:xfrm>
          <a:prstGeom prst="rect">
            <a:avLst/>
          </a:prstGeom>
          <a:solidFill>
            <a:srgbClr val="00CED1"/>
          </a:solidFill>
          <a:ln w="27432">
            <a:solidFill>
              <a:srgbClr val="000000"/>
            </a:solidFill>
            <a:prstDash val="solid"/>
          </a:ln>
        </p:spPr>
      </p:sp>
      <p:pic>
        <p:nvPicPr>
          <p:cNvPr id="13" name="Image 3" descr="preencoded.png"/>
          <p:cNvPicPr>
            <a:picLocks noChangeAspect="1"/>
          </p:cNvPicPr>
          <p:nvPr/>
        </p:nvPicPr>
        <p:blipFill>
          <a:blip r:embed="rId6"/>
          <a:stretch>
            <a:fillRect/>
          </a:stretch>
        </p:blipFill>
        <p:spPr>
          <a:xfrm>
            <a:off x="6287393" y="2804982"/>
            <a:ext cx="267891" cy="214313"/>
          </a:xfrm>
          <a:prstGeom prst="rect">
            <a:avLst/>
          </a:prstGeom>
        </p:spPr>
      </p:pic>
      <p:sp>
        <p:nvSpPr>
          <p:cNvPr id="14" name="Text 8"/>
          <p:cNvSpPr/>
          <p:nvPr/>
        </p:nvSpPr>
        <p:spPr>
          <a:xfrm>
            <a:off x="5865382" y="3197889"/>
            <a:ext cx="1111914" cy="175022"/>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00CED1"/>
                </a:solidFill>
              </a:rPr>
              <a:t>Team: Pixel Hearts</a:t>
            </a:r>
            <a:endParaRPr lang="en-US" sz="942" dirty="0"/>
          </a:p>
        </p:txBody>
      </p:sp>
      <p:sp>
        <p:nvSpPr>
          <p:cNvPr id="15" name="Text 9"/>
          <p:cNvSpPr/>
          <p:nvPr/>
        </p:nvSpPr>
        <p:spPr>
          <a:xfrm>
            <a:off x="0" y="4623792"/>
            <a:ext cx="9144000" cy="233958"/>
          </a:xfrm>
          <a:prstGeom prst="rect">
            <a:avLst/>
          </a:prstGeom>
          <a:noFill/>
          <a:ln/>
        </p:spPr>
        <p:txBody>
          <a:bodyPr wrap="none" lIns="0" tIns="0" rIns="0" bIns="0" rtlCol="0" anchor="t">
            <a:spAutoFit/>
          </a:bodyPr>
          <a:lstStyle/>
          <a:p>
            <a:pPr marL="0" indent="0" algn="ctr">
              <a:lnSpc>
                <a:spcPts val="1600"/>
              </a:lnSpc>
              <a:buNone/>
            </a:pPr>
            <a:r>
              <a:rPr lang="en-US" sz="1269" kern="0" spc="3" dirty="0">
                <a:solidFill>
                  <a:srgbClr val="FF69B4"/>
                </a:solidFill>
              </a:rPr>
              <a:t>- THANK YOU FOR WATCHING -</a:t>
            </a:r>
            <a:endParaRPr lang="en-US" sz="1269"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A0F2E"/>
        </a:solidFill>
        <a:effectLst/>
      </p:bgPr>
    </p:bg>
    <p:spTree>
      <p:nvGrpSpPr>
        <p:cNvPr id="1" name=""/>
        <p:cNvGrpSpPr/>
        <p:nvPr/>
      </p:nvGrpSpPr>
      <p:grpSpPr>
        <a:xfrm>
          <a:off x="0" y="0"/>
          <a:ext cx="0" cy="0"/>
          <a:chOff x="0" y="0"/>
          <a:chExt cx="0" cy="0"/>
        </a:xfrm>
      </p:grpSpPr>
      <p:pic>
        <p:nvPicPr>
          <p:cNvPr id="13" name="Image 12" descr="preencoded.png">
            <a:extLst>
              <a:ext uri="{FF2B5EF4-FFF2-40B4-BE49-F238E27FC236}">
                <a16:creationId xmlns:a16="http://schemas.microsoft.com/office/drawing/2014/main" id="{0FDD2602-8DFD-5F55-02DC-97DE9C2DAAFB}"/>
              </a:ext>
            </a:extLst>
          </p:cNvPr>
          <p:cNvPicPr>
            <a:picLocks noChangeAspect="1"/>
          </p:cNvPicPr>
          <p:nvPr/>
        </p:nvPicPr>
        <p:blipFill>
          <a:blip r:embed="rId2"/>
          <a:stretch>
            <a:fillRect/>
          </a:stretch>
        </p:blipFill>
        <p:spPr>
          <a:xfrm>
            <a:off x="209550" y="267297"/>
            <a:ext cx="744140" cy="595311"/>
          </a:xfrm>
          <a:prstGeom prst="rect">
            <a:avLst/>
          </a:prstGeom>
        </p:spPr>
      </p:pic>
      <p:pic>
        <p:nvPicPr>
          <p:cNvPr id="14" name="Image 13" descr="preencoded.png">
            <a:extLst>
              <a:ext uri="{FF2B5EF4-FFF2-40B4-BE49-F238E27FC236}">
                <a16:creationId xmlns:a16="http://schemas.microsoft.com/office/drawing/2014/main" id="{ACB96203-6583-7387-8BB7-59B605CCCD9B}"/>
              </a:ext>
            </a:extLst>
          </p:cNvPr>
          <p:cNvPicPr>
            <a:picLocks noChangeAspect="1"/>
          </p:cNvPicPr>
          <p:nvPr/>
        </p:nvPicPr>
        <p:blipFill>
          <a:blip r:embed="rId3"/>
          <a:stretch>
            <a:fillRect/>
          </a:stretch>
        </p:blipFill>
        <p:spPr>
          <a:xfrm>
            <a:off x="1413274" y="267296"/>
            <a:ext cx="669724" cy="595312"/>
          </a:xfrm>
          <a:prstGeom prst="rect">
            <a:avLst/>
          </a:prstGeom>
        </p:spPr>
      </p:pic>
      <p:pic>
        <p:nvPicPr>
          <p:cNvPr id="15" name="Image 14" descr="preencoded.png">
            <a:extLst>
              <a:ext uri="{FF2B5EF4-FFF2-40B4-BE49-F238E27FC236}">
                <a16:creationId xmlns:a16="http://schemas.microsoft.com/office/drawing/2014/main" id="{8824E09B-3651-9399-C4DE-2E9DFCE433D9}"/>
              </a:ext>
            </a:extLst>
          </p:cNvPr>
          <p:cNvPicPr>
            <a:picLocks noChangeAspect="1"/>
          </p:cNvPicPr>
          <p:nvPr/>
        </p:nvPicPr>
        <p:blipFill>
          <a:blip r:embed="rId4"/>
          <a:stretch>
            <a:fillRect/>
          </a:stretch>
        </p:blipFill>
        <p:spPr>
          <a:xfrm>
            <a:off x="2678908" y="267297"/>
            <a:ext cx="595311" cy="595311"/>
          </a:xfrm>
          <a:prstGeom prst="rect">
            <a:avLst/>
          </a:prstGeom>
        </p:spPr>
      </p:pic>
      <p:pic>
        <p:nvPicPr>
          <p:cNvPr id="16" name="Image 15" descr="preencoded.png">
            <a:extLst>
              <a:ext uri="{FF2B5EF4-FFF2-40B4-BE49-F238E27FC236}">
                <a16:creationId xmlns:a16="http://schemas.microsoft.com/office/drawing/2014/main" id="{31E7A652-18AA-B793-7994-84C8B27FE400}"/>
              </a:ext>
            </a:extLst>
          </p:cNvPr>
          <p:cNvPicPr>
            <a:picLocks noChangeAspect="1"/>
          </p:cNvPicPr>
          <p:nvPr/>
        </p:nvPicPr>
        <p:blipFill>
          <a:blip r:embed="rId5"/>
          <a:stretch>
            <a:fillRect/>
          </a:stretch>
        </p:blipFill>
        <p:spPr>
          <a:xfrm>
            <a:off x="283964" y="1281709"/>
            <a:ext cx="595311" cy="595311"/>
          </a:xfrm>
          <a:prstGeom prst="rect">
            <a:avLst/>
          </a:prstGeom>
        </p:spPr>
      </p:pic>
      <p:pic>
        <p:nvPicPr>
          <p:cNvPr id="17" name="Image 16" descr="preencoded.png">
            <a:extLst>
              <a:ext uri="{FF2B5EF4-FFF2-40B4-BE49-F238E27FC236}">
                <a16:creationId xmlns:a16="http://schemas.microsoft.com/office/drawing/2014/main" id="{B412C320-490E-F20F-3167-55403AA90FFD}"/>
              </a:ext>
            </a:extLst>
          </p:cNvPr>
          <p:cNvPicPr>
            <a:picLocks noChangeAspect="1"/>
          </p:cNvPicPr>
          <p:nvPr/>
        </p:nvPicPr>
        <p:blipFill>
          <a:blip r:embed="rId6"/>
          <a:stretch>
            <a:fillRect/>
          </a:stretch>
        </p:blipFill>
        <p:spPr>
          <a:xfrm>
            <a:off x="1559721" y="1281708"/>
            <a:ext cx="595311" cy="595311"/>
          </a:xfrm>
          <a:prstGeom prst="rect">
            <a:avLst/>
          </a:prstGeom>
        </p:spPr>
      </p:pic>
      <p:pic>
        <p:nvPicPr>
          <p:cNvPr id="18" name="Image 17" descr="preencoded.png">
            <a:extLst>
              <a:ext uri="{FF2B5EF4-FFF2-40B4-BE49-F238E27FC236}">
                <a16:creationId xmlns:a16="http://schemas.microsoft.com/office/drawing/2014/main" id="{3A915CCF-910B-4D31-BB1A-B728A178B8A4}"/>
              </a:ext>
            </a:extLst>
          </p:cNvPr>
          <p:cNvPicPr>
            <a:picLocks noChangeAspect="1"/>
          </p:cNvPicPr>
          <p:nvPr/>
        </p:nvPicPr>
        <p:blipFill>
          <a:blip r:embed="rId7"/>
          <a:stretch>
            <a:fillRect/>
          </a:stretch>
        </p:blipFill>
        <p:spPr>
          <a:xfrm>
            <a:off x="2792015" y="1281709"/>
            <a:ext cx="520899" cy="595311"/>
          </a:xfrm>
          <a:prstGeom prst="rect">
            <a:avLst/>
          </a:prstGeom>
        </p:spPr>
      </p:pic>
      <p:pic>
        <p:nvPicPr>
          <p:cNvPr id="20" name="Image 1" descr="preencoded.png">
            <a:extLst>
              <a:ext uri="{FF2B5EF4-FFF2-40B4-BE49-F238E27FC236}">
                <a16:creationId xmlns:a16="http://schemas.microsoft.com/office/drawing/2014/main" id="{C1EABD7E-6631-9496-E26E-4F88AC73C920}"/>
              </a:ext>
            </a:extLst>
          </p:cNvPr>
          <p:cNvPicPr>
            <a:picLocks noChangeAspect="1"/>
          </p:cNvPicPr>
          <p:nvPr/>
        </p:nvPicPr>
        <p:blipFill>
          <a:blip r:embed="rId8"/>
          <a:stretch>
            <a:fillRect/>
          </a:stretch>
        </p:blipFill>
        <p:spPr>
          <a:xfrm>
            <a:off x="209550" y="2209204"/>
            <a:ext cx="725092" cy="725092"/>
          </a:xfrm>
          <a:prstGeom prst="rect">
            <a:avLst/>
          </a:prstGeom>
          <a:effectLst/>
        </p:spPr>
      </p:pic>
      <p:pic>
        <p:nvPicPr>
          <p:cNvPr id="26" name="Image 2" descr="preencoded.png">
            <a:extLst>
              <a:ext uri="{FF2B5EF4-FFF2-40B4-BE49-F238E27FC236}">
                <a16:creationId xmlns:a16="http://schemas.microsoft.com/office/drawing/2014/main" id="{FBB063F1-7B09-8B8E-BE95-806F7E6B3911}"/>
              </a:ext>
            </a:extLst>
          </p:cNvPr>
          <p:cNvPicPr>
            <a:picLocks noChangeAspect="1"/>
          </p:cNvPicPr>
          <p:nvPr/>
        </p:nvPicPr>
        <p:blipFill>
          <a:blip r:embed="rId9"/>
          <a:stretch>
            <a:fillRect/>
          </a:stretch>
        </p:blipFill>
        <p:spPr>
          <a:xfrm>
            <a:off x="2814544" y="3440310"/>
            <a:ext cx="475840" cy="543820"/>
          </a:xfrm>
          <a:prstGeom prst="rect">
            <a:avLst/>
          </a:prstGeom>
        </p:spPr>
      </p:pic>
      <p:pic>
        <p:nvPicPr>
          <p:cNvPr id="27" name="Image 1" descr="preencoded.png">
            <a:extLst>
              <a:ext uri="{FF2B5EF4-FFF2-40B4-BE49-F238E27FC236}">
                <a16:creationId xmlns:a16="http://schemas.microsoft.com/office/drawing/2014/main" id="{4C466C51-9BBD-03D7-C53E-341C6EAC698B}"/>
              </a:ext>
            </a:extLst>
          </p:cNvPr>
          <p:cNvPicPr>
            <a:picLocks noChangeAspect="1"/>
          </p:cNvPicPr>
          <p:nvPr/>
        </p:nvPicPr>
        <p:blipFill>
          <a:blip r:embed="rId10"/>
          <a:stretch>
            <a:fillRect/>
          </a:stretch>
        </p:blipFill>
        <p:spPr>
          <a:xfrm>
            <a:off x="-335543" y="2296119"/>
            <a:ext cx="4259915" cy="725092"/>
          </a:xfrm>
          <a:prstGeom prst="rect">
            <a:avLst/>
          </a:prstGeom>
        </p:spPr>
      </p:pic>
      <p:pic>
        <p:nvPicPr>
          <p:cNvPr id="28" name="Image 2" descr="preencoded.png">
            <a:extLst>
              <a:ext uri="{FF2B5EF4-FFF2-40B4-BE49-F238E27FC236}">
                <a16:creationId xmlns:a16="http://schemas.microsoft.com/office/drawing/2014/main" id="{027A3D21-E33E-F95D-DBA6-7581076177D6}"/>
              </a:ext>
            </a:extLst>
          </p:cNvPr>
          <p:cNvPicPr>
            <a:picLocks noChangeAspect="1"/>
          </p:cNvPicPr>
          <p:nvPr/>
        </p:nvPicPr>
        <p:blipFill>
          <a:blip r:embed="rId11"/>
          <a:stretch>
            <a:fillRect/>
          </a:stretch>
        </p:blipFill>
        <p:spPr>
          <a:xfrm>
            <a:off x="959715" y="2339427"/>
            <a:ext cx="4259915" cy="725092"/>
          </a:xfrm>
          <a:prstGeom prst="rect">
            <a:avLst/>
          </a:prstGeom>
        </p:spPr>
      </p:pic>
      <p:pic>
        <p:nvPicPr>
          <p:cNvPr id="29" name="Image 3" descr="preencoded.png">
            <a:extLst>
              <a:ext uri="{FF2B5EF4-FFF2-40B4-BE49-F238E27FC236}">
                <a16:creationId xmlns:a16="http://schemas.microsoft.com/office/drawing/2014/main" id="{F7A880BE-EB4B-D176-F6E6-F255021CDBF9}"/>
              </a:ext>
            </a:extLst>
          </p:cNvPr>
          <p:cNvPicPr>
            <a:picLocks noChangeAspect="1"/>
          </p:cNvPicPr>
          <p:nvPr/>
        </p:nvPicPr>
        <p:blipFill>
          <a:blip r:embed="rId12"/>
          <a:stretch>
            <a:fillRect/>
          </a:stretch>
        </p:blipFill>
        <p:spPr>
          <a:xfrm>
            <a:off x="-223836" y="3331742"/>
            <a:ext cx="4259915" cy="725092"/>
          </a:xfrm>
          <a:prstGeom prst="rect">
            <a:avLst/>
          </a:prstGeom>
        </p:spPr>
      </p:pic>
      <p:pic>
        <p:nvPicPr>
          <p:cNvPr id="30" name="Image 4" descr="preencoded.png">
            <a:extLst>
              <a:ext uri="{FF2B5EF4-FFF2-40B4-BE49-F238E27FC236}">
                <a16:creationId xmlns:a16="http://schemas.microsoft.com/office/drawing/2014/main" id="{8F218C04-3F95-6994-8A11-DFD6BABE8F8E}"/>
              </a:ext>
            </a:extLst>
          </p:cNvPr>
          <p:cNvPicPr>
            <a:picLocks noChangeAspect="1"/>
          </p:cNvPicPr>
          <p:nvPr/>
        </p:nvPicPr>
        <p:blipFill>
          <a:blip r:embed="rId13"/>
          <a:stretch>
            <a:fillRect/>
          </a:stretch>
        </p:blipFill>
        <p:spPr>
          <a:xfrm>
            <a:off x="-1467900" y="3375050"/>
            <a:ext cx="4259915" cy="725092"/>
          </a:xfrm>
          <a:prstGeom prst="rect">
            <a:avLst/>
          </a:prstGeom>
        </p:spPr>
      </p:pic>
      <p:pic>
        <p:nvPicPr>
          <p:cNvPr id="31" name="Image 1" descr="preencoded.png">
            <a:extLst>
              <a:ext uri="{FF2B5EF4-FFF2-40B4-BE49-F238E27FC236}">
                <a16:creationId xmlns:a16="http://schemas.microsoft.com/office/drawing/2014/main" id="{E0321539-1D61-8851-76A9-FC5104A6D2E1}"/>
              </a:ext>
            </a:extLst>
          </p:cNvPr>
          <p:cNvPicPr>
            <a:picLocks noChangeAspect="1"/>
          </p:cNvPicPr>
          <p:nvPr/>
        </p:nvPicPr>
        <p:blipFill>
          <a:blip r:embed="rId14"/>
          <a:stretch>
            <a:fillRect/>
          </a:stretch>
        </p:blipFill>
        <p:spPr>
          <a:xfrm>
            <a:off x="3765843" y="267297"/>
            <a:ext cx="925220" cy="740176"/>
          </a:xfrm>
          <a:prstGeom prst="rect">
            <a:avLst/>
          </a:prstGeom>
        </p:spPr>
      </p:pic>
      <p:pic>
        <p:nvPicPr>
          <p:cNvPr id="34" name="Image 3" descr="preencoded.png">
            <a:extLst>
              <a:ext uri="{FF2B5EF4-FFF2-40B4-BE49-F238E27FC236}">
                <a16:creationId xmlns:a16="http://schemas.microsoft.com/office/drawing/2014/main" id="{AFCA0A42-5645-FE57-C8C4-2AFD5D7F2B25}"/>
              </a:ext>
            </a:extLst>
          </p:cNvPr>
          <p:cNvPicPr>
            <a:picLocks noChangeAspect="1"/>
          </p:cNvPicPr>
          <p:nvPr/>
        </p:nvPicPr>
        <p:blipFill>
          <a:blip r:embed="rId15"/>
          <a:stretch>
            <a:fillRect/>
          </a:stretch>
        </p:blipFill>
        <p:spPr>
          <a:xfrm>
            <a:off x="3924372" y="1328992"/>
            <a:ext cx="548028" cy="548028"/>
          </a:xfrm>
          <a:prstGeom prst="rect">
            <a:avLst/>
          </a:prstGeom>
        </p:spPr>
      </p:pic>
      <p:pic>
        <p:nvPicPr>
          <p:cNvPr id="36" name="Image 5" descr="preencoded.png">
            <a:extLst>
              <a:ext uri="{FF2B5EF4-FFF2-40B4-BE49-F238E27FC236}">
                <a16:creationId xmlns:a16="http://schemas.microsoft.com/office/drawing/2014/main" id="{C413A103-0E27-1FB3-8BFD-AEFE5EA14257}"/>
              </a:ext>
            </a:extLst>
          </p:cNvPr>
          <p:cNvPicPr>
            <a:picLocks noChangeAspect="1"/>
          </p:cNvPicPr>
          <p:nvPr/>
        </p:nvPicPr>
        <p:blipFill>
          <a:blip r:embed="rId16"/>
          <a:stretch>
            <a:fillRect/>
          </a:stretch>
        </p:blipFill>
        <p:spPr>
          <a:xfrm>
            <a:off x="3916845" y="4502349"/>
            <a:ext cx="548028" cy="548028"/>
          </a:xfrm>
          <a:prstGeom prst="rect">
            <a:avLst/>
          </a:prstGeom>
        </p:spPr>
      </p:pic>
      <p:pic>
        <p:nvPicPr>
          <p:cNvPr id="37" name="Image 6" descr="preencoded.png">
            <a:extLst>
              <a:ext uri="{FF2B5EF4-FFF2-40B4-BE49-F238E27FC236}">
                <a16:creationId xmlns:a16="http://schemas.microsoft.com/office/drawing/2014/main" id="{9B6D71C1-EBE3-1995-8924-05EB0381A666}"/>
              </a:ext>
            </a:extLst>
          </p:cNvPr>
          <p:cNvPicPr>
            <a:picLocks noChangeAspect="1"/>
          </p:cNvPicPr>
          <p:nvPr/>
        </p:nvPicPr>
        <p:blipFill>
          <a:blip r:embed="rId17"/>
          <a:stretch>
            <a:fillRect/>
          </a:stretch>
        </p:blipFill>
        <p:spPr>
          <a:xfrm>
            <a:off x="4002134" y="2187551"/>
            <a:ext cx="411023" cy="548028"/>
          </a:xfrm>
          <a:prstGeom prst="rect">
            <a:avLst/>
          </a:prstGeom>
        </p:spPr>
      </p:pic>
      <p:pic>
        <p:nvPicPr>
          <p:cNvPr id="38" name="Image 7" descr="preencoded.png">
            <a:extLst>
              <a:ext uri="{FF2B5EF4-FFF2-40B4-BE49-F238E27FC236}">
                <a16:creationId xmlns:a16="http://schemas.microsoft.com/office/drawing/2014/main" id="{96673482-0035-5522-E18A-B89F93024605}"/>
              </a:ext>
            </a:extLst>
          </p:cNvPr>
          <p:cNvPicPr>
            <a:picLocks noChangeAspect="1"/>
          </p:cNvPicPr>
          <p:nvPr/>
        </p:nvPicPr>
        <p:blipFill>
          <a:blip r:embed="rId18"/>
          <a:stretch>
            <a:fillRect/>
          </a:stretch>
        </p:blipFill>
        <p:spPr>
          <a:xfrm>
            <a:off x="3921437" y="2892282"/>
            <a:ext cx="548028" cy="548028"/>
          </a:xfrm>
          <a:prstGeom prst="rect">
            <a:avLst/>
          </a:prstGeom>
        </p:spPr>
      </p:pic>
      <p:pic>
        <p:nvPicPr>
          <p:cNvPr id="39" name="Image 8" descr="preencoded.png">
            <a:extLst>
              <a:ext uri="{FF2B5EF4-FFF2-40B4-BE49-F238E27FC236}">
                <a16:creationId xmlns:a16="http://schemas.microsoft.com/office/drawing/2014/main" id="{54C94BE2-C9BE-EE43-DEA1-41FCD53CA671}"/>
              </a:ext>
            </a:extLst>
          </p:cNvPr>
          <p:cNvPicPr>
            <a:picLocks noChangeAspect="1"/>
          </p:cNvPicPr>
          <p:nvPr/>
        </p:nvPicPr>
        <p:blipFill>
          <a:blip r:embed="rId19"/>
          <a:stretch>
            <a:fillRect/>
          </a:stretch>
        </p:blipFill>
        <p:spPr>
          <a:xfrm>
            <a:off x="3855869" y="3617374"/>
            <a:ext cx="616531" cy="548028"/>
          </a:xfrm>
          <a:prstGeom prst="rect">
            <a:avLst/>
          </a:prstGeom>
        </p:spPr>
      </p:pic>
      <p:pic>
        <p:nvPicPr>
          <p:cNvPr id="40" name="Image 1" descr="preencoded.png">
            <a:extLst>
              <a:ext uri="{FF2B5EF4-FFF2-40B4-BE49-F238E27FC236}">
                <a16:creationId xmlns:a16="http://schemas.microsoft.com/office/drawing/2014/main" id="{A72C40AB-91AD-5C60-09DB-8379F82D6FA2}"/>
              </a:ext>
            </a:extLst>
          </p:cNvPr>
          <p:cNvPicPr>
            <a:picLocks noChangeAspect="1"/>
          </p:cNvPicPr>
          <p:nvPr/>
        </p:nvPicPr>
        <p:blipFill>
          <a:blip r:embed="rId20"/>
          <a:stretch>
            <a:fillRect/>
          </a:stretch>
        </p:blipFill>
        <p:spPr>
          <a:xfrm>
            <a:off x="5123906" y="369382"/>
            <a:ext cx="554878" cy="493226"/>
          </a:xfrm>
          <a:prstGeom prst="rect">
            <a:avLst/>
          </a:prstGeom>
        </p:spPr>
      </p:pic>
      <p:pic>
        <p:nvPicPr>
          <p:cNvPr id="41" name="Image 2" descr="preencoded.png">
            <a:extLst>
              <a:ext uri="{FF2B5EF4-FFF2-40B4-BE49-F238E27FC236}">
                <a16:creationId xmlns:a16="http://schemas.microsoft.com/office/drawing/2014/main" id="{D74B239B-DFD0-5AA2-956C-1CCF094A281C}"/>
              </a:ext>
            </a:extLst>
          </p:cNvPr>
          <p:cNvPicPr>
            <a:picLocks noChangeAspect="1"/>
          </p:cNvPicPr>
          <p:nvPr/>
        </p:nvPicPr>
        <p:blipFill>
          <a:blip r:embed="rId21"/>
          <a:stretch>
            <a:fillRect/>
          </a:stretch>
        </p:blipFill>
        <p:spPr>
          <a:xfrm>
            <a:off x="5219630" y="3081831"/>
            <a:ext cx="616531" cy="493226"/>
          </a:xfrm>
          <a:prstGeom prst="rect">
            <a:avLst/>
          </a:prstGeom>
        </p:spPr>
      </p:pic>
      <p:pic>
        <p:nvPicPr>
          <p:cNvPr id="42" name="Image 3" descr="preencoded.png">
            <a:extLst>
              <a:ext uri="{FF2B5EF4-FFF2-40B4-BE49-F238E27FC236}">
                <a16:creationId xmlns:a16="http://schemas.microsoft.com/office/drawing/2014/main" id="{C3D74A55-5500-D2DF-12A4-4948DDB8AFB4}"/>
              </a:ext>
            </a:extLst>
          </p:cNvPr>
          <p:cNvPicPr>
            <a:picLocks noChangeAspect="1"/>
          </p:cNvPicPr>
          <p:nvPr/>
        </p:nvPicPr>
        <p:blipFill>
          <a:blip r:embed="rId22"/>
          <a:stretch>
            <a:fillRect/>
          </a:stretch>
        </p:blipFill>
        <p:spPr>
          <a:xfrm>
            <a:off x="5196939" y="3900146"/>
            <a:ext cx="616531" cy="493226"/>
          </a:xfrm>
          <a:prstGeom prst="rect">
            <a:avLst/>
          </a:prstGeom>
        </p:spPr>
      </p:pic>
      <p:pic>
        <p:nvPicPr>
          <p:cNvPr id="43" name="Image 1" descr="preencoded.png">
            <a:extLst>
              <a:ext uri="{FF2B5EF4-FFF2-40B4-BE49-F238E27FC236}">
                <a16:creationId xmlns:a16="http://schemas.microsoft.com/office/drawing/2014/main" id="{0D23EB96-DFDE-1142-59C3-8BB6549992D8}"/>
              </a:ext>
            </a:extLst>
          </p:cNvPr>
          <p:cNvPicPr>
            <a:picLocks noChangeAspect="1"/>
          </p:cNvPicPr>
          <p:nvPr/>
        </p:nvPicPr>
        <p:blipFill>
          <a:blip r:embed="rId23"/>
          <a:stretch>
            <a:fillRect/>
          </a:stretch>
        </p:blipFill>
        <p:spPr>
          <a:xfrm>
            <a:off x="6124689" y="3630587"/>
            <a:ext cx="739837" cy="591870"/>
          </a:xfrm>
          <a:prstGeom prst="rect">
            <a:avLst/>
          </a:prstGeom>
        </p:spPr>
      </p:pic>
      <p:pic>
        <p:nvPicPr>
          <p:cNvPr id="44" name="Image 3" descr="preencoded.png">
            <a:extLst>
              <a:ext uri="{FF2B5EF4-FFF2-40B4-BE49-F238E27FC236}">
                <a16:creationId xmlns:a16="http://schemas.microsoft.com/office/drawing/2014/main" id="{5B6EE3B8-0726-205C-4CA7-ED77235DA157}"/>
              </a:ext>
            </a:extLst>
          </p:cNvPr>
          <p:cNvPicPr>
            <a:picLocks noChangeAspect="1"/>
          </p:cNvPicPr>
          <p:nvPr/>
        </p:nvPicPr>
        <p:blipFill>
          <a:blip r:embed="rId24"/>
          <a:stretch>
            <a:fillRect/>
          </a:stretch>
        </p:blipFill>
        <p:spPr>
          <a:xfrm>
            <a:off x="5031426" y="1220419"/>
            <a:ext cx="739837" cy="591870"/>
          </a:xfrm>
          <a:prstGeom prst="rect">
            <a:avLst/>
          </a:prstGeom>
        </p:spPr>
      </p:pic>
      <p:pic>
        <p:nvPicPr>
          <p:cNvPr id="45" name="Image 5" descr="preencoded.png">
            <a:extLst>
              <a:ext uri="{FF2B5EF4-FFF2-40B4-BE49-F238E27FC236}">
                <a16:creationId xmlns:a16="http://schemas.microsoft.com/office/drawing/2014/main" id="{333901E4-C378-F911-C9D1-158EEA76BCB3}"/>
              </a:ext>
            </a:extLst>
          </p:cNvPr>
          <p:cNvPicPr>
            <a:picLocks noChangeAspect="1"/>
          </p:cNvPicPr>
          <p:nvPr/>
        </p:nvPicPr>
        <p:blipFill>
          <a:blip r:embed="rId25"/>
          <a:stretch>
            <a:fillRect/>
          </a:stretch>
        </p:blipFill>
        <p:spPr>
          <a:xfrm>
            <a:off x="5172278" y="2113078"/>
            <a:ext cx="665854" cy="591870"/>
          </a:xfrm>
          <a:prstGeom prst="rect">
            <a:avLst/>
          </a:prstGeom>
        </p:spPr>
      </p:pic>
      <p:pic>
        <p:nvPicPr>
          <p:cNvPr id="46" name="Image 7" descr="preencoded.png">
            <a:extLst>
              <a:ext uri="{FF2B5EF4-FFF2-40B4-BE49-F238E27FC236}">
                <a16:creationId xmlns:a16="http://schemas.microsoft.com/office/drawing/2014/main" id="{351D6C6E-40B4-34EA-97DB-C6CDE31D91F2}"/>
              </a:ext>
            </a:extLst>
          </p:cNvPr>
          <p:cNvPicPr>
            <a:picLocks noChangeAspect="1"/>
          </p:cNvPicPr>
          <p:nvPr/>
        </p:nvPicPr>
        <p:blipFill>
          <a:blip r:embed="rId26"/>
          <a:stretch>
            <a:fillRect/>
          </a:stretch>
        </p:blipFill>
        <p:spPr>
          <a:xfrm>
            <a:off x="6077973" y="270738"/>
            <a:ext cx="591870" cy="591870"/>
          </a:xfrm>
          <a:prstGeom prst="rect">
            <a:avLst/>
          </a:prstGeom>
        </p:spPr>
      </p:pic>
      <p:pic>
        <p:nvPicPr>
          <p:cNvPr id="47" name="Image 1" descr="preencoded.png">
            <a:extLst>
              <a:ext uri="{FF2B5EF4-FFF2-40B4-BE49-F238E27FC236}">
                <a16:creationId xmlns:a16="http://schemas.microsoft.com/office/drawing/2014/main" id="{B4CDAD0A-5195-B039-3D99-A7D0A0BD9C5A}"/>
              </a:ext>
            </a:extLst>
          </p:cNvPr>
          <p:cNvPicPr>
            <a:picLocks noChangeAspect="1"/>
          </p:cNvPicPr>
          <p:nvPr/>
        </p:nvPicPr>
        <p:blipFill>
          <a:blip r:embed="rId27"/>
          <a:stretch>
            <a:fillRect/>
          </a:stretch>
        </p:blipFill>
        <p:spPr>
          <a:xfrm>
            <a:off x="6077973" y="1216978"/>
            <a:ext cx="595311" cy="595311"/>
          </a:xfrm>
          <a:prstGeom prst="rect">
            <a:avLst/>
          </a:prstGeom>
        </p:spPr>
      </p:pic>
      <p:pic>
        <p:nvPicPr>
          <p:cNvPr id="48" name="Image 2" descr="preencoded.png">
            <a:extLst>
              <a:ext uri="{FF2B5EF4-FFF2-40B4-BE49-F238E27FC236}">
                <a16:creationId xmlns:a16="http://schemas.microsoft.com/office/drawing/2014/main" id="{834FB8B0-5C1B-CB84-EFB6-4A2B2DD9A0DB}"/>
              </a:ext>
            </a:extLst>
          </p:cNvPr>
          <p:cNvPicPr>
            <a:picLocks noChangeAspect="1"/>
          </p:cNvPicPr>
          <p:nvPr/>
        </p:nvPicPr>
        <p:blipFill>
          <a:blip r:embed="rId28"/>
          <a:stretch>
            <a:fillRect/>
          </a:stretch>
        </p:blipFill>
        <p:spPr>
          <a:xfrm>
            <a:off x="6234161" y="2727721"/>
            <a:ext cx="520895" cy="595311"/>
          </a:xfrm>
          <a:prstGeom prst="rect">
            <a:avLst/>
          </a:prstGeom>
        </p:spPr>
      </p:pic>
      <p:pic>
        <p:nvPicPr>
          <p:cNvPr id="50" name="Image 16" descr="preencoded.png">
            <a:extLst>
              <a:ext uri="{FF2B5EF4-FFF2-40B4-BE49-F238E27FC236}">
                <a16:creationId xmlns:a16="http://schemas.microsoft.com/office/drawing/2014/main" id="{FC6B761C-047E-9A51-1D48-0999B86C7AEC}"/>
              </a:ext>
            </a:extLst>
          </p:cNvPr>
          <p:cNvPicPr>
            <a:picLocks noChangeAspect="1"/>
          </p:cNvPicPr>
          <p:nvPr/>
        </p:nvPicPr>
        <p:blipFill>
          <a:blip r:embed="rId29"/>
          <a:stretch>
            <a:fillRect/>
          </a:stretch>
        </p:blipFill>
        <p:spPr>
          <a:xfrm>
            <a:off x="6786563" y="732836"/>
            <a:ext cx="1190619" cy="1190619"/>
          </a:xfrm>
          <a:prstGeom prst="rect">
            <a:avLst/>
          </a:prstGeom>
        </p:spPr>
      </p:pic>
      <p:pic>
        <p:nvPicPr>
          <p:cNvPr id="51" name="Image 1" descr="preencoded.png">
            <a:extLst>
              <a:ext uri="{FF2B5EF4-FFF2-40B4-BE49-F238E27FC236}">
                <a16:creationId xmlns:a16="http://schemas.microsoft.com/office/drawing/2014/main" id="{3CE5F180-6E30-7B01-DC76-0A7A95651CA7}"/>
              </a:ext>
            </a:extLst>
          </p:cNvPr>
          <p:cNvPicPr>
            <a:picLocks noChangeAspect="1"/>
          </p:cNvPicPr>
          <p:nvPr/>
        </p:nvPicPr>
        <p:blipFill>
          <a:blip r:embed="rId30"/>
          <a:stretch>
            <a:fillRect/>
          </a:stretch>
        </p:blipFill>
        <p:spPr>
          <a:xfrm>
            <a:off x="6135784" y="2023468"/>
            <a:ext cx="476248" cy="476248"/>
          </a:xfrm>
          <a:prstGeom prst="rect">
            <a:avLst/>
          </a:prstGeom>
        </p:spPr>
      </p:pic>
      <p:pic>
        <p:nvPicPr>
          <p:cNvPr id="53" name="Image 8" descr="preencoded.png">
            <a:extLst>
              <a:ext uri="{FF2B5EF4-FFF2-40B4-BE49-F238E27FC236}">
                <a16:creationId xmlns:a16="http://schemas.microsoft.com/office/drawing/2014/main" id="{CE8BB2D5-AE68-9FC3-C3F1-70DBC9E0F3FD}"/>
              </a:ext>
            </a:extLst>
          </p:cNvPr>
          <p:cNvPicPr>
            <a:picLocks noChangeAspect="1"/>
          </p:cNvPicPr>
          <p:nvPr/>
        </p:nvPicPr>
        <p:blipFill>
          <a:blip r:embed="rId31"/>
          <a:stretch>
            <a:fillRect/>
          </a:stretch>
        </p:blipFill>
        <p:spPr>
          <a:xfrm>
            <a:off x="6369846" y="4481285"/>
            <a:ext cx="416717" cy="476247"/>
          </a:xfrm>
          <a:prstGeom prst="rect">
            <a:avLst/>
          </a:prstGeom>
        </p:spPr>
      </p:pic>
      <p:pic>
        <p:nvPicPr>
          <p:cNvPr id="55" name="Image 10" descr="preencoded.png">
            <a:extLst>
              <a:ext uri="{FF2B5EF4-FFF2-40B4-BE49-F238E27FC236}">
                <a16:creationId xmlns:a16="http://schemas.microsoft.com/office/drawing/2014/main" id="{1753058E-FB07-F649-77B7-D4653868A58C}"/>
              </a:ext>
            </a:extLst>
          </p:cNvPr>
          <p:cNvPicPr>
            <a:picLocks noChangeAspect="1"/>
          </p:cNvPicPr>
          <p:nvPr/>
        </p:nvPicPr>
        <p:blipFill>
          <a:blip r:embed="rId32"/>
          <a:stretch>
            <a:fillRect/>
          </a:stretch>
        </p:blipFill>
        <p:spPr>
          <a:xfrm>
            <a:off x="4832606" y="4535995"/>
            <a:ext cx="357187" cy="476247"/>
          </a:xfrm>
          <a:prstGeom prst="rect">
            <a:avLst/>
          </a:prstGeom>
        </p:spPr>
      </p:pic>
      <p:pic>
        <p:nvPicPr>
          <p:cNvPr id="56" name="Image 1" descr="preencoded.png">
            <a:extLst>
              <a:ext uri="{FF2B5EF4-FFF2-40B4-BE49-F238E27FC236}">
                <a16:creationId xmlns:a16="http://schemas.microsoft.com/office/drawing/2014/main" id="{F18D8257-3599-20AD-7D53-77EA5E592142}"/>
              </a:ext>
            </a:extLst>
          </p:cNvPr>
          <p:cNvPicPr>
            <a:picLocks noChangeAspect="1"/>
          </p:cNvPicPr>
          <p:nvPr/>
        </p:nvPicPr>
        <p:blipFill>
          <a:blip r:embed="rId33"/>
          <a:stretch>
            <a:fillRect/>
          </a:stretch>
        </p:blipFill>
        <p:spPr>
          <a:xfrm>
            <a:off x="2751551" y="4222457"/>
            <a:ext cx="750151" cy="750151"/>
          </a:xfrm>
          <a:prstGeom prst="rect">
            <a:avLst/>
          </a:prstGeom>
        </p:spPr>
      </p:pic>
      <p:pic>
        <p:nvPicPr>
          <p:cNvPr id="57" name="Image 2" descr="preencoded.png">
            <a:extLst>
              <a:ext uri="{FF2B5EF4-FFF2-40B4-BE49-F238E27FC236}">
                <a16:creationId xmlns:a16="http://schemas.microsoft.com/office/drawing/2014/main" id="{CFCEDE79-405F-A8C2-A751-F49C2B7B30A8}"/>
              </a:ext>
            </a:extLst>
          </p:cNvPr>
          <p:cNvPicPr>
            <a:picLocks noChangeAspect="1"/>
          </p:cNvPicPr>
          <p:nvPr/>
        </p:nvPicPr>
        <p:blipFill>
          <a:blip r:embed="rId34"/>
          <a:stretch>
            <a:fillRect/>
          </a:stretch>
        </p:blipFill>
        <p:spPr>
          <a:xfrm>
            <a:off x="283964" y="4250361"/>
            <a:ext cx="937690" cy="750151"/>
          </a:xfrm>
          <a:prstGeom prst="rect">
            <a:avLst/>
          </a:prstGeom>
        </p:spPr>
      </p:pic>
      <p:pic>
        <p:nvPicPr>
          <p:cNvPr id="58" name="Image 1" descr="preencoded.png">
            <a:extLst>
              <a:ext uri="{FF2B5EF4-FFF2-40B4-BE49-F238E27FC236}">
                <a16:creationId xmlns:a16="http://schemas.microsoft.com/office/drawing/2014/main" id="{706C0D41-3B7D-9D39-91E2-3CB31DD63AC2}"/>
              </a:ext>
            </a:extLst>
          </p:cNvPr>
          <p:cNvPicPr>
            <a:picLocks noChangeAspect="1"/>
          </p:cNvPicPr>
          <p:nvPr/>
        </p:nvPicPr>
        <p:blipFill>
          <a:blip r:embed="rId35"/>
          <a:stretch>
            <a:fillRect/>
          </a:stretch>
        </p:blipFill>
        <p:spPr>
          <a:xfrm>
            <a:off x="1725530" y="4367365"/>
            <a:ext cx="450091" cy="450091"/>
          </a:xfrm>
          <a:prstGeom prst="rect">
            <a:avLst/>
          </a:prstGeom>
        </p:spPr>
      </p:pic>
    </p:spTree>
    <p:extLst>
      <p:ext uri="{BB962C8B-B14F-4D97-AF65-F5344CB8AC3E}">
        <p14:creationId xmlns:p14="http://schemas.microsoft.com/office/powerpoint/2010/main" val="12496787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preencoded.png">
            <a:extLst>
              <a:ext uri="{FF2B5EF4-FFF2-40B4-BE49-F238E27FC236}">
                <a16:creationId xmlns:a16="http://schemas.microsoft.com/office/drawing/2014/main" id="{745DA7BA-4ED1-A609-7B80-765508266FBE}"/>
              </a:ext>
            </a:extLst>
          </p:cNvPr>
          <p:cNvPicPr>
            <a:picLocks noChangeAspect="1"/>
          </p:cNvPicPr>
          <p:nvPr/>
        </p:nvPicPr>
        <p:blipFill>
          <a:blip r:embed="rId2"/>
          <a:stretch>
            <a:fillRect/>
          </a:stretch>
        </p:blipFill>
        <p:spPr>
          <a:xfrm>
            <a:off x="179191" y="3123604"/>
            <a:ext cx="1041794" cy="1190623"/>
          </a:xfrm>
          <a:prstGeom prst="rect">
            <a:avLst/>
          </a:prstGeom>
        </p:spPr>
      </p:pic>
      <p:pic>
        <p:nvPicPr>
          <p:cNvPr id="3" name="Image 2" descr="preencoded.png">
            <a:extLst>
              <a:ext uri="{FF2B5EF4-FFF2-40B4-BE49-F238E27FC236}">
                <a16:creationId xmlns:a16="http://schemas.microsoft.com/office/drawing/2014/main" id="{71422ADB-4910-87C4-FB36-83E33E71BCAE}"/>
              </a:ext>
            </a:extLst>
          </p:cNvPr>
          <p:cNvPicPr>
            <a:picLocks noChangeAspect="1"/>
          </p:cNvPicPr>
          <p:nvPr/>
        </p:nvPicPr>
        <p:blipFill>
          <a:blip r:embed="rId3"/>
          <a:stretch>
            <a:fillRect/>
          </a:stretch>
        </p:blipFill>
        <p:spPr>
          <a:xfrm>
            <a:off x="439639" y="2274094"/>
            <a:ext cx="520899" cy="595311"/>
          </a:xfrm>
          <a:prstGeom prst="rect">
            <a:avLst/>
          </a:prstGeom>
        </p:spPr>
      </p:pic>
      <p:pic>
        <p:nvPicPr>
          <p:cNvPr id="5" name="Image 4" descr="preencoded.png">
            <a:extLst>
              <a:ext uri="{FF2B5EF4-FFF2-40B4-BE49-F238E27FC236}">
                <a16:creationId xmlns:a16="http://schemas.microsoft.com/office/drawing/2014/main" id="{3BCEEC3C-5172-8F5A-4909-D90A515575D6}"/>
              </a:ext>
            </a:extLst>
          </p:cNvPr>
          <p:cNvPicPr>
            <a:picLocks noChangeAspect="1"/>
          </p:cNvPicPr>
          <p:nvPr/>
        </p:nvPicPr>
        <p:blipFill>
          <a:blip r:embed="rId4"/>
          <a:stretch>
            <a:fillRect/>
          </a:stretch>
        </p:blipFill>
        <p:spPr>
          <a:xfrm>
            <a:off x="292895" y="266106"/>
            <a:ext cx="744140" cy="595311"/>
          </a:xfrm>
          <a:prstGeom prst="rect">
            <a:avLst/>
          </a:prstGeom>
        </p:spPr>
      </p:pic>
      <p:pic>
        <p:nvPicPr>
          <p:cNvPr id="6" name="Image 5" descr="preencoded.png">
            <a:extLst>
              <a:ext uri="{FF2B5EF4-FFF2-40B4-BE49-F238E27FC236}">
                <a16:creationId xmlns:a16="http://schemas.microsoft.com/office/drawing/2014/main" id="{3A649E88-A1EC-F48E-2256-B92C552B1021}"/>
              </a:ext>
            </a:extLst>
          </p:cNvPr>
          <p:cNvPicPr>
            <a:picLocks noChangeAspect="1"/>
          </p:cNvPicPr>
          <p:nvPr/>
        </p:nvPicPr>
        <p:blipFill>
          <a:blip r:embed="rId5"/>
          <a:stretch>
            <a:fillRect/>
          </a:stretch>
        </p:blipFill>
        <p:spPr>
          <a:xfrm>
            <a:off x="1583534" y="4263034"/>
            <a:ext cx="520899" cy="595311"/>
          </a:xfrm>
          <a:prstGeom prst="rect">
            <a:avLst/>
          </a:prstGeom>
        </p:spPr>
      </p:pic>
      <p:pic>
        <p:nvPicPr>
          <p:cNvPr id="7" name="Image 6" descr="preencoded.png">
            <a:extLst>
              <a:ext uri="{FF2B5EF4-FFF2-40B4-BE49-F238E27FC236}">
                <a16:creationId xmlns:a16="http://schemas.microsoft.com/office/drawing/2014/main" id="{A71D9063-58DC-CF4D-AC7C-14E750320A2A}"/>
              </a:ext>
            </a:extLst>
          </p:cNvPr>
          <p:cNvPicPr>
            <a:picLocks noChangeAspect="1"/>
          </p:cNvPicPr>
          <p:nvPr/>
        </p:nvPicPr>
        <p:blipFill>
          <a:blip r:embed="rId6"/>
          <a:stretch>
            <a:fillRect/>
          </a:stretch>
        </p:blipFill>
        <p:spPr>
          <a:xfrm>
            <a:off x="1506141" y="251223"/>
            <a:ext cx="520899" cy="595311"/>
          </a:xfrm>
          <a:prstGeom prst="rect">
            <a:avLst/>
          </a:prstGeom>
        </p:spPr>
      </p:pic>
      <p:pic>
        <p:nvPicPr>
          <p:cNvPr id="8" name="Image 7" descr="preencoded.png">
            <a:extLst>
              <a:ext uri="{FF2B5EF4-FFF2-40B4-BE49-F238E27FC236}">
                <a16:creationId xmlns:a16="http://schemas.microsoft.com/office/drawing/2014/main" id="{142314BB-CE1D-BD5B-F99E-3EF659148DBD}"/>
              </a:ext>
            </a:extLst>
          </p:cNvPr>
          <p:cNvPicPr>
            <a:picLocks noChangeAspect="1"/>
          </p:cNvPicPr>
          <p:nvPr/>
        </p:nvPicPr>
        <p:blipFill>
          <a:blip r:embed="rId7"/>
          <a:stretch>
            <a:fillRect/>
          </a:stretch>
        </p:blipFill>
        <p:spPr>
          <a:xfrm>
            <a:off x="1583534" y="1380530"/>
            <a:ext cx="595311" cy="595311"/>
          </a:xfrm>
          <a:prstGeom prst="rect">
            <a:avLst/>
          </a:prstGeom>
        </p:spPr>
      </p:pic>
      <p:pic>
        <p:nvPicPr>
          <p:cNvPr id="9" name="Image 8" descr="preencoded.png">
            <a:extLst>
              <a:ext uri="{FF2B5EF4-FFF2-40B4-BE49-F238E27FC236}">
                <a16:creationId xmlns:a16="http://schemas.microsoft.com/office/drawing/2014/main" id="{4DE77B15-1DE4-2DB3-3918-FE67201F9453}"/>
              </a:ext>
            </a:extLst>
          </p:cNvPr>
          <p:cNvPicPr>
            <a:picLocks noChangeAspect="1"/>
          </p:cNvPicPr>
          <p:nvPr/>
        </p:nvPicPr>
        <p:blipFill>
          <a:blip r:embed="rId8"/>
          <a:stretch>
            <a:fillRect/>
          </a:stretch>
        </p:blipFill>
        <p:spPr>
          <a:xfrm>
            <a:off x="402434" y="1260873"/>
            <a:ext cx="595311" cy="595311"/>
          </a:xfrm>
          <a:prstGeom prst="rect">
            <a:avLst/>
          </a:prstGeom>
        </p:spPr>
      </p:pic>
      <p:pic>
        <p:nvPicPr>
          <p:cNvPr id="10" name="Image 9" descr="preencoded.png">
            <a:extLst>
              <a:ext uri="{FF2B5EF4-FFF2-40B4-BE49-F238E27FC236}">
                <a16:creationId xmlns:a16="http://schemas.microsoft.com/office/drawing/2014/main" id="{8CF8A212-E19A-CB9A-3DEA-2C2C4D537FA4}"/>
              </a:ext>
            </a:extLst>
          </p:cNvPr>
          <p:cNvPicPr>
            <a:picLocks noChangeAspect="1"/>
          </p:cNvPicPr>
          <p:nvPr/>
        </p:nvPicPr>
        <p:blipFill>
          <a:blip r:embed="rId9"/>
          <a:stretch>
            <a:fillRect/>
          </a:stretch>
        </p:blipFill>
        <p:spPr>
          <a:xfrm>
            <a:off x="314327" y="4460678"/>
            <a:ext cx="595311" cy="595311"/>
          </a:xfrm>
          <a:prstGeom prst="rect">
            <a:avLst/>
          </a:prstGeom>
        </p:spPr>
      </p:pic>
      <p:pic>
        <p:nvPicPr>
          <p:cNvPr id="11" name="Image 10" descr="preencoded.png">
            <a:extLst>
              <a:ext uri="{FF2B5EF4-FFF2-40B4-BE49-F238E27FC236}">
                <a16:creationId xmlns:a16="http://schemas.microsoft.com/office/drawing/2014/main" id="{DC5C6E32-7F74-4256-4CBA-434430C3C05F}"/>
              </a:ext>
            </a:extLst>
          </p:cNvPr>
          <p:cNvPicPr>
            <a:picLocks noChangeAspect="1"/>
          </p:cNvPicPr>
          <p:nvPr/>
        </p:nvPicPr>
        <p:blipFill>
          <a:blip r:embed="rId10"/>
          <a:stretch>
            <a:fillRect/>
          </a:stretch>
        </p:blipFill>
        <p:spPr>
          <a:xfrm>
            <a:off x="1583534" y="2274094"/>
            <a:ext cx="595311" cy="595311"/>
          </a:xfrm>
          <a:prstGeom prst="rect">
            <a:avLst/>
          </a:prstGeom>
        </p:spPr>
      </p:pic>
      <p:pic>
        <p:nvPicPr>
          <p:cNvPr id="12" name="Image 11" descr="preencoded.png">
            <a:extLst>
              <a:ext uri="{FF2B5EF4-FFF2-40B4-BE49-F238E27FC236}">
                <a16:creationId xmlns:a16="http://schemas.microsoft.com/office/drawing/2014/main" id="{99C95927-10F6-FC88-43B6-7E42906A701D}"/>
              </a:ext>
            </a:extLst>
          </p:cNvPr>
          <p:cNvPicPr>
            <a:picLocks noChangeAspect="1"/>
          </p:cNvPicPr>
          <p:nvPr/>
        </p:nvPicPr>
        <p:blipFill>
          <a:blip r:embed="rId11"/>
          <a:stretch>
            <a:fillRect/>
          </a:stretch>
        </p:blipFill>
        <p:spPr>
          <a:xfrm>
            <a:off x="1654970" y="3327203"/>
            <a:ext cx="744140" cy="595311"/>
          </a:xfrm>
          <a:prstGeom prst="rect">
            <a:avLst/>
          </a:prstGeom>
        </p:spPr>
      </p:pic>
      <p:pic>
        <p:nvPicPr>
          <p:cNvPr id="4" name="Image 3" descr="preencoded.png">
            <a:extLst>
              <a:ext uri="{FF2B5EF4-FFF2-40B4-BE49-F238E27FC236}">
                <a16:creationId xmlns:a16="http://schemas.microsoft.com/office/drawing/2014/main" id="{33E3461F-147F-12FF-8D4D-ACE96A034D2E}"/>
              </a:ext>
            </a:extLst>
          </p:cNvPr>
          <p:cNvPicPr>
            <a:picLocks noChangeAspect="1"/>
          </p:cNvPicPr>
          <p:nvPr/>
        </p:nvPicPr>
        <p:blipFill>
          <a:blip r:embed="rId12"/>
          <a:stretch>
            <a:fillRect/>
          </a:stretch>
        </p:blipFill>
        <p:spPr>
          <a:xfrm>
            <a:off x="2692898" y="266106"/>
            <a:ext cx="595311" cy="595311"/>
          </a:xfrm>
          <a:prstGeom prst="rect">
            <a:avLst/>
          </a:prstGeom>
        </p:spPr>
      </p:pic>
      <p:pic>
        <p:nvPicPr>
          <p:cNvPr id="21" name="Image 1" descr="preencoded.png">
            <a:extLst>
              <a:ext uri="{FF2B5EF4-FFF2-40B4-BE49-F238E27FC236}">
                <a16:creationId xmlns:a16="http://schemas.microsoft.com/office/drawing/2014/main" id="{4D9CDC84-F072-DD6A-D55A-DB1395828042}"/>
              </a:ext>
            </a:extLst>
          </p:cNvPr>
          <p:cNvPicPr>
            <a:picLocks noChangeAspect="1"/>
          </p:cNvPicPr>
          <p:nvPr/>
        </p:nvPicPr>
        <p:blipFill>
          <a:blip r:embed="rId13"/>
          <a:stretch>
            <a:fillRect/>
          </a:stretch>
        </p:blipFill>
        <p:spPr>
          <a:xfrm>
            <a:off x="2803934" y="2520288"/>
            <a:ext cx="872790" cy="698233"/>
          </a:xfrm>
          <a:prstGeom prst="rect">
            <a:avLst/>
          </a:prstGeom>
        </p:spPr>
      </p:pic>
      <p:pic>
        <p:nvPicPr>
          <p:cNvPr id="22" name="Image 2" descr="preencoded.png">
            <a:extLst>
              <a:ext uri="{FF2B5EF4-FFF2-40B4-BE49-F238E27FC236}">
                <a16:creationId xmlns:a16="http://schemas.microsoft.com/office/drawing/2014/main" id="{FAAFFF15-B7DF-0BF8-51AB-A038C4FD5D3E}"/>
              </a:ext>
            </a:extLst>
          </p:cNvPr>
          <p:cNvPicPr>
            <a:picLocks noChangeAspect="1"/>
          </p:cNvPicPr>
          <p:nvPr/>
        </p:nvPicPr>
        <p:blipFill>
          <a:blip r:embed="rId14"/>
          <a:stretch>
            <a:fillRect/>
          </a:stretch>
        </p:blipFill>
        <p:spPr>
          <a:xfrm>
            <a:off x="3972850" y="2516716"/>
            <a:ext cx="698233" cy="698233"/>
          </a:xfrm>
          <a:prstGeom prst="rect">
            <a:avLst/>
          </a:prstGeom>
        </p:spPr>
      </p:pic>
      <p:pic>
        <p:nvPicPr>
          <p:cNvPr id="23" name="Image 3" descr="preencoded.png">
            <a:extLst>
              <a:ext uri="{FF2B5EF4-FFF2-40B4-BE49-F238E27FC236}">
                <a16:creationId xmlns:a16="http://schemas.microsoft.com/office/drawing/2014/main" id="{D9E74EBD-289C-4EAE-E787-2AAD0785F36E}"/>
              </a:ext>
            </a:extLst>
          </p:cNvPr>
          <p:cNvPicPr>
            <a:picLocks noChangeAspect="1"/>
          </p:cNvPicPr>
          <p:nvPr/>
        </p:nvPicPr>
        <p:blipFill>
          <a:blip r:embed="rId15"/>
          <a:stretch>
            <a:fillRect/>
          </a:stretch>
        </p:blipFill>
        <p:spPr>
          <a:xfrm>
            <a:off x="2990553" y="3464719"/>
            <a:ext cx="610954" cy="698233"/>
          </a:xfrm>
          <a:prstGeom prst="rect">
            <a:avLst/>
          </a:prstGeom>
        </p:spPr>
      </p:pic>
      <p:pic>
        <p:nvPicPr>
          <p:cNvPr id="24" name="Image 4" descr="preencoded.png">
            <a:extLst>
              <a:ext uri="{FF2B5EF4-FFF2-40B4-BE49-F238E27FC236}">
                <a16:creationId xmlns:a16="http://schemas.microsoft.com/office/drawing/2014/main" id="{25356BEB-C27B-7557-39B0-E2E51AF580B6}"/>
              </a:ext>
            </a:extLst>
          </p:cNvPr>
          <p:cNvPicPr>
            <a:picLocks noChangeAspect="1"/>
          </p:cNvPicPr>
          <p:nvPr/>
        </p:nvPicPr>
        <p:blipFill>
          <a:blip r:embed="rId16"/>
          <a:stretch>
            <a:fillRect/>
          </a:stretch>
        </p:blipFill>
        <p:spPr>
          <a:xfrm>
            <a:off x="3929211" y="3464719"/>
            <a:ext cx="785512" cy="698233"/>
          </a:xfrm>
          <a:prstGeom prst="rect">
            <a:avLst/>
          </a:prstGeom>
        </p:spPr>
      </p:pic>
      <p:pic>
        <p:nvPicPr>
          <p:cNvPr id="25" name="Image 1" descr="preencoded.png">
            <a:extLst>
              <a:ext uri="{FF2B5EF4-FFF2-40B4-BE49-F238E27FC236}">
                <a16:creationId xmlns:a16="http://schemas.microsoft.com/office/drawing/2014/main" id="{CF2A89C5-2162-FAF7-3BAD-9221AB1ADFF5}"/>
              </a:ext>
            </a:extLst>
          </p:cNvPr>
          <p:cNvPicPr>
            <a:picLocks noChangeAspect="1"/>
          </p:cNvPicPr>
          <p:nvPr/>
        </p:nvPicPr>
        <p:blipFill>
          <a:blip r:embed="rId17"/>
          <a:stretch>
            <a:fillRect/>
          </a:stretch>
        </p:blipFill>
        <p:spPr>
          <a:xfrm>
            <a:off x="2440411" y="4428528"/>
            <a:ext cx="504973" cy="448866"/>
          </a:xfrm>
          <a:prstGeom prst="rect">
            <a:avLst/>
          </a:prstGeom>
        </p:spPr>
      </p:pic>
      <p:pic>
        <p:nvPicPr>
          <p:cNvPr id="14" name="Image 1" descr="preencoded.png">
            <a:extLst>
              <a:ext uri="{FF2B5EF4-FFF2-40B4-BE49-F238E27FC236}">
                <a16:creationId xmlns:a16="http://schemas.microsoft.com/office/drawing/2014/main" id="{87541B22-0796-D855-50FC-1D817E7FFF43}"/>
              </a:ext>
            </a:extLst>
          </p:cNvPr>
          <p:cNvPicPr>
            <a:picLocks noChangeAspect="1"/>
          </p:cNvPicPr>
          <p:nvPr/>
        </p:nvPicPr>
        <p:blipFill>
          <a:blip r:embed="rId18"/>
          <a:stretch>
            <a:fillRect/>
          </a:stretch>
        </p:blipFill>
        <p:spPr>
          <a:xfrm>
            <a:off x="2803934" y="214150"/>
            <a:ext cx="2980272" cy="745068"/>
          </a:xfrm>
          <a:prstGeom prst="rect">
            <a:avLst/>
          </a:prstGeom>
        </p:spPr>
      </p:pic>
      <p:pic>
        <p:nvPicPr>
          <p:cNvPr id="17" name="Image 4" descr="preencoded.png">
            <a:extLst>
              <a:ext uri="{FF2B5EF4-FFF2-40B4-BE49-F238E27FC236}">
                <a16:creationId xmlns:a16="http://schemas.microsoft.com/office/drawing/2014/main" id="{D7F25DBA-4D6C-2B48-C836-17D8FD457A4E}"/>
              </a:ext>
            </a:extLst>
          </p:cNvPr>
          <p:cNvPicPr>
            <a:picLocks noChangeAspect="1"/>
          </p:cNvPicPr>
          <p:nvPr/>
        </p:nvPicPr>
        <p:blipFill>
          <a:blip r:embed="rId19"/>
          <a:stretch>
            <a:fillRect/>
          </a:stretch>
        </p:blipFill>
        <p:spPr>
          <a:xfrm>
            <a:off x="4000500" y="3332227"/>
            <a:ext cx="2980272" cy="745068"/>
          </a:xfrm>
          <a:prstGeom prst="rect">
            <a:avLst/>
          </a:prstGeom>
        </p:spPr>
      </p:pic>
      <p:pic>
        <p:nvPicPr>
          <p:cNvPr id="18" name="Image 5" descr="preencoded.png">
            <a:extLst>
              <a:ext uri="{FF2B5EF4-FFF2-40B4-BE49-F238E27FC236}">
                <a16:creationId xmlns:a16="http://schemas.microsoft.com/office/drawing/2014/main" id="{C0D8397B-E75A-2DD5-0E7A-5394B828EBF7}"/>
              </a:ext>
            </a:extLst>
          </p:cNvPr>
          <p:cNvPicPr>
            <a:picLocks noChangeAspect="1"/>
          </p:cNvPicPr>
          <p:nvPr/>
        </p:nvPicPr>
        <p:blipFill>
          <a:blip r:embed="rId20"/>
          <a:stretch>
            <a:fillRect/>
          </a:stretch>
        </p:blipFill>
        <p:spPr>
          <a:xfrm>
            <a:off x="4000500" y="214742"/>
            <a:ext cx="2980272" cy="745068"/>
          </a:xfrm>
          <a:prstGeom prst="rect">
            <a:avLst/>
          </a:prstGeom>
        </p:spPr>
      </p:pic>
      <p:pic>
        <p:nvPicPr>
          <p:cNvPr id="32" name="Image 3" descr="preencoded.png">
            <a:extLst>
              <a:ext uri="{FF2B5EF4-FFF2-40B4-BE49-F238E27FC236}">
                <a16:creationId xmlns:a16="http://schemas.microsoft.com/office/drawing/2014/main" id="{ECCB8488-D4AE-330C-C8C3-36747CBB670F}"/>
              </a:ext>
            </a:extLst>
          </p:cNvPr>
          <p:cNvPicPr>
            <a:picLocks noChangeAspect="1"/>
          </p:cNvPicPr>
          <p:nvPr/>
        </p:nvPicPr>
        <p:blipFill>
          <a:blip r:embed="rId21"/>
          <a:stretch>
            <a:fillRect/>
          </a:stretch>
        </p:blipFill>
        <p:spPr>
          <a:xfrm>
            <a:off x="6337933" y="209553"/>
            <a:ext cx="591380" cy="591380"/>
          </a:xfrm>
          <a:prstGeom prst="rect">
            <a:avLst/>
          </a:prstGeom>
        </p:spPr>
      </p:pic>
      <p:pic>
        <p:nvPicPr>
          <p:cNvPr id="33" name="Image 4" descr="preencoded.png">
            <a:extLst>
              <a:ext uri="{FF2B5EF4-FFF2-40B4-BE49-F238E27FC236}">
                <a16:creationId xmlns:a16="http://schemas.microsoft.com/office/drawing/2014/main" id="{D69EDE70-2874-7AAA-7439-05D117A0880B}"/>
              </a:ext>
            </a:extLst>
          </p:cNvPr>
          <p:cNvPicPr>
            <a:picLocks noChangeAspect="1"/>
          </p:cNvPicPr>
          <p:nvPr/>
        </p:nvPicPr>
        <p:blipFill>
          <a:blip r:embed="rId22"/>
          <a:stretch>
            <a:fillRect/>
          </a:stretch>
        </p:blipFill>
        <p:spPr>
          <a:xfrm>
            <a:off x="6398462" y="970362"/>
            <a:ext cx="517455" cy="591380"/>
          </a:xfrm>
          <a:prstGeom prst="rect">
            <a:avLst/>
          </a:prstGeom>
        </p:spPr>
      </p:pic>
      <p:pic>
        <p:nvPicPr>
          <p:cNvPr id="34" name="Image 5" descr="preencoded.png">
            <a:extLst>
              <a:ext uri="{FF2B5EF4-FFF2-40B4-BE49-F238E27FC236}">
                <a16:creationId xmlns:a16="http://schemas.microsoft.com/office/drawing/2014/main" id="{88DF3B84-E1E3-C5B1-8872-D58D285CD7C7}"/>
              </a:ext>
            </a:extLst>
          </p:cNvPr>
          <p:cNvPicPr>
            <a:picLocks noChangeAspect="1"/>
          </p:cNvPicPr>
          <p:nvPr/>
        </p:nvPicPr>
        <p:blipFill>
          <a:blip r:embed="rId23"/>
          <a:stretch>
            <a:fillRect/>
          </a:stretch>
        </p:blipFill>
        <p:spPr>
          <a:xfrm>
            <a:off x="6277404" y="1731172"/>
            <a:ext cx="665302" cy="591380"/>
          </a:xfrm>
          <a:prstGeom prst="rect">
            <a:avLst/>
          </a:prstGeom>
        </p:spPr>
      </p:pic>
      <p:pic>
        <p:nvPicPr>
          <p:cNvPr id="36" name="Image 4" descr="preencoded.png">
            <a:extLst>
              <a:ext uri="{FF2B5EF4-FFF2-40B4-BE49-F238E27FC236}">
                <a16:creationId xmlns:a16="http://schemas.microsoft.com/office/drawing/2014/main" id="{A4E2C417-754E-61B1-C0F8-A700B71EE6F4}"/>
              </a:ext>
            </a:extLst>
          </p:cNvPr>
          <p:cNvPicPr>
            <a:picLocks noChangeAspect="1"/>
          </p:cNvPicPr>
          <p:nvPr/>
        </p:nvPicPr>
        <p:blipFill>
          <a:blip r:embed="rId24"/>
          <a:stretch>
            <a:fillRect/>
          </a:stretch>
        </p:blipFill>
        <p:spPr>
          <a:xfrm>
            <a:off x="5219578" y="2414379"/>
            <a:ext cx="616531" cy="548028"/>
          </a:xfrm>
          <a:prstGeom prst="rect">
            <a:avLst/>
          </a:prstGeom>
        </p:spPr>
      </p:pic>
      <p:pic>
        <p:nvPicPr>
          <p:cNvPr id="37" name="Image 1" descr="preencoded.png">
            <a:extLst>
              <a:ext uri="{FF2B5EF4-FFF2-40B4-BE49-F238E27FC236}">
                <a16:creationId xmlns:a16="http://schemas.microsoft.com/office/drawing/2014/main" id="{38748849-B7A3-85DF-5F7D-1DAE4CB6CA97}"/>
              </a:ext>
            </a:extLst>
          </p:cNvPr>
          <p:cNvPicPr>
            <a:picLocks noChangeAspect="1"/>
          </p:cNvPicPr>
          <p:nvPr/>
        </p:nvPicPr>
        <p:blipFill>
          <a:blip r:embed="rId25"/>
          <a:stretch>
            <a:fillRect/>
          </a:stretch>
        </p:blipFill>
        <p:spPr>
          <a:xfrm>
            <a:off x="3956178" y="1165878"/>
            <a:ext cx="573031" cy="573031"/>
          </a:xfrm>
          <a:prstGeom prst="rect">
            <a:avLst/>
          </a:prstGeom>
        </p:spPr>
      </p:pic>
      <p:pic>
        <p:nvPicPr>
          <p:cNvPr id="38" name="Image 3" descr="preencoded.png">
            <a:extLst>
              <a:ext uri="{FF2B5EF4-FFF2-40B4-BE49-F238E27FC236}">
                <a16:creationId xmlns:a16="http://schemas.microsoft.com/office/drawing/2014/main" id="{6399FEE8-CBA2-F715-03C4-B2823B3A06ED}"/>
              </a:ext>
            </a:extLst>
          </p:cNvPr>
          <p:cNvPicPr>
            <a:picLocks noChangeAspect="1"/>
          </p:cNvPicPr>
          <p:nvPr/>
        </p:nvPicPr>
        <p:blipFill>
          <a:blip r:embed="rId26"/>
          <a:stretch>
            <a:fillRect/>
          </a:stretch>
        </p:blipFill>
        <p:spPr>
          <a:xfrm>
            <a:off x="5008706" y="1283153"/>
            <a:ext cx="573031" cy="573031"/>
          </a:xfrm>
          <a:prstGeom prst="rect">
            <a:avLst/>
          </a:prstGeom>
        </p:spPr>
      </p:pic>
      <p:pic>
        <p:nvPicPr>
          <p:cNvPr id="39" name="Image 1" descr="preencoded.png">
            <a:extLst>
              <a:ext uri="{FF2B5EF4-FFF2-40B4-BE49-F238E27FC236}">
                <a16:creationId xmlns:a16="http://schemas.microsoft.com/office/drawing/2014/main" id="{025D1A28-6864-A324-A953-C93F730DC663}"/>
              </a:ext>
            </a:extLst>
          </p:cNvPr>
          <p:cNvPicPr>
            <a:picLocks noChangeAspect="1"/>
          </p:cNvPicPr>
          <p:nvPr/>
        </p:nvPicPr>
        <p:blipFill>
          <a:blip r:embed="rId27"/>
          <a:stretch>
            <a:fillRect/>
          </a:stretch>
        </p:blipFill>
        <p:spPr>
          <a:xfrm>
            <a:off x="6266271" y="2644850"/>
            <a:ext cx="714501" cy="635113"/>
          </a:xfrm>
          <a:prstGeom prst="rect">
            <a:avLst/>
          </a:prstGeom>
        </p:spPr>
      </p:pic>
      <p:pic>
        <p:nvPicPr>
          <p:cNvPr id="40" name="Image 1" descr="preencoded.png">
            <a:extLst>
              <a:ext uri="{FF2B5EF4-FFF2-40B4-BE49-F238E27FC236}">
                <a16:creationId xmlns:a16="http://schemas.microsoft.com/office/drawing/2014/main" id="{3E6D927B-C911-DC66-6BD2-E4D193DC6F87}"/>
              </a:ext>
            </a:extLst>
          </p:cNvPr>
          <p:cNvPicPr>
            <a:picLocks noChangeAspect="1"/>
          </p:cNvPicPr>
          <p:nvPr/>
        </p:nvPicPr>
        <p:blipFill>
          <a:blip r:embed="rId28"/>
          <a:stretch>
            <a:fillRect/>
          </a:stretch>
        </p:blipFill>
        <p:spPr>
          <a:xfrm>
            <a:off x="2578958" y="1107222"/>
            <a:ext cx="897723" cy="957573"/>
          </a:xfrm>
          <a:prstGeom prst="rect">
            <a:avLst/>
          </a:prstGeom>
        </p:spPr>
      </p:pic>
      <p:pic>
        <p:nvPicPr>
          <p:cNvPr id="41" name="Image 2" descr="preencoded.png">
            <a:extLst>
              <a:ext uri="{FF2B5EF4-FFF2-40B4-BE49-F238E27FC236}">
                <a16:creationId xmlns:a16="http://schemas.microsoft.com/office/drawing/2014/main" id="{530F8F33-71D0-DA84-A145-CA47F1C8B711}"/>
              </a:ext>
            </a:extLst>
          </p:cNvPr>
          <p:cNvPicPr>
            <a:picLocks noChangeAspect="1"/>
          </p:cNvPicPr>
          <p:nvPr/>
        </p:nvPicPr>
        <p:blipFill>
          <a:blip r:embed="rId29"/>
          <a:stretch>
            <a:fillRect/>
          </a:stretch>
        </p:blipFill>
        <p:spPr>
          <a:xfrm>
            <a:off x="7294074" y="70091"/>
            <a:ext cx="797978" cy="957574"/>
          </a:xfrm>
          <a:prstGeom prst="rect">
            <a:avLst/>
          </a:prstGeom>
        </p:spPr>
      </p:pic>
      <p:pic>
        <p:nvPicPr>
          <p:cNvPr id="42" name="Image 5" descr="preencoded.png">
            <a:extLst>
              <a:ext uri="{FF2B5EF4-FFF2-40B4-BE49-F238E27FC236}">
                <a16:creationId xmlns:a16="http://schemas.microsoft.com/office/drawing/2014/main" id="{0E8FFF9C-7C6A-AB91-1D84-A9E0C4C75184}"/>
              </a:ext>
            </a:extLst>
          </p:cNvPr>
          <p:cNvPicPr>
            <a:picLocks noChangeAspect="1"/>
          </p:cNvPicPr>
          <p:nvPr/>
        </p:nvPicPr>
        <p:blipFill>
          <a:blip r:embed="rId30"/>
          <a:stretch>
            <a:fillRect/>
          </a:stretch>
        </p:blipFill>
        <p:spPr>
          <a:xfrm>
            <a:off x="7431297" y="2483619"/>
            <a:ext cx="698233" cy="957574"/>
          </a:xfrm>
          <a:prstGeom prst="rect">
            <a:avLst/>
          </a:prstGeom>
        </p:spPr>
      </p:pic>
      <p:pic>
        <p:nvPicPr>
          <p:cNvPr id="43" name="Image 8" descr="preencoded.png">
            <a:extLst>
              <a:ext uri="{FF2B5EF4-FFF2-40B4-BE49-F238E27FC236}">
                <a16:creationId xmlns:a16="http://schemas.microsoft.com/office/drawing/2014/main" id="{BD1213AD-35CE-D5B0-3A4D-F318D20784E7}"/>
              </a:ext>
            </a:extLst>
          </p:cNvPr>
          <p:cNvPicPr>
            <a:picLocks noChangeAspect="1"/>
          </p:cNvPicPr>
          <p:nvPr/>
        </p:nvPicPr>
        <p:blipFill>
          <a:blip r:embed="rId31"/>
          <a:stretch>
            <a:fillRect/>
          </a:stretch>
        </p:blipFill>
        <p:spPr>
          <a:xfrm>
            <a:off x="7294074" y="1304168"/>
            <a:ext cx="698232" cy="1117173"/>
          </a:xfrm>
          <a:prstGeom prst="rect">
            <a:avLst/>
          </a:prstGeom>
        </p:spPr>
      </p:pic>
      <p:pic>
        <p:nvPicPr>
          <p:cNvPr id="44" name="Image 1" descr="preencoded.png">
            <a:extLst>
              <a:ext uri="{FF2B5EF4-FFF2-40B4-BE49-F238E27FC236}">
                <a16:creationId xmlns:a16="http://schemas.microsoft.com/office/drawing/2014/main" id="{508DD1DF-A714-E9EB-4B95-752F05640A6C}"/>
              </a:ext>
            </a:extLst>
          </p:cNvPr>
          <p:cNvPicPr>
            <a:picLocks noChangeAspect="1"/>
          </p:cNvPicPr>
          <p:nvPr/>
        </p:nvPicPr>
        <p:blipFill>
          <a:blip r:embed="rId32"/>
          <a:stretch>
            <a:fillRect/>
          </a:stretch>
        </p:blipFill>
        <p:spPr>
          <a:xfrm>
            <a:off x="4261492" y="4244410"/>
            <a:ext cx="698232" cy="698232"/>
          </a:xfrm>
          <a:prstGeom prst="rect">
            <a:avLst/>
          </a:prstGeom>
        </p:spPr>
      </p:pic>
      <p:pic>
        <p:nvPicPr>
          <p:cNvPr id="45" name="Image 2" descr="preencoded.png">
            <a:extLst>
              <a:ext uri="{FF2B5EF4-FFF2-40B4-BE49-F238E27FC236}">
                <a16:creationId xmlns:a16="http://schemas.microsoft.com/office/drawing/2014/main" id="{DE369E86-5A55-B9DD-D279-6414EBD8900C}"/>
              </a:ext>
            </a:extLst>
          </p:cNvPr>
          <p:cNvPicPr>
            <a:picLocks noChangeAspect="1"/>
          </p:cNvPicPr>
          <p:nvPr/>
        </p:nvPicPr>
        <p:blipFill>
          <a:blip r:embed="rId33"/>
          <a:stretch>
            <a:fillRect/>
          </a:stretch>
        </p:blipFill>
        <p:spPr>
          <a:xfrm>
            <a:off x="6110830" y="4244410"/>
            <a:ext cx="698232" cy="698232"/>
          </a:xfrm>
          <a:prstGeom prst="rect">
            <a:avLst/>
          </a:prstGeom>
        </p:spPr>
      </p:pic>
      <p:pic>
        <p:nvPicPr>
          <p:cNvPr id="46" name="Image 3" descr="preencoded.png">
            <a:extLst>
              <a:ext uri="{FF2B5EF4-FFF2-40B4-BE49-F238E27FC236}">
                <a16:creationId xmlns:a16="http://schemas.microsoft.com/office/drawing/2014/main" id="{46C6452A-5CFC-F71B-7FFD-5CEDA0D6619F}"/>
              </a:ext>
            </a:extLst>
          </p:cNvPr>
          <p:cNvPicPr>
            <a:picLocks noChangeAspect="1"/>
          </p:cNvPicPr>
          <p:nvPr/>
        </p:nvPicPr>
        <p:blipFill>
          <a:blip r:embed="rId34"/>
          <a:stretch>
            <a:fillRect/>
          </a:stretch>
        </p:blipFill>
        <p:spPr>
          <a:xfrm>
            <a:off x="7747893" y="4244410"/>
            <a:ext cx="872789" cy="698232"/>
          </a:xfrm>
          <a:prstGeom prst="rect">
            <a:avLst/>
          </a:prstGeom>
        </p:spPr>
      </p:pic>
    </p:spTree>
    <p:extLst>
      <p:ext uri="{BB962C8B-B14F-4D97-AF65-F5344CB8AC3E}">
        <p14:creationId xmlns:p14="http://schemas.microsoft.com/office/powerpoint/2010/main" val="26372645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2389</Words>
  <Application>Microsoft Office PowerPoint</Application>
  <PresentationFormat>화면 슬라이드 쇼(16:9)</PresentationFormat>
  <Paragraphs>440</Paragraphs>
  <Slides>30</Slides>
  <Notes>28</Notes>
  <HiddenSlides>0</HiddenSlides>
  <MMClips>0</MMClips>
  <ScaleCrop>false</ScaleCrop>
  <HeadingPairs>
    <vt:vector size="6" baseType="variant">
      <vt:variant>
        <vt:lpstr>사용한 글꼴</vt:lpstr>
      </vt:variant>
      <vt:variant>
        <vt:i4>1</vt:i4>
      </vt:variant>
      <vt:variant>
        <vt:lpstr>테마</vt:lpstr>
      </vt:variant>
      <vt:variant>
        <vt:i4>1</vt:i4>
      </vt:variant>
      <vt:variant>
        <vt:lpstr>슬라이드 제목</vt:lpstr>
      </vt:variant>
      <vt:variant>
        <vt:i4>30</vt:i4>
      </vt:variant>
    </vt:vector>
  </HeadingPairs>
  <TitlesOfParts>
    <vt:vector size="32" baseType="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musukie52@gmail.com</cp:lastModifiedBy>
  <cp:revision>1</cp:revision>
  <dcterms:created xsi:type="dcterms:W3CDTF">2026-02-06T11:10:56Z</dcterms:created>
  <dcterms:modified xsi:type="dcterms:W3CDTF">2026-02-07T06:25:55Z</dcterms:modified>
</cp:coreProperties>
</file>